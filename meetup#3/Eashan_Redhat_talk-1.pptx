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70"/>
  </p:sldMasterIdLst>
  <p:notesMasterIdLst>
    <p:notesMasterId r:id="rId101"/>
  </p:notesMasterIdLst>
  <p:handoutMasterIdLst>
    <p:handoutMasterId r:id="rId102"/>
  </p:handoutMasterIdLst>
  <p:sldIdLst>
    <p:sldId id="284" r:id="rId71"/>
    <p:sldId id="478" r:id="rId72"/>
    <p:sldId id="531" r:id="rId73"/>
    <p:sldId id="535" r:id="rId74"/>
    <p:sldId id="532" r:id="rId75"/>
    <p:sldId id="533" r:id="rId76"/>
    <p:sldId id="538" r:id="rId77"/>
    <p:sldId id="536" r:id="rId78"/>
    <p:sldId id="537" r:id="rId79"/>
    <p:sldId id="540" r:id="rId80"/>
    <p:sldId id="539" r:id="rId81"/>
    <p:sldId id="541" r:id="rId82"/>
    <p:sldId id="542" r:id="rId83"/>
    <p:sldId id="544" r:id="rId84"/>
    <p:sldId id="545" r:id="rId85"/>
    <p:sldId id="546" r:id="rId86"/>
    <p:sldId id="548" r:id="rId87"/>
    <p:sldId id="543" r:id="rId88"/>
    <p:sldId id="554" r:id="rId89"/>
    <p:sldId id="555" r:id="rId90"/>
    <p:sldId id="550" r:id="rId91"/>
    <p:sldId id="556" r:id="rId92"/>
    <p:sldId id="557" r:id="rId93"/>
    <p:sldId id="558" r:id="rId94"/>
    <p:sldId id="559" r:id="rId95"/>
    <p:sldId id="534" r:id="rId96"/>
    <p:sldId id="547" r:id="rId97"/>
    <p:sldId id="457" r:id="rId98"/>
    <p:sldId id="458" r:id="rId99"/>
    <p:sldId id="459" r:id="rId100"/>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86F2"/>
    <a:srgbClr val="E5484D"/>
    <a:srgbClr val="B2E917"/>
    <a:srgbClr val="9964EE"/>
    <a:srgbClr val="86FAC8"/>
    <a:srgbClr val="EA9C00"/>
    <a:srgbClr val="00D4AA"/>
    <a:srgbClr val="00C2DE"/>
    <a:srgbClr val="000000"/>
    <a:srgbClr val="FFBB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customXml" Target="../customXml/item63.xml"/><Relationship Id="rId68" Type="http://schemas.openxmlformats.org/officeDocument/2006/relationships/customXml" Target="../customXml/item68.xml"/><Relationship Id="rId84" Type="http://schemas.openxmlformats.org/officeDocument/2006/relationships/slide" Target="slides/slide14.xml"/><Relationship Id="rId89" Type="http://schemas.openxmlformats.org/officeDocument/2006/relationships/slide" Target="slides/slide19.xml"/><Relationship Id="rId16" Type="http://schemas.openxmlformats.org/officeDocument/2006/relationships/customXml" Target="../customXml/item16.xml"/><Relationship Id="rId107" Type="http://schemas.openxmlformats.org/officeDocument/2006/relationships/tableStyles" Target="tableStyles.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slide" Target="slides/slide4.xml"/><Relationship Id="rId79" Type="http://schemas.openxmlformats.org/officeDocument/2006/relationships/slide" Target="slides/slide9.xml"/><Relationship Id="rId102" Type="http://schemas.openxmlformats.org/officeDocument/2006/relationships/handoutMaster" Target="handoutMasters/handoutMaster1.xml"/><Relationship Id="rId5" Type="http://schemas.openxmlformats.org/officeDocument/2006/relationships/customXml" Target="../customXml/item5.xml"/><Relationship Id="rId90" Type="http://schemas.openxmlformats.org/officeDocument/2006/relationships/slide" Target="slides/slide20.xml"/><Relationship Id="rId95" Type="http://schemas.openxmlformats.org/officeDocument/2006/relationships/slide" Target="slides/slide25.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80" Type="http://schemas.openxmlformats.org/officeDocument/2006/relationships/slide" Target="slides/slide10.xml"/><Relationship Id="rId85" Type="http://schemas.openxmlformats.org/officeDocument/2006/relationships/slide" Target="slides/slide15.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ommentAuthors" Target="commentAuthors.xml"/><Relationship Id="rId108" Type="http://schemas.microsoft.com/office/2016/11/relationships/changesInfo" Target="changesInfos/changesInfo1.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customXml" Target="../customXml/item54.xml"/><Relationship Id="rId62" Type="http://schemas.openxmlformats.org/officeDocument/2006/relationships/customXml" Target="../customXml/item62.xml"/><Relationship Id="rId70" Type="http://schemas.openxmlformats.org/officeDocument/2006/relationships/slideMaster" Target="slideMasters/slideMaster1.xml"/><Relationship Id="rId75" Type="http://schemas.openxmlformats.org/officeDocument/2006/relationships/slide" Target="slides/slide5.xml"/><Relationship Id="rId83" Type="http://schemas.openxmlformats.org/officeDocument/2006/relationships/slide" Target="slides/slide13.xml"/><Relationship Id="rId88" Type="http://schemas.openxmlformats.org/officeDocument/2006/relationships/slide" Target="slides/slide18.xml"/><Relationship Id="rId91" Type="http://schemas.openxmlformats.org/officeDocument/2006/relationships/slide" Target="slides/slide21.xml"/><Relationship Id="rId96"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customXml" Target="../customXml/item57.xml"/><Relationship Id="rId106" Type="http://schemas.openxmlformats.org/officeDocument/2006/relationships/theme" Target="theme/theme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customXml" Target="../customXml/item60.xml"/><Relationship Id="rId65" Type="http://schemas.openxmlformats.org/officeDocument/2006/relationships/customXml" Target="../customXml/item65.xml"/><Relationship Id="rId73" Type="http://schemas.openxmlformats.org/officeDocument/2006/relationships/slide" Target="slides/slide3.xml"/><Relationship Id="rId78" Type="http://schemas.openxmlformats.org/officeDocument/2006/relationships/slide" Target="slides/slide8.xml"/><Relationship Id="rId81" Type="http://schemas.openxmlformats.org/officeDocument/2006/relationships/slide" Target="slides/slide11.xml"/><Relationship Id="rId86" Type="http://schemas.openxmlformats.org/officeDocument/2006/relationships/slide" Target="slides/slide16.xml"/><Relationship Id="rId94" Type="http://schemas.openxmlformats.org/officeDocument/2006/relationships/slide" Target="slides/slide24.xml"/><Relationship Id="rId99" Type="http://schemas.openxmlformats.org/officeDocument/2006/relationships/slide" Target="slides/slide29.xml"/><Relationship Id="rId10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slide" Target="slides/slide6.xml"/><Relationship Id="rId97" Type="http://schemas.openxmlformats.org/officeDocument/2006/relationships/slide" Target="slides/slide27.xml"/><Relationship Id="rId104"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slide" Target="slides/slide1.xml"/><Relationship Id="rId92" Type="http://schemas.openxmlformats.org/officeDocument/2006/relationships/slide" Target="slides/slide22.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slide" Target="slides/slide17.xml"/><Relationship Id="rId61" Type="http://schemas.openxmlformats.org/officeDocument/2006/relationships/customXml" Target="../customXml/item61.xml"/><Relationship Id="rId82" Type="http://schemas.openxmlformats.org/officeDocument/2006/relationships/slide" Target="slides/slide12.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slide" Target="slides/slide7.xml"/><Relationship Id="rId100" Type="http://schemas.openxmlformats.org/officeDocument/2006/relationships/slide" Target="slides/slide30.xml"/><Relationship Id="rId105" Type="http://schemas.openxmlformats.org/officeDocument/2006/relationships/viewProps" Target="viewProps.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2.xml"/><Relationship Id="rId93" Type="http://schemas.openxmlformats.org/officeDocument/2006/relationships/slide" Target="slides/slide23.xml"/><Relationship Id="rId98" Type="http://schemas.openxmlformats.org/officeDocument/2006/relationships/slide" Target="slides/slide28.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h, Eashan" userId="fdec9f51-14cc-47ef-9cd4-1580753c903d" providerId="ADAL" clId="{E01AA50F-40BA-4699-AC96-E92EEB61EAC8}"/>
    <pc:docChg chg="undo redo custSel addSld delSld modSld sldOrd">
      <pc:chgData name="Dash, Eashan" userId="fdec9f51-14cc-47ef-9cd4-1580753c903d" providerId="ADAL" clId="{E01AA50F-40BA-4699-AC96-E92EEB61EAC8}" dt="2026-10-10T16:07:54.716" v="7662" actId="47"/>
      <pc:docMkLst>
        <pc:docMk/>
      </pc:docMkLst>
      <pc:sldChg chg="modSp mod">
        <pc:chgData name="Dash, Eashan" userId="fdec9f51-14cc-47ef-9cd4-1580753c903d" providerId="ADAL" clId="{E01AA50F-40BA-4699-AC96-E92EEB61EAC8}" dt="2026-10-09T14:29:47.537" v="7633" actId="947"/>
        <pc:sldMkLst>
          <pc:docMk/>
          <pc:sldMk cId="2859063927" sldId="284"/>
        </pc:sldMkLst>
        <pc:spChg chg="mod">
          <ac:chgData name="Dash, Eashan" userId="fdec9f51-14cc-47ef-9cd4-1580753c903d" providerId="ADAL" clId="{E01AA50F-40BA-4699-AC96-E92EEB61EAC8}" dt="2026-10-07T13:47:15.822" v="7306" actId="20577"/>
          <ac:spMkLst>
            <pc:docMk/>
            <pc:sldMk cId="2859063927" sldId="284"/>
            <ac:spMk id="8" creationId="{00000000-0000-0000-0000-000000000000}"/>
          </ac:spMkLst>
        </pc:spChg>
        <pc:spChg chg="mod">
          <ac:chgData name="Dash, Eashan" userId="fdec9f51-14cc-47ef-9cd4-1580753c903d" providerId="ADAL" clId="{E01AA50F-40BA-4699-AC96-E92EEB61EAC8}" dt="2026-10-09T14:29:47.537" v="7633" actId="947"/>
          <ac:spMkLst>
            <pc:docMk/>
            <pc:sldMk cId="2859063927" sldId="284"/>
            <ac:spMk id="12" creationId="{00000000-0000-0000-0000-000000000000}"/>
          </ac:spMkLst>
        </pc:spChg>
      </pc:sldChg>
      <pc:sldChg chg="delSp del mod">
        <pc:chgData name="Dash, Eashan" userId="fdec9f51-14cc-47ef-9cd4-1580753c903d" providerId="ADAL" clId="{E01AA50F-40BA-4699-AC96-E92EEB61EAC8}" dt="2026-10-10T16:07:54.716" v="7662" actId="47"/>
        <pc:sldMkLst>
          <pc:docMk/>
          <pc:sldMk cId="0" sldId="330"/>
        </pc:sldMkLst>
        <pc:spChg chg="del">
          <ac:chgData name="Dash, Eashan" userId="fdec9f51-14cc-47ef-9cd4-1580753c903d" providerId="ADAL" clId="{E01AA50F-40BA-4699-AC96-E92EEB61EAC8}" dt="2026-10-09T14:35:50.975" v="7637" actId="478"/>
          <ac:spMkLst>
            <pc:docMk/>
            <pc:sldMk cId="0" sldId="330"/>
            <ac:spMk id="5" creationId="{00000000-0000-0000-0000-000000000000}"/>
          </ac:spMkLst>
        </pc:spChg>
      </pc:sldChg>
      <pc:sldChg chg="addSp delSp modSp del mod modAnim">
        <pc:chgData name="Dash, Eashan" userId="fdec9f51-14cc-47ef-9cd4-1580753c903d" providerId="ADAL" clId="{E01AA50F-40BA-4699-AC96-E92EEB61EAC8}" dt="2026-10-10T16:07:52.921" v="7661" actId="47"/>
        <pc:sldMkLst>
          <pc:docMk/>
          <pc:sldMk cId="0" sldId="460"/>
        </pc:sldMkLst>
        <pc:spChg chg="mod">
          <ac:chgData name="Dash, Eashan" userId="fdec9f51-14cc-47ef-9cd4-1580753c903d" providerId="ADAL" clId="{E01AA50F-40BA-4699-AC96-E92EEB61EAC8}" dt="2026-10-07T14:10:14.939" v="7557"/>
          <ac:spMkLst>
            <pc:docMk/>
            <pc:sldMk cId="0" sldId="460"/>
            <ac:spMk id="39" creationId="{F6749556-130A-BDA9-4199-673516FC74C9}"/>
          </ac:spMkLst>
        </pc:spChg>
        <pc:spChg chg="mod">
          <ac:chgData name="Dash, Eashan" userId="fdec9f51-14cc-47ef-9cd4-1580753c903d" providerId="ADAL" clId="{E01AA50F-40BA-4699-AC96-E92EEB61EAC8}" dt="2026-10-07T14:10:14.939" v="7557"/>
          <ac:spMkLst>
            <pc:docMk/>
            <pc:sldMk cId="0" sldId="460"/>
            <ac:spMk id="42" creationId="{0C631D0B-A054-6FEC-FCE7-F349A3FA9002}"/>
          </ac:spMkLst>
        </pc:spChg>
        <pc:spChg chg="mod">
          <ac:chgData name="Dash, Eashan" userId="fdec9f51-14cc-47ef-9cd4-1580753c903d" providerId="ADAL" clId="{E01AA50F-40BA-4699-AC96-E92EEB61EAC8}" dt="2026-10-07T14:10:14.939" v="7557"/>
          <ac:spMkLst>
            <pc:docMk/>
            <pc:sldMk cId="0" sldId="460"/>
            <ac:spMk id="43" creationId="{1F579BE7-6775-D948-CBFC-B13FB9D2907C}"/>
          </ac:spMkLst>
        </pc:spChg>
        <pc:spChg chg="add mod">
          <ac:chgData name="Dash, Eashan" userId="fdec9f51-14cc-47ef-9cd4-1580753c903d" providerId="ADAL" clId="{E01AA50F-40BA-4699-AC96-E92EEB61EAC8}" dt="2026-10-07T14:10:14.939" v="7557"/>
          <ac:spMkLst>
            <pc:docMk/>
            <pc:sldMk cId="0" sldId="460"/>
            <ac:spMk id="63" creationId="{530182CD-2742-F191-9677-884B369407A4}"/>
          </ac:spMkLst>
        </pc:spChg>
        <pc:spChg chg="add mod">
          <ac:chgData name="Dash, Eashan" userId="fdec9f51-14cc-47ef-9cd4-1580753c903d" providerId="ADAL" clId="{E01AA50F-40BA-4699-AC96-E92EEB61EAC8}" dt="2026-10-07T14:10:14.939" v="7557"/>
          <ac:spMkLst>
            <pc:docMk/>
            <pc:sldMk cId="0" sldId="460"/>
            <ac:spMk id="90" creationId="{C17EFD91-0C5E-9031-E060-A6D8830D22D5}"/>
          </ac:spMkLst>
        </pc:spChg>
        <pc:spChg chg="add mod">
          <ac:chgData name="Dash, Eashan" userId="fdec9f51-14cc-47ef-9cd4-1580753c903d" providerId="ADAL" clId="{E01AA50F-40BA-4699-AC96-E92EEB61EAC8}" dt="2026-10-07T14:10:14.939" v="7557"/>
          <ac:spMkLst>
            <pc:docMk/>
            <pc:sldMk cId="0" sldId="460"/>
            <ac:spMk id="94" creationId="{637E794C-1FEF-7E79-C31B-0882E212DB60}"/>
          </ac:spMkLst>
        </pc:spChg>
        <pc:spChg chg="add mod">
          <ac:chgData name="Dash, Eashan" userId="fdec9f51-14cc-47ef-9cd4-1580753c903d" providerId="ADAL" clId="{E01AA50F-40BA-4699-AC96-E92EEB61EAC8}" dt="2026-10-07T14:10:14.939" v="7557"/>
          <ac:spMkLst>
            <pc:docMk/>
            <pc:sldMk cId="0" sldId="460"/>
            <ac:spMk id="100" creationId="{47B46220-C484-65BF-2F68-63693AF12062}"/>
          </ac:spMkLst>
        </pc:spChg>
        <pc:spChg chg="add mod">
          <ac:chgData name="Dash, Eashan" userId="fdec9f51-14cc-47ef-9cd4-1580753c903d" providerId="ADAL" clId="{E01AA50F-40BA-4699-AC96-E92EEB61EAC8}" dt="2026-10-07T14:10:14.939" v="7557"/>
          <ac:spMkLst>
            <pc:docMk/>
            <pc:sldMk cId="0" sldId="460"/>
            <ac:spMk id="112" creationId="{A324E99E-74BF-04B4-325B-3E95D9691114}"/>
          </ac:spMkLst>
        </pc:spChg>
        <pc:spChg chg="add mod">
          <ac:chgData name="Dash, Eashan" userId="fdec9f51-14cc-47ef-9cd4-1580753c903d" providerId="ADAL" clId="{E01AA50F-40BA-4699-AC96-E92EEB61EAC8}" dt="2026-10-07T14:10:14.939" v="7557"/>
          <ac:spMkLst>
            <pc:docMk/>
            <pc:sldMk cId="0" sldId="460"/>
            <ac:spMk id="136" creationId="{81AE0BA0-1E6F-62B1-34DF-D73210B6DEDE}"/>
          </ac:spMkLst>
        </pc:spChg>
        <pc:spChg chg="add mod">
          <ac:chgData name="Dash, Eashan" userId="fdec9f51-14cc-47ef-9cd4-1580753c903d" providerId="ADAL" clId="{E01AA50F-40BA-4699-AC96-E92EEB61EAC8}" dt="2026-10-07T14:10:14.939" v="7557"/>
          <ac:spMkLst>
            <pc:docMk/>
            <pc:sldMk cId="0" sldId="460"/>
            <ac:spMk id="149" creationId="{0FE739F1-CC7C-EC08-6963-69144D00015D}"/>
          </ac:spMkLst>
        </pc:spChg>
      </pc:sldChg>
      <pc:sldChg chg="delSp del mod">
        <pc:chgData name="Dash, Eashan" userId="fdec9f51-14cc-47ef-9cd4-1580753c903d" providerId="ADAL" clId="{E01AA50F-40BA-4699-AC96-E92EEB61EAC8}" dt="2026-10-10T16:07:39.438" v="7653" actId="47"/>
        <pc:sldMkLst>
          <pc:docMk/>
          <pc:sldMk cId="0" sldId="463"/>
        </pc:sldMkLst>
        <pc:spChg chg="del">
          <ac:chgData name="Dash, Eashan" userId="fdec9f51-14cc-47ef-9cd4-1580753c903d" providerId="ADAL" clId="{E01AA50F-40BA-4699-AC96-E92EEB61EAC8}" dt="2026-10-09T14:35:56.090" v="7638" actId="478"/>
          <ac:spMkLst>
            <pc:docMk/>
            <pc:sldMk cId="0" sldId="463"/>
            <ac:spMk id="5" creationId="{00000000-0000-0000-0000-000000000000}"/>
          </ac:spMkLst>
        </pc:spChg>
      </pc:sldChg>
      <pc:sldChg chg="addSp delSp modSp del mod">
        <pc:chgData name="Dash, Eashan" userId="fdec9f51-14cc-47ef-9cd4-1580753c903d" providerId="ADAL" clId="{E01AA50F-40BA-4699-AC96-E92EEB61EAC8}" dt="2026-10-10T16:07:51.632" v="7660" actId="47"/>
        <pc:sldMkLst>
          <pc:docMk/>
          <pc:sldMk cId="0" sldId="464"/>
        </pc:sldMkLst>
        <pc:spChg chg="del">
          <ac:chgData name="Dash, Eashan" userId="fdec9f51-14cc-47ef-9cd4-1580753c903d" providerId="ADAL" clId="{E01AA50F-40BA-4699-AC96-E92EEB61EAC8}" dt="2026-10-09T14:36:00.881" v="7639" actId="478"/>
          <ac:spMkLst>
            <pc:docMk/>
            <pc:sldMk cId="0" sldId="464"/>
            <ac:spMk id="5" creationId="{00000000-0000-0000-0000-000000000000}"/>
          </ac:spMkLst>
        </pc:spChg>
        <pc:spChg chg="mod">
          <ac:chgData name="Dash, Eashan" userId="fdec9f51-14cc-47ef-9cd4-1580753c903d" providerId="ADAL" clId="{E01AA50F-40BA-4699-AC96-E92EEB61EAC8}" dt="2026-10-07T14:10:36.508" v="7559"/>
          <ac:spMkLst>
            <pc:docMk/>
            <pc:sldMk cId="0" sldId="464"/>
            <ac:spMk id="23" creationId="{0E905488-CD3E-6CFB-974B-A08889ED1DA2}"/>
          </ac:spMkLst>
        </pc:spChg>
        <pc:spChg chg="mod">
          <ac:chgData name="Dash, Eashan" userId="fdec9f51-14cc-47ef-9cd4-1580753c903d" providerId="ADAL" clId="{E01AA50F-40BA-4699-AC96-E92EEB61EAC8}" dt="2026-10-07T14:10:36.508" v="7559"/>
          <ac:spMkLst>
            <pc:docMk/>
            <pc:sldMk cId="0" sldId="464"/>
            <ac:spMk id="30" creationId="{5615A468-02CF-3D48-EE0D-7D7B8C188171}"/>
          </ac:spMkLst>
        </pc:spChg>
        <pc:spChg chg="mod">
          <ac:chgData name="Dash, Eashan" userId="fdec9f51-14cc-47ef-9cd4-1580753c903d" providerId="ADAL" clId="{E01AA50F-40BA-4699-AC96-E92EEB61EAC8}" dt="2026-10-07T14:10:36.508" v="7559"/>
          <ac:spMkLst>
            <pc:docMk/>
            <pc:sldMk cId="0" sldId="464"/>
            <ac:spMk id="34" creationId="{6AFE3B25-A721-0D2C-22C6-B59E19921F68}"/>
          </ac:spMkLst>
        </pc:spChg>
        <pc:spChg chg="mod">
          <ac:chgData name="Dash, Eashan" userId="fdec9f51-14cc-47ef-9cd4-1580753c903d" providerId="ADAL" clId="{E01AA50F-40BA-4699-AC96-E92EEB61EAC8}" dt="2026-10-07T14:10:36.508" v="7559"/>
          <ac:spMkLst>
            <pc:docMk/>
            <pc:sldMk cId="0" sldId="464"/>
            <ac:spMk id="41" creationId="{3E26D4A1-352B-85EB-6E44-5617E1666A7F}"/>
          </ac:spMkLst>
        </pc:spChg>
        <pc:spChg chg="mod">
          <ac:chgData name="Dash, Eashan" userId="fdec9f51-14cc-47ef-9cd4-1580753c903d" providerId="ADAL" clId="{E01AA50F-40BA-4699-AC96-E92EEB61EAC8}" dt="2026-10-07T14:10:36.508" v="7559"/>
          <ac:spMkLst>
            <pc:docMk/>
            <pc:sldMk cId="0" sldId="464"/>
            <ac:spMk id="51" creationId="{C9455354-3E7A-CA38-B065-D119EFF77A22}"/>
          </ac:spMkLst>
        </pc:spChg>
        <pc:spChg chg="mod">
          <ac:chgData name="Dash, Eashan" userId="fdec9f51-14cc-47ef-9cd4-1580753c903d" providerId="ADAL" clId="{E01AA50F-40BA-4699-AC96-E92EEB61EAC8}" dt="2026-10-07T14:10:36.508" v="7559"/>
          <ac:spMkLst>
            <pc:docMk/>
            <pc:sldMk cId="0" sldId="464"/>
            <ac:spMk id="52" creationId="{FD731312-B5FB-10F2-455E-1E78D91C0C2F}"/>
          </ac:spMkLst>
        </pc:spChg>
        <pc:spChg chg="mod">
          <ac:chgData name="Dash, Eashan" userId="fdec9f51-14cc-47ef-9cd4-1580753c903d" providerId="ADAL" clId="{E01AA50F-40BA-4699-AC96-E92EEB61EAC8}" dt="2026-10-07T14:10:36.508" v="7559"/>
          <ac:spMkLst>
            <pc:docMk/>
            <pc:sldMk cId="0" sldId="464"/>
            <ac:spMk id="55" creationId="{51ACD946-BD9F-0B40-5CFD-D4A7A6B3B843}"/>
          </ac:spMkLst>
        </pc:spChg>
        <pc:spChg chg="mod">
          <ac:chgData name="Dash, Eashan" userId="fdec9f51-14cc-47ef-9cd4-1580753c903d" providerId="ADAL" clId="{E01AA50F-40BA-4699-AC96-E92EEB61EAC8}" dt="2026-10-07T14:10:36.508" v="7559"/>
          <ac:spMkLst>
            <pc:docMk/>
            <pc:sldMk cId="0" sldId="464"/>
            <ac:spMk id="62" creationId="{C175612B-6486-0A8A-EEA8-A97963256CBA}"/>
          </ac:spMkLst>
        </pc:spChg>
        <pc:spChg chg="mod">
          <ac:chgData name="Dash, Eashan" userId="fdec9f51-14cc-47ef-9cd4-1580753c903d" providerId="ADAL" clId="{E01AA50F-40BA-4699-AC96-E92EEB61EAC8}" dt="2026-10-07T14:10:36.508" v="7559"/>
          <ac:spMkLst>
            <pc:docMk/>
            <pc:sldMk cId="0" sldId="464"/>
            <ac:spMk id="71" creationId="{2B868577-F065-AE9F-16D9-883FFD786811}"/>
          </ac:spMkLst>
        </pc:spChg>
        <pc:spChg chg="add mod">
          <ac:chgData name="Dash, Eashan" userId="fdec9f51-14cc-47ef-9cd4-1580753c903d" providerId="ADAL" clId="{E01AA50F-40BA-4699-AC96-E92EEB61EAC8}" dt="2026-10-07T14:10:36.508" v="7559"/>
          <ac:spMkLst>
            <pc:docMk/>
            <pc:sldMk cId="0" sldId="464"/>
            <ac:spMk id="93" creationId="{566036CD-E45A-2A24-9A69-7631C081EAE5}"/>
          </ac:spMkLst>
        </pc:spChg>
      </pc:sldChg>
      <pc:sldChg chg="delSp modSp del mod">
        <pc:chgData name="Dash, Eashan" userId="fdec9f51-14cc-47ef-9cd4-1580753c903d" providerId="ADAL" clId="{E01AA50F-40BA-4699-AC96-E92EEB61EAC8}" dt="2026-10-10T16:07:49.916" v="7659" actId="47"/>
        <pc:sldMkLst>
          <pc:docMk/>
          <pc:sldMk cId="0" sldId="466"/>
        </pc:sldMkLst>
        <pc:spChg chg="del">
          <ac:chgData name="Dash, Eashan" userId="fdec9f51-14cc-47ef-9cd4-1580753c903d" providerId="ADAL" clId="{E01AA50F-40BA-4699-AC96-E92EEB61EAC8}" dt="2026-10-09T14:36:03.726" v="7640" actId="478"/>
          <ac:spMkLst>
            <pc:docMk/>
            <pc:sldMk cId="0" sldId="466"/>
            <ac:spMk id="5" creationId="{00000000-0000-0000-0000-000000000000}"/>
          </ac:spMkLst>
        </pc:spChg>
        <pc:spChg chg="mod">
          <ac:chgData name="Dash, Eashan" userId="fdec9f51-14cc-47ef-9cd4-1580753c903d" providerId="ADAL" clId="{E01AA50F-40BA-4699-AC96-E92EEB61EAC8}" dt="2026-10-07T14:10:46.101" v="7560" actId="20577"/>
          <ac:spMkLst>
            <pc:docMk/>
            <pc:sldMk cId="0" sldId="466"/>
            <ac:spMk id="8" creationId="{00000000-0000-0000-0000-000000000000}"/>
          </ac:spMkLst>
        </pc:spChg>
      </pc:sldChg>
      <pc:sldChg chg="addSp delSp modSp del mod">
        <pc:chgData name="Dash, Eashan" userId="fdec9f51-14cc-47ef-9cd4-1580753c903d" providerId="ADAL" clId="{E01AA50F-40BA-4699-AC96-E92EEB61EAC8}" dt="2026-10-10T16:07:38.594" v="7652" actId="47"/>
        <pc:sldMkLst>
          <pc:docMk/>
          <pc:sldMk cId="0" sldId="467"/>
        </pc:sldMkLst>
        <pc:spChg chg="add mod">
          <ac:chgData name="Dash, Eashan" userId="fdec9f51-14cc-47ef-9cd4-1580753c903d" providerId="ADAL" clId="{E01AA50F-40BA-4699-AC96-E92EEB61EAC8}" dt="2026-10-07T14:11:15.035" v="7568"/>
          <ac:spMkLst>
            <pc:docMk/>
            <pc:sldMk cId="0" sldId="467"/>
            <ac:spMk id="3" creationId="{6261F06B-8D3E-6D6E-BE0E-4021FF7EF26D}"/>
          </ac:spMkLst>
        </pc:spChg>
        <pc:spChg chg="del">
          <ac:chgData name="Dash, Eashan" userId="fdec9f51-14cc-47ef-9cd4-1580753c903d" providerId="ADAL" clId="{E01AA50F-40BA-4699-AC96-E92EEB61EAC8}" dt="2026-10-09T14:36:07.447" v="7641" actId="478"/>
          <ac:spMkLst>
            <pc:docMk/>
            <pc:sldMk cId="0" sldId="467"/>
            <ac:spMk id="5" creationId="{00000000-0000-0000-0000-000000000000}"/>
          </ac:spMkLst>
        </pc:spChg>
        <pc:spChg chg="mod">
          <ac:chgData name="Dash, Eashan" userId="fdec9f51-14cc-47ef-9cd4-1580753c903d" providerId="ADAL" clId="{E01AA50F-40BA-4699-AC96-E92EEB61EAC8}" dt="2026-10-07T14:11:15.035" v="7568"/>
          <ac:spMkLst>
            <pc:docMk/>
            <pc:sldMk cId="0" sldId="467"/>
            <ac:spMk id="12" creationId="{3AA4E1C0-E707-644A-01B2-DB58D4A323B9}"/>
          </ac:spMkLst>
        </pc:spChg>
        <pc:spChg chg="mod">
          <ac:chgData name="Dash, Eashan" userId="fdec9f51-14cc-47ef-9cd4-1580753c903d" providerId="ADAL" clId="{E01AA50F-40BA-4699-AC96-E92EEB61EAC8}" dt="2026-10-07T14:11:15.035" v="7568"/>
          <ac:spMkLst>
            <pc:docMk/>
            <pc:sldMk cId="0" sldId="467"/>
            <ac:spMk id="33" creationId="{F259EFF7-AFE2-F319-865E-5E0F3933E221}"/>
          </ac:spMkLst>
        </pc:spChg>
        <pc:spChg chg="mod">
          <ac:chgData name="Dash, Eashan" userId="fdec9f51-14cc-47ef-9cd4-1580753c903d" providerId="ADAL" clId="{E01AA50F-40BA-4699-AC96-E92EEB61EAC8}" dt="2026-10-07T14:11:15.035" v="7568"/>
          <ac:spMkLst>
            <pc:docMk/>
            <pc:sldMk cId="0" sldId="467"/>
            <ac:spMk id="38" creationId="{2845C5D6-EA28-16DA-5CC3-26643F162F11}"/>
          </ac:spMkLst>
        </pc:spChg>
        <pc:spChg chg="mod">
          <ac:chgData name="Dash, Eashan" userId="fdec9f51-14cc-47ef-9cd4-1580753c903d" providerId="ADAL" clId="{E01AA50F-40BA-4699-AC96-E92EEB61EAC8}" dt="2026-10-07T14:11:15.035" v="7568"/>
          <ac:spMkLst>
            <pc:docMk/>
            <pc:sldMk cId="0" sldId="467"/>
            <ac:spMk id="45" creationId="{EBC8B5CB-6DC0-11D8-840D-F5CE05DBE98F}"/>
          </ac:spMkLst>
        </pc:spChg>
        <pc:spChg chg="add mod">
          <ac:chgData name="Dash, Eashan" userId="fdec9f51-14cc-47ef-9cd4-1580753c903d" providerId="ADAL" clId="{E01AA50F-40BA-4699-AC96-E92EEB61EAC8}" dt="2026-10-07T14:11:15.035" v="7568"/>
          <ac:spMkLst>
            <pc:docMk/>
            <pc:sldMk cId="0" sldId="467"/>
            <ac:spMk id="60" creationId="{1FA8AE68-5A8F-A483-1DB2-98757CAF74EF}"/>
          </ac:spMkLst>
        </pc:spChg>
        <pc:spChg chg="add mod">
          <ac:chgData name="Dash, Eashan" userId="fdec9f51-14cc-47ef-9cd4-1580753c903d" providerId="ADAL" clId="{E01AA50F-40BA-4699-AC96-E92EEB61EAC8}" dt="2026-10-07T14:11:15.035" v="7568"/>
          <ac:spMkLst>
            <pc:docMk/>
            <pc:sldMk cId="0" sldId="467"/>
            <ac:spMk id="64" creationId="{62398FBE-B9AA-1B42-8D71-6F6DF54BF7A5}"/>
          </ac:spMkLst>
        </pc:spChg>
        <pc:spChg chg="add mod">
          <ac:chgData name="Dash, Eashan" userId="fdec9f51-14cc-47ef-9cd4-1580753c903d" providerId="ADAL" clId="{E01AA50F-40BA-4699-AC96-E92EEB61EAC8}" dt="2026-10-07T14:11:15.035" v="7568"/>
          <ac:spMkLst>
            <pc:docMk/>
            <pc:sldMk cId="0" sldId="467"/>
            <ac:spMk id="69" creationId="{57A0E06C-A0A3-2631-5DF2-ADAFB8C41AC5}"/>
          </ac:spMkLst>
        </pc:spChg>
        <pc:spChg chg="add mod">
          <ac:chgData name="Dash, Eashan" userId="fdec9f51-14cc-47ef-9cd4-1580753c903d" providerId="ADAL" clId="{E01AA50F-40BA-4699-AC96-E92EEB61EAC8}" dt="2026-10-07T14:11:15.035" v="7568"/>
          <ac:spMkLst>
            <pc:docMk/>
            <pc:sldMk cId="0" sldId="467"/>
            <ac:spMk id="71" creationId="{80F56B0C-28B6-7AB1-A462-53ED15D706C5}"/>
          </ac:spMkLst>
        </pc:spChg>
        <pc:spChg chg="add mod">
          <ac:chgData name="Dash, Eashan" userId="fdec9f51-14cc-47ef-9cd4-1580753c903d" providerId="ADAL" clId="{E01AA50F-40BA-4699-AC96-E92EEB61EAC8}" dt="2026-10-07T14:11:15.035" v="7568"/>
          <ac:spMkLst>
            <pc:docMk/>
            <pc:sldMk cId="0" sldId="467"/>
            <ac:spMk id="72" creationId="{712FB87C-8E83-D0D9-DCA5-0FABC54A98FE}"/>
          </ac:spMkLst>
        </pc:spChg>
      </pc:sldChg>
      <pc:sldChg chg="addSp delSp modSp del mod">
        <pc:chgData name="Dash, Eashan" userId="fdec9f51-14cc-47ef-9cd4-1580753c903d" providerId="ADAL" clId="{E01AA50F-40BA-4699-AC96-E92EEB61EAC8}" dt="2026-10-10T16:07:43.336" v="7655" actId="47"/>
        <pc:sldMkLst>
          <pc:docMk/>
          <pc:sldMk cId="0" sldId="468"/>
        </pc:sldMkLst>
        <pc:spChg chg="del">
          <ac:chgData name="Dash, Eashan" userId="fdec9f51-14cc-47ef-9cd4-1580753c903d" providerId="ADAL" clId="{E01AA50F-40BA-4699-AC96-E92EEB61EAC8}" dt="2026-10-09T14:36:11.073" v="7642" actId="478"/>
          <ac:spMkLst>
            <pc:docMk/>
            <pc:sldMk cId="0" sldId="468"/>
            <ac:spMk id="5" creationId="{00000000-0000-0000-0000-000000000000}"/>
          </ac:spMkLst>
        </pc:spChg>
        <pc:spChg chg="add mod">
          <ac:chgData name="Dash, Eashan" userId="fdec9f51-14cc-47ef-9cd4-1580753c903d" providerId="ADAL" clId="{E01AA50F-40BA-4699-AC96-E92EEB61EAC8}" dt="2026-10-07T14:11:32.727" v="7570"/>
          <ac:spMkLst>
            <pc:docMk/>
            <pc:sldMk cId="0" sldId="468"/>
            <ac:spMk id="10" creationId="{D4C3D8A0-944A-6AD4-5954-A432BE1A4E0F}"/>
          </ac:spMkLst>
        </pc:spChg>
        <pc:spChg chg="add mod">
          <ac:chgData name="Dash, Eashan" userId="fdec9f51-14cc-47ef-9cd4-1580753c903d" providerId="ADAL" clId="{E01AA50F-40BA-4699-AC96-E92EEB61EAC8}" dt="2026-10-07T14:11:32.727" v="7570"/>
          <ac:spMkLst>
            <pc:docMk/>
            <pc:sldMk cId="0" sldId="468"/>
            <ac:spMk id="15" creationId="{87DBE7AE-9248-A48F-430D-C3EAD014F87A}"/>
          </ac:spMkLst>
        </pc:spChg>
        <pc:spChg chg="add mod">
          <ac:chgData name="Dash, Eashan" userId="fdec9f51-14cc-47ef-9cd4-1580753c903d" providerId="ADAL" clId="{E01AA50F-40BA-4699-AC96-E92EEB61EAC8}" dt="2026-10-07T14:11:32.727" v="7570"/>
          <ac:spMkLst>
            <pc:docMk/>
            <pc:sldMk cId="0" sldId="468"/>
            <ac:spMk id="16" creationId="{939B6277-9ADC-3EC7-2028-98419994842B}"/>
          </ac:spMkLst>
        </pc:spChg>
        <pc:spChg chg="add mod">
          <ac:chgData name="Dash, Eashan" userId="fdec9f51-14cc-47ef-9cd4-1580753c903d" providerId="ADAL" clId="{E01AA50F-40BA-4699-AC96-E92EEB61EAC8}" dt="2026-10-07T14:11:32.727" v="7570"/>
          <ac:spMkLst>
            <pc:docMk/>
            <pc:sldMk cId="0" sldId="468"/>
            <ac:spMk id="20" creationId="{CE39C5F3-5569-2D5B-4D2C-E1F3B574833D}"/>
          </ac:spMkLst>
        </pc:spChg>
        <pc:spChg chg="add mod">
          <ac:chgData name="Dash, Eashan" userId="fdec9f51-14cc-47ef-9cd4-1580753c903d" providerId="ADAL" clId="{E01AA50F-40BA-4699-AC96-E92EEB61EAC8}" dt="2026-10-07T14:11:32.727" v="7570"/>
          <ac:spMkLst>
            <pc:docMk/>
            <pc:sldMk cId="0" sldId="468"/>
            <ac:spMk id="21" creationId="{7227C9B3-460F-053C-8276-7516835FFD96}"/>
          </ac:spMkLst>
        </pc:spChg>
        <pc:spChg chg="add mod">
          <ac:chgData name="Dash, Eashan" userId="fdec9f51-14cc-47ef-9cd4-1580753c903d" providerId="ADAL" clId="{E01AA50F-40BA-4699-AC96-E92EEB61EAC8}" dt="2026-10-07T14:11:32.727" v="7570"/>
          <ac:spMkLst>
            <pc:docMk/>
            <pc:sldMk cId="0" sldId="468"/>
            <ac:spMk id="25" creationId="{EA319966-3AF4-515A-6A21-8F1F6B66B9A8}"/>
          </ac:spMkLst>
        </pc:spChg>
        <pc:spChg chg="add mod">
          <ac:chgData name="Dash, Eashan" userId="fdec9f51-14cc-47ef-9cd4-1580753c903d" providerId="ADAL" clId="{E01AA50F-40BA-4699-AC96-E92EEB61EAC8}" dt="2026-10-07T14:11:32.727" v="7570"/>
          <ac:spMkLst>
            <pc:docMk/>
            <pc:sldMk cId="0" sldId="468"/>
            <ac:spMk id="30" creationId="{63BDFE02-4844-E326-D72A-696BA40292B1}"/>
          </ac:spMkLst>
        </pc:spChg>
        <pc:spChg chg="add mod">
          <ac:chgData name="Dash, Eashan" userId="fdec9f51-14cc-47ef-9cd4-1580753c903d" providerId="ADAL" clId="{E01AA50F-40BA-4699-AC96-E92EEB61EAC8}" dt="2026-10-07T14:11:32.727" v="7570"/>
          <ac:spMkLst>
            <pc:docMk/>
            <pc:sldMk cId="0" sldId="468"/>
            <ac:spMk id="60" creationId="{9744CA3E-2F06-302D-C931-BD3A26BA7AE9}"/>
          </ac:spMkLst>
        </pc:spChg>
        <pc:spChg chg="add mod">
          <ac:chgData name="Dash, Eashan" userId="fdec9f51-14cc-47ef-9cd4-1580753c903d" providerId="ADAL" clId="{E01AA50F-40BA-4699-AC96-E92EEB61EAC8}" dt="2026-10-07T14:11:32.727" v="7570"/>
          <ac:spMkLst>
            <pc:docMk/>
            <pc:sldMk cId="0" sldId="468"/>
            <ac:spMk id="62" creationId="{FC7A95DB-2682-DD7B-5DBC-789004852637}"/>
          </ac:spMkLst>
        </pc:spChg>
        <pc:spChg chg="add mod">
          <ac:chgData name="Dash, Eashan" userId="fdec9f51-14cc-47ef-9cd4-1580753c903d" providerId="ADAL" clId="{E01AA50F-40BA-4699-AC96-E92EEB61EAC8}" dt="2026-10-07T14:11:32.727" v="7570"/>
          <ac:spMkLst>
            <pc:docMk/>
            <pc:sldMk cId="0" sldId="468"/>
            <ac:spMk id="63" creationId="{4789CD9B-C01D-9DE2-6C4F-426FF56533F3}"/>
          </ac:spMkLst>
        </pc:spChg>
      </pc:sldChg>
      <pc:sldChg chg="addSp delSp modSp del mod">
        <pc:chgData name="Dash, Eashan" userId="fdec9f51-14cc-47ef-9cd4-1580753c903d" providerId="ADAL" clId="{E01AA50F-40BA-4699-AC96-E92EEB61EAC8}" dt="2026-10-10T16:07:48.513" v="7658" actId="47"/>
        <pc:sldMkLst>
          <pc:docMk/>
          <pc:sldMk cId="0" sldId="469"/>
        </pc:sldMkLst>
        <pc:spChg chg="del">
          <ac:chgData name="Dash, Eashan" userId="fdec9f51-14cc-47ef-9cd4-1580753c903d" providerId="ADAL" clId="{E01AA50F-40BA-4699-AC96-E92EEB61EAC8}" dt="2026-10-09T14:36:14.953" v="7643" actId="478"/>
          <ac:spMkLst>
            <pc:docMk/>
            <pc:sldMk cId="0" sldId="469"/>
            <ac:spMk id="5" creationId="{00000000-0000-0000-0000-000000000000}"/>
          </ac:spMkLst>
        </pc:spChg>
        <pc:spChg chg="add mod">
          <ac:chgData name="Dash, Eashan" userId="fdec9f51-14cc-47ef-9cd4-1580753c903d" providerId="ADAL" clId="{E01AA50F-40BA-4699-AC96-E92EEB61EAC8}" dt="2026-10-07T14:12:03.891" v="7572"/>
          <ac:spMkLst>
            <pc:docMk/>
            <pc:sldMk cId="0" sldId="469"/>
            <ac:spMk id="59" creationId="{52F34BEB-9141-5180-4543-B3DADD643695}"/>
          </ac:spMkLst>
        </pc:spChg>
        <pc:spChg chg="add mod">
          <ac:chgData name="Dash, Eashan" userId="fdec9f51-14cc-47ef-9cd4-1580753c903d" providerId="ADAL" clId="{E01AA50F-40BA-4699-AC96-E92EEB61EAC8}" dt="2026-10-07T14:12:03.891" v="7572"/>
          <ac:spMkLst>
            <pc:docMk/>
            <pc:sldMk cId="0" sldId="469"/>
            <ac:spMk id="63" creationId="{76CC4FDC-D895-8E3A-681B-4751C7CCEA79}"/>
          </ac:spMkLst>
        </pc:spChg>
        <pc:spChg chg="add mod">
          <ac:chgData name="Dash, Eashan" userId="fdec9f51-14cc-47ef-9cd4-1580753c903d" providerId="ADAL" clId="{E01AA50F-40BA-4699-AC96-E92EEB61EAC8}" dt="2026-10-07T14:12:03.891" v="7572"/>
          <ac:spMkLst>
            <pc:docMk/>
            <pc:sldMk cId="0" sldId="469"/>
            <ac:spMk id="65" creationId="{1FC62F99-37BA-3710-C5B5-4286D9560943}"/>
          </ac:spMkLst>
        </pc:spChg>
        <pc:spChg chg="add mod">
          <ac:chgData name="Dash, Eashan" userId="fdec9f51-14cc-47ef-9cd4-1580753c903d" providerId="ADAL" clId="{E01AA50F-40BA-4699-AC96-E92EEB61EAC8}" dt="2026-10-07T14:12:03.891" v="7572"/>
          <ac:spMkLst>
            <pc:docMk/>
            <pc:sldMk cId="0" sldId="469"/>
            <ac:spMk id="73" creationId="{FEDCC6BD-9259-CC89-7E89-F89FB758AB42}"/>
          </ac:spMkLst>
        </pc:spChg>
        <pc:spChg chg="add mod">
          <ac:chgData name="Dash, Eashan" userId="fdec9f51-14cc-47ef-9cd4-1580753c903d" providerId="ADAL" clId="{E01AA50F-40BA-4699-AC96-E92EEB61EAC8}" dt="2026-10-07T14:12:03.891" v="7572"/>
          <ac:spMkLst>
            <pc:docMk/>
            <pc:sldMk cId="0" sldId="469"/>
            <ac:spMk id="77" creationId="{44963229-0EEC-CD89-3393-E4CF530AB156}"/>
          </ac:spMkLst>
        </pc:spChg>
        <pc:spChg chg="add mod">
          <ac:chgData name="Dash, Eashan" userId="fdec9f51-14cc-47ef-9cd4-1580753c903d" providerId="ADAL" clId="{E01AA50F-40BA-4699-AC96-E92EEB61EAC8}" dt="2026-10-07T14:12:03.891" v="7572"/>
          <ac:spMkLst>
            <pc:docMk/>
            <pc:sldMk cId="0" sldId="469"/>
            <ac:spMk id="78" creationId="{124FF692-CEB2-F54D-F355-D0982A6BB96F}"/>
          </ac:spMkLst>
        </pc:spChg>
        <pc:spChg chg="add mod">
          <ac:chgData name="Dash, Eashan" userId="fdec9f51-14cc-47ef-9cd4-1580753c903d" providerId="ADAL" clId="{E01AA50F-40BA-4699-AC96-E92EEB61EAC8}" dt="2026-10-07T14:12:03.891" v="7572"/>
          <ac:spMkLst>
            <pc:docMk/>
            <pc:sldMk cId="0" sldId="469"/>
            <ac:spMk id="89" creationId="{AFFB6FFC-CAA4-660F-04D4-99270B984224}"/>
          </ac:spMkLst>
        </pc:spChg>
        <pc:spChg chg="add mod">
          <ac:chgData name="Dash, Eashan" userId="fdec9f51-14cc-47ef-9cd4-1580753c903d" providerId="ADAL" clId="{E01AA50F-40BA-4699-AC96-E92EEB61EAC8}" dt="2026-10-07T14:12:03.891" v="7572"/>
          <ac:spMkLst>
            <pc:docMk/>
            <pc:sldMk cId="0" sldId="469"/>
            <ac:spMk id="96" creationId="{F74AC86E-2A18-226D-E855-717BB4B53DD8}"/>
          </ac:spMkLst>
        </pc:spChg>
        <pc:spChg chg="add mod">
          <ac:chgData name="Dash, Eashan" userId="fdec9f51-14cc-47ef-9cd4-1580753c903d" providerId="ADAL" clId="{E01AA50F-40BA-4699-AC96-E92EEB61EAC8}" dt="2026-10-07T14:12:03.891" v="7572"/>
          <ac:spMkLst>
            <pc:docMk/>
            <pc:sldMk cId="0" sldId="469"/>
            <ac:spMk id="103" creationId="{6D87C96C-43FC-791D-FD56-BC5FACF193C7}"/>
          </ac:spMkLst>
        </pc:spChg>
        <pc:spChg chg="mod">
          <ac:chgData name="Dash, Eashan" userId="fdec9f51-14cc-47ef-9cd4-1580753c903d" providerId="ADAL" clId="{E01AA50F-40BA-4699-AC96-E92EEB61EAC8}" dt="2026-10-07T14:12:03.891" v="7572"/>
          <ac:spMkLst>
            <pc:docMk/>
            <pc:sldMk cId="0" sldId="469"/>
            <ac:spMk id="111" creationId="{D4CA4182-6E0F-43A4-4345-92F904F7756B}"/>
          </ac:spMkLst>
        </pc:spChg>
      </pc:sldChg>
      <pc:sldChg chg="addSp delSp modSp del mod modAnim">
        <pc:chgData name="Dash, Eashan" userId="fdec9f51-14cc-47ef-9cd4-1580753c903d" providerId="ADAL" clId="{E01AA50F-40BA-4699-AC96-E92EEB61EAC8}" dt="2026-10-10T16:07:37.747" v="7651" actId="47"/>
        <pc:sldMkLst>
          <pc:docMk/>
          <pc:sldMk cId="0" sldId="470"/>
        </pc:sldMkLst>
        <pc:spChg chg="add mod">
          <ac:chgData name="Dash, Eashan" userId="fdec9f51-14cc-47ef-9cd4-1580753c903d" providerId="ADAL" clId="{E01AA50F-40BA-4699-AC96-E92EEB61EAC8}" dt="2026-10-07T14:12:20.138" v="7574"/>
          <ac:spMkLst>
            <pc:docMk/>
            <pc:sldMk cId="0" sldId="470"/>
            <ac:spMk id="29" creationId="{857735C3-E2AA-92EC-0802-FBB81A5C3B48}"/>
          </ac:spMkLst>
        </pc:spChg>
        <pc:spChg chg="add mod">
          <ac:chgData name="Dash, Eashan" userId="fdec9f51-14cc-47ef-9cd4-1580753c903d" providerId="ADAL" clId="{E01AA50F-40BA-4699-AC96-E92EEB61EAC8}" dt="2026-10-07T14:12:20.138" v="7574"/>
          <ac:spMkLst>
            <pc:docMk/>
            <pc:sldMk cId="0" sldId="470"/>
            <ac:spMk id="86" creationId="{4B63DBA4-7D0D-5603-685A-D725E35E5FA8}"/>
          </ac:spMkLst>
        </pc:spChg>
        <pc:spChg chg="add mod">
          <ac:chgData name="Dash, Eashan" userId="fdec9f51-14cc-47ef-9cd4-1580753c903d" providerId="ADAL" clId="{E01AA50F-40BA-4699-AC96-E92EEB61EAC8}" dt="2026-10-07T14:12:20.138" v="7574"/>
          <ac:spMkLst>
            <pc:docMk/>
            <pc:sldMk cId="0" sldId="470"/>
            <ac:spMk id="87" creationId="{EACC7E0A-ECDA-1694-3020-63CF9BB7E317}"/>
          </ac:spMkLst>
        </pc:spChg>
        <pc:spChg chg="add mod">
          <ac:chgData name="Dash, Eashan" userId="fdec9f51-14cc-47ef-9cd4-1580753c903d" providerId="ADAL" clId="{E01AA50F-40BA-4699-AC96-E92EEB61EAC8}" dt="2026-10-07T14:12:20.138" v="7574"/>
          <ac:spMkLst>
            <pc:docMk/>
            <pc:sldMk cId="0" sldId="470"/>
            <ac:spMk id="91" creationId="{3C7A304B-509B-8E93-3852-EC9C7E04E785}"/>
          </ac:spMkLst>
        </pc:spChg>
        <pc:spChg chg="add mod">
          <ac:chgData name="Dash, Eashan" userId="fdec9f51-14cc-47ef-9cd4-1580753c903d" providerId="ADAL" clId="{E01AA50F-40BA-4699-AC96-E92EEB61EAC8}" dt="2026-10-07T14:12:20.138" v="7574"/>
          <ac:spMkLst>
            <pc:docMk/>
            <pc:sldMk cId="0" sldId="470"/>
            <ac:spMk id="96" creationId="{2574515E-1F9C-EC9D-888D-A3631333EE19}"/>
          </ac:spMkLst>
        </pc:spChg>
        <pc:spChg chg="mod">
          <ac:chgData name="Dash, Eashan" userId="fdec9f51-14cc-47ef-9cd4-1580753c903d" providerId="ADAL" clId="{E01AA50F-40BA-4699-AC96-E92EEB61EAC8}" dt="2026-10-07T14:12:20.138" v="7574"/>
          <ac:spMkLst>
            <pc:docMk/>
            <pc:sldMk cId="0" sldId="470"/>
            <ac:spMk id="104" creationId="{63FF8A99-07F3-B72B-AB4A-8591C8D414AB}"/>
          </ac:spMkLst>
        </pc:spChg>
        <pc:spChg chg="mod">
          <ac:chgData name="Dash, Eashan" userId="fdec9f51-14cc-47ef-9cd4-1580753c903d" providerId="ADAL" clId="{E01AA50F-40BA-4699-AC96-E92EEB61EAC8}" dt="2026-10-07T14:12:20.138" v="7574"/>
          <ac:spMkLst>
            <pc:docMk/>
            <pc:sldMk cId="0" sldId="470"/>
            <ac:spMk id="116" creationId="{B0A6C852-E55A-17B3-2461-692155D458AD}"/>
          </ac:spMkLst>
        </pc:spChg>
        <pc:spChg chg="mod">
          <ac:chgData name="Dash, Eashan" userId="fdec9f51-14cc-47ef-9cd4-1580753c903d" providerId="ADAL" clId="{E01AA50F-40BA-4699-AC96-E92EEB61EAC8}" dt="2026-10-07T14:12:20.138" v="7574"/>
          <ac:spMkLst>
            <pc:docMk/>
            <pc:sldMk cId="0" sldId="470"/>
            <ac:spMk id="117" creationId="{F9BE921E-AB8C-1BEF-534B-2169DB19CEC6}"/>
          </ac:spMkLst>
        </pc:spChg>
        <pc:spChg chg="mod">
          <ac:chgData name="Dash, Eashan" userId="fdec9f51-14cc-47ef-9cd4-1580753c903d" providerId="ADAL" clId="{E01AA50F-40BA-4699-AC96-E92EEB61EAC8}" dt="2026-10-07T14:12:20.138" v="7574"/>
          <ac:spMkLst>
            <pc:docMk/>
            <pc:sldMk cId="0" sldId="470"/>
            <ac:spMk id="119" creationId="{B058174E-326C-64B9-55F4-C3E9EC531C32}"/>
          </ac:spMkLst>
        </pc:spChg>
        <pc:spChg chg="mod">
          <ac:chgData name="Dash, Eashan" userId="fdec9f51-14cc-47ef-9cd4-1580753c903d" providerId="ADAL" clId="{E01AA50F-40BA-4699-AC96-E92EEB61EAC8}" dt="2026-10-07T14:12:20.138" v="7574"/>
          <ac:spMkLst>
            <pc:docMk/>
            <pc:sldMk cId="0" sldId="470"/>
            <ac:spMk id="126" creationId="{168D4592-32F0-E9CC-DA0D-1822FC38F47A}"/>
          </ac:spMkLst>
        </pc:spChg>
      </pc:sldChg>
      <pc:sldChg chg="delSp del mod">
        <pc:chgData name="Dash, Eashan" userId="fdec9f51-14cc-47ef-9cd4-1580753c903d" providerId="ADAL" clId="{E01AA50F-40BA-4699-AC96-E92EEB61EAC8}" dt="2026-10-10T16:07:47.007" v="7657" actId="47"/>
        <pc:sldMkLst>
          <pc:docMk/>
          <pc:sldMk cId="0" sldId="472"/>
        </pc:sldMkLst>
        <pc:spChg chg="del">
          <ac:chgData name="Dash, Eashan" userId="fdec9f51-14cc-47ef-9cd4-1580753c903d" providerId="ADAL" clId="{E01AA50F-40BA-4699-AC96-E92EEB61EAC8}" dt="2026-10-09T14:36:20.895" v="7644" actId="478"/>
          <ac:spMkLst>
            <pc:docMk/>
            <pc:sldMk cId="0" sldId="472"/>
            <ac:spMk id="5" creationId="{00000000-0000-0000-0000-000000000000}"/>
          </ac:spMkLst>
        </pc:spChg>
      </pc:sldChg>
      <pc:sldChg chg="delSp del mod">
        <pc:chgData name="Dash, Eashan" userId="fdec9f51-14cc-47ef-9cd4-1580753c903d" providerId="ADAL" clId="{E01AA50F-40BA-4699-AC96-E92EEB61EAC8}" dt="2026-10-10T16:07:36.608" v="7650" actId="47"/>
        <pc:sldMkLst>
          <pc:docMk/>
          <pc:sldMk cId="0" sldId="473"/>
        </pc:sldMkLst>
        <pc:spChg chg="del">
          <ac:chgData name="Dash, Eashan" userId="fdec9f51-14cc-47ef-9cd4-1580753c903d" providerId="ADAL" clId="{E01AA50F-40BA-4699-AC96-E92EEB61EAC8}" dt="2026-10-09T14:36:24.177" v="7645" actId="478"/>
          <ac:spMkLst>
            <pc:docMk/>
            <pc:sldMk cId="0" sldId="473"/>
            <ac:spMk id="5" creationId="{00000000-0000-0000-0000-000000000000}"/>
          </ac:spMkLst>
        </pc:spChg>
      </pc:sldChg>
      <pc:sldChg chg="delSp del mod">
        <pc:chgData name="Dash, Eashan" userId="fdec9f51-14cc-47ef-9cd4-1580753c903d" providerId="ADAL" clId="{E01AA50F-40BA-4699-AC96-E92EEB61EAC8}" dt="2026-10-10T16:07:45.232" v="7656" actId="47"/>
        <pc:sldMkLst>
          <pc:docMk/>
          <pc:sldMk cId="0" sldId="474"/>
        </pc:sldMkLst>
        <pc:spChg chg="del">
          <ac:chgData name="Dash, Eashan" userId="fdec9f51-14cc-47ef-9cd4-1580753c903d" providerId="ADAL" clId="{E01AA50F-40BA-4699-AC96-E92EEB61EAC8}" dt="2026-10-09T14:36:27.115" v="7646" actId="478"/>
          <ac:spMkLst>
            <pc:docMk/>
            <pc:sldMk cId="0" sldId="474"/>
            <ac:spMk id="5" creationId="{00000000-0000-0000-0000-000000000000}"/>
          </ac:spMkLst>
        </pc:spChg>
      </pc:sldChg>
      <pc:sldChg chg="addSp delSp modSp del mod">
        <pc:chgData name="Dash, Eashan" userId="fdec9f51-14cc-47ef-9cd4-1580753c903d" providerId="ADAL" clId="{E01AA50F-40BA-4699-AC96-E92EEB61EAC8}" dt="2026-10-10T16:07:32.486" v="7649" actId="47"/>
        <pc:sldMkLst>
          <pc:docMk/>
          <pc:sldMk cId="0" sldId="475"/>
        </pc:sldMkLst>
      </pc:sldChg>
      <pc:sldChg chg="addSp delSp modSp mod">
        <pc:chgData name="Dash, Eashan" userId="fdec9f51-14cc-47ef-9cd4-1580753c903d" providerId="ADAL" clId="{E01AA50F-40BA-4699-AC96-E92EEB61EAC8}" dt="2026-10-10T16:07:25.586" v="7648" actId="478"/>
        <pc:sldMkLst>
          <pc:docMk/>
          <pc:sldMk cId="3403059758" sldId="478"/>
        </pc:sldMkLst>
        <pc:spChg chg="mod">
          <ac:chgData name="Dash, Eashan" userId="fdec9f51-14cc-47ef-9cd4-1580753c903d" providerId="ADAL" clId="{E01AA50F-40BA-4699-AC96-E92EEB61EAC8}" dt="2026-10-07T13:56:07.360" v="7484" actId="20577"/>
          <ac:spMkLst>
            <pc:docMk/>
            <pc:sldMk cId="3403059758" sldId="478"/>
            <ac:spMk id="6" creationId="{386F1139-6521-81F9-D447-80C639D19F3C}"/>
          </ac:spMkLst>
        </pc:spChg>
        <pc:spChg chg="add del mod">
          <ac:chgData name="Dash, Eashan" userId="fdec9f51-14cc-47ef-9cd4-1580753c903d" providerId="ADAL" clId="{E01AA50F-40BA-4699-AC96-E92EEB61EAC8}" dt="2026-10-10T16:07:25.586" v="7648" actId="478"/>
          <ac:spMkLst>
            <pc:docMk/>
            <pc:sldMk cId="3403059758" sldId="478"/>
            <ac:spMk id="11" creationId="{1CF5354B-264A-2975-A6B2-A6DB5F5CBAFE}"/>
          </ac:spMkLst>
        </pc:spChg>
        <pc:spChg chg="add del mod">
          <ac:chgData name="Dash, Eashan" userId="fdec9f51-14cc-47ef-9cd4-1580753c903d" providerId="ADAL" clId="{E01AA50F-40BA-4699-AC96-E92EEB61EAC8}" dt="2026-10-10T16:07:25.586" v="7648" actId="478"/>
          <ac:spMkLst>
            <pc:docMk/>
            <pc:sldMk cId="3403059758" sldId="478"/>
            <ac:spMk id="15" creationId="{A6BB056A-DAD1-DF42-A8C3-00E3B936AAD8}"/>
          </ac:spMkLst>
        </pc:spChg>
        <pc:spChg chg="add del mod">
          <ac:chgData name="Dash, Eashan" userId="fdec9f51-14cc-47ef-9cd4-1580753c903d" providerId="ADAL" clId="{E01AA50F-40BA-4699-AC96-E92EEB61EAC8}" dt="2026-10-10T16:07:25.586" v="7648" actId="478"/>
          <ac:spMkLst>
            <pc:docMk/>
            <pc:sldMk cId="3403059758" sldId="478"/>
            <ac:spMk id="19" creationId="{0AB20250-94C8-10BF-EE4E-8F3E8CF12D00}"/>
          </ac:spMkLst>
        </pc:spChg>
        <pc:spChg chg="mod">
          <ac:chgData name="Dash, Eashan" userId="fdec9f51-14cc-47ef-9cd4-1580753c903d" providerId="ADAL" clId="{E01AA50F-40BA-4699-AC96-E92EEB61EAC8}" dt="2026-10-07T13:56:21.758" v="7517" actId="20577"/>
          <ac:spMkLst>
            <pc:docMk/>
            <pc:sldMk cId="3403059758" sldId="478"/>
            <ac:spMk id="25" creationId="{1D3FE03B-817D-2D1D-FC7C-0DA304ADB06F}"/>
          </ac:spMkLst>
        </pc:spChg>
      </pc:sldChg>
      <pc:sldChg chg="del">
        <pc:chgData name="Dash, Eashan" userId="fdec9f51-14cc-47ef-9cd4-1580753c903d" providerId="ADAL" clId="{E01AA50F-40BA-4699-AC96-E92EEB61EAC8}" dt="2026-10-09T14:41:56.109" v="7647" actId="47"/>
        <pc:sldMkLst>
          <pc:docMk/>
          <pc:sldMk cId="2469556944" sldId="482"/>
        </pc:sldMkLst>
      </pc:sldChg>
      <pc:sldChg chg="addSp modSp new del mod">
        <pc:chgData name="Dash, Eashan" userId="fdec9f51-14cc-47ef-9cd4-1580753c903d" providerId="ADAL" clId="{E01AA50F-40BA-4699-AC96-E92EEB61EAC8}" dt="2026-10-10T16:07:40.883" v="7654" actId="47"/>
        <pc:sldMkLst>
          <pc:docMk/>
          <pc:sldMk cId="1107773703" sldId="529"/>
        </pc:sldMkLst>
        <pc:spChg chg="add mod">
          <ac:chgData name="Dash, Eashan" userId="fdec9f51-14cc-47ef-9cd4-1580753c903d" providerId="ADAL" clId="{E01AA50F-40BA-4699-AC96-E92EEB61EAC8}" dt="2026-10-07T08:02:14.281" v="7232" actId="20577"/>
          <ac:spMkLst>
            <pc:docMk/>
            <pc:sldMk cId="1107773703" sldId="529"/>
            <ac:spMk id="3" creationId="{970A4C35-AF20-B857-FDAF-1AAC984846FB}"/>
          </ac:spMkLst>
        </pc:spChg>
      </pc:sldChg>
      <pc:sldChg chg="addSp new mod">
        <pc:chgData name="Dash, Eashan" userId="fdec9f51-14cc-47ef-9cd4-1580753c903d" providerId="ADAL" clId="{E01AA50F-40BA-4699-AC96-E92EEB61EAC8}" dt="2026-10-07T13:50:38.907" v="7416" actId="22"/>
        <pc:sldMkLst>
          <pc:docMk/>
          <pc:sldMk cId="3277380905" sldId="531"/>
        </pc:sldMkLst>
        <pc:spChg chg="add">
          <ac:chgData name="Dash, Eashan" userId="fdec9f51-14cc-47ef-9cd4-1580753c903d" providerId="ADAL" clId="{E01AA50F-40BA-4699-AC96-E92EEB61EAC8}" dt="2026-10-07T13:50:38.907" v="7416" actId="22"/>
          <ac:spMkLst>
            <pc:docMk/>
            <pc:sldMk cId="3277380905" sldId="531"/>
            <ac:spMk id="3" creationId="{4D4E5DBA-C6C6-8F5D-8B6F-2458200C29DA}"/>
          </ac:spMkLst>
        </pc:spChg>
        <pc:spChg chg="add">
          <ac:chgData name="Dash, Eashan" userId="fdec9f51-14cc-47ef-9cd4-1580753c903d" providerId="ADAL" clId="{E01AA50F-40BA-4699-AC96-E92EEB61EAC8}" dt="2026-10-07T13:50:38.907" v="7416" actId="22"/>
          <ac:spMkLst>
            <pc:docMk/>
            <pc:sldMk cId="3277380905" sldId="531"/>
            <ac:spMk id="5" creationId="{3187E40D-2680-157A-1D3E-0D3DD267041C}"/>
          </ac:spMkLst>
        </pc:spChg>
        <pc:spChg chg="add">
          <ac:chgData name="Dash, Eashan" userId="fdec9f51-14cc-47ef-9cd4-1580753c903d" providerId="ADAL" clId="{E01AA50F-40BA-4699-AC96-E92EEB61EAC8}" dt="2026-10-07T13:50:38.907" v="7416" actId="22"/>
          <ac:spMkLst>
            <pc:docMk/>
            <pc:sldMk cId="3277380905" sldId="531"/>
            <ac:spMk id="7" creationId="{8D974E67-4AC7-5A55-AC7B-E96EF99DC903}"/>
          </ac:spMkLst>
        </pc:spChg>
        <pc:spChg chg="add">
          <ac:chgData name="Dash, Eashan" userId="fdec9f51-14cc-47ef-9cd4-1580753c903d" providerId="ADAL" clId="{E01AA50F-40BA-4699-AC96-E92EEB61EAC8}" dt="2026-10-07T13:50:38.907" v="7416" actId="22"/>
          <ac:spMkLst>
            <pc:docMk/>
            <pc:sldMk cId="3277380905" sldId="531"/>
            <ac:spMk id="9" creationId="{77AEF50D-8FBD-D331-E470-E9447761E6B6}"/>
          </ac:spMkLst>
        </pc:spChg>
      </pc:sldChg>
      <pc:sldChg chg="addSp new mod">
        <pc:chgData name="Dash, Eashan" userId="fdec9f51-14cc-47ef-9cd4-1580753c903d" providerId="ADAL" clId="{E01AA50F-40BA-4699-AC96-E92EEB61EAC8}" dt="2026-10-07T13:51:48.002" v="7425" actId="22"/>
        <pc:sldMkLst>
          <pc:docMk/>
          <pc:sldMk cId="775025643" sldId="532"/>
        </pc:sldMkLst>
        <pc:spChg chg="add">
          <ac:chgData name="Dash, Eashan" userId="fdec9f51-14cc-47ef-9cd4-1580753c903d" providerId="ADAL" clId="{E01AA50F-40BA-4699-AC96-E92EEB61EAC8}" dt="2026-10-07T13:51:48.002" v="7425" actId="22"/>
          <ac:spMkLst>
            <pc:docMk/>
            <pc:sldMk cId="775025643" sldId="532"/>
            <ac:spMk id="5" creationId="{54B3E829-ED0A-45FC-3D3E-D3DAC27CC4F2}"/>
          </ac:spMkLst>
        </pc:spChg>
        <pc:spChg chg="add">
          <ac:chgData name="Dash, Eashan" userId="fdec9f51-14cc-47ef-9cd4-1580753c903d" providerId="ADAL" clId="{E01AA50F-40BA-4699-AC96-E92EEB61EAC8}" dt="2026-10-07T13:51:48.002" v="7425" actId="22"/>
          <ac:spMkLst>
            <pc:docMk/>
            <pc:sldMk cId="775025643" sldId="532"/>
            <ac:spMk id="9" creationId="{1694D80B-BCD6-3DE6-DEB5-F5A087CD8619}"/>
          </ac:spMkLst>
        </pc:spChg>
        <pc:spChg chg="add">
          <ac:chgData name="Dash, Eashan" userId="fdec9f51-14cc-47ef-9cd4-1580753c903d" providerId="ADAL" clId="{E01AA50F-40BA-4699-AC96-E92EEB61EAC8}" dt="2026-10-07T13:51:48.002" v="7425" actId="22"/>
          <ac:spMkLst>
            <pc:docMk/>
            <pc:sldMk cId="775025643" sldId="532"/>
            <ac:spMk id="13" creationId="{DF0841CC-0B8A-3C03-E4D5-3D6E71BD8477}"/>
          </ac:spMkLst>
        </pc:spChg>
        <pc:spChg chg="add">
          <ac:chgData name="Dash, Eashan" userId="fdec9f51-14cc-47ef-9cd4-1580753c903d" providerId="ADAL" clId="{E01AA50F-40BA-4699-AC96-E92EEB61EAC8}" dt="2026-10-07T13:51:48.002" v="7425" actId="22"/>
          <ac:spMkLst>
            <pc:docMk/>
            <pc:sldMk cId="775025643" sldId="532"/>
            <ac:spMk id="19" creationId="{F4BDB4AD-3398-5D31-1DB5-190573D1A06F}"/>
          </ac:spMkLst>
        </pc:spChg>
        <pc:spChg chg="add">
          <ac:chgData name="Dash, Eashan" userId="fdec9f51-14cc-47ef-9cd4-1580753c903d" providerId="ADAL" clId="{E01AA50F-40BA-4699-AC96-E92EEB61EAC8}" dt="2026-10-07T13:51:48.002" v="7425" actId="22"/>
          <ac:spMkLst>
            <pc:docMk/>
            <pc:sldMk cId="775025643" sldId="532"/>
            <ac:spMk id="35" creationId="{8CF79812-F131-0C25-0287-52B833DAAB7D}"/>
          </ac:spMkLst>
        </pc:spChg>
        <pc:spChg chg="add">
          <ac:chgData name="Dash, Eashan" userId="fdec9f51-14cc-47ef-9cd4-1580753c903d" providerId="ADAL" clId="{E01AA50F-40BA-4699-AC96-E92EEB61EAC8}" dt="2026-10-07T13:51:48.002" v="7425" actId="22"/>
          <ac:spMkLst>
            <pc:docMk/>
            <pc:sldMk cId="775025643" sldId="532"/>
            <ac:spMk id="43" creationId="{D74F9483-E9F9-CC3A-5EC1-840AF5840D0A}"/>
          </ac:spMkLst>
        </pc:spChg>
        <pc:spChg chg="add">
          <ac:chgData name="Dash, Eashan" userId="fdec9f51-14cc-47ef-9cd4-1580753c903d" providerId="ADAL" clId="{E01AA50F-40BA-4699-AC96-E92EEB61EAC8}" dt="2026-10-07T13:51:48.002" v="7425" actId="22"/>
          <ac:spMkLst>
            <pc:docMk/>
            <pc:sldMk cId="775025643" sldId="532"/>
            <ac:spMk id="55" creationId="{38BEDF34-3229-13F9-0724-7218DB527E70}"/>
          </ac:spMkLst>
        </pc:spChg>
        <pc:spChg chg="add">
          <ac:chgData name="Dash, Eashan" userId="fdec9f51-14cc-47ef-9cd4-1580753c903d" providerId="ADAL" clId="{E01AA50F-40BA-4699-AC96-E92EEB61EAC8}" dt="2026-10-07T13:51:48.002" v="7425" actId="22"/>
          <ac:spMkLst>
            <pc:docMk/>
            <pc:sldMk cId="775025643" sldId="532"/>
            <ac:spMk id="81" creationId="{8D689E38-0E4A-D78C-1FFC-18257CB27181}"/>
          </ac:spMkLst>
        </pc:spChg>
        <pc:spChg chg="add">
          <ac:chgData name="Dash, Eashan" userId="fdec9f51-14cc-47ef-9cd4-1580753c903d" providerId="ADAL" clId="{E01AA50F-40BA-4699-AC96-E92EEB61EAC8}" dt="2026-10-07T13:51:48.002" v="7425" actId="22"/>
          <ac:spMkLst>
            <pc:docMk/>
            <pc:sldMk cId="775025643" sldId="532"/>
            <ac:spMk id="85" creationId="{9D1DD8C2-D111-827E-EF35-23B218D64280}"/>
          </ac:spMkLst>
        </pc:spChg>
        <pc:spChg chg="add">
          <ac:chgData name="Dash, Eashan" userId="fdec9f51-14cc-47ef-9cd4-1580753c903d" providerId="ADAL" clId="{E01AA50F-40BA-4699-AC96-E92EEB61EAC8}" dt="2026-10-07T13:51:48.002" v="7425" actId="22"/>
          <ac:spMkLst>
            <pc:docMk/>
            <pc:sldMk cId="775025643" sldId="532"/>
            <ac:spMk id="95" creationId="{049F0B86-29FB-2A75-1D4C-124141D663AA}"/>
          </ac:spMkLst>
        </pc:spChg>
      </pc:sldChg>
      <pc:sldChg chg="addSp modSp new">
        <pc:chgData name="Dash, Eashan" userId="fdec9f51-14cc-47ef-9cd4-1580753c903d" providerId="ADAL" clId="{E01AA50F-40BA-4699-AC96-E92EEB61EAC8}" dt="2026-10-07T13:52:48.329" v="7426"/>
        <pc:sldMkLst>
          <pc:docMk/>
          <pc:sldMk cId="1277966768" sldId="533"/>
        </pc:sldMkLst>
        <pc:spChg chg="add mod">
          <ac:chgData name="Dash, Eashan" userId="fdec9f51-14cc-47ef-9cd4-1580753c903d" providerId="ADAL" clId="{E01AA50F-40BA-4699-AC96-E92EEB61EAC8}" dt="2026-10-07T13:52:48.329" v="7426"/>
          <ac:spMkLst>
            <pc:docMk/>
            <pc:sldMk cId="1277966768" sldId="533"/>
            <ac:spMk id="2" creationId="{0FA8752A-5CA4-55E4-F2B6-53B4CD133364}"/>
          </ac:spMkLst>
        </pc:spChg>
        <pc:spChg chg="add mod">
          <ac:chgData name="Dash, Eashan" userId="fdec9f51-14cc-47ef-9cd4-1580753c903d" providerId="ADAL" clId="{E01AA50F-40BA-4699-AC96-E92EEB61EAC8}" dt="2026-10-07T13:52:48.329" v="7426"/>
          <ac:spMkLst>
            <pc:docMk/>
            <pc:sldMk cId="1277966768" sldId="533"/>
            <ac:spMk id="4" creationId="{79F2F2DD-FB42-51BC-E991-EA84EC6AD1B9}"/>
          </ac:spMkLst>
        </pc:spChg>
        <pc:spChg chg="add mod">
          <ac:chgData name="Dash, Eashan" userId="fdec9f51-14cc-47ef-9cd4-1580753c903d" providerId="ADAL" clId="{E01AA50F-40BA-4699-AC96-E92EEB61EAC8}" dt="2026-10-07T13:52:48.329" v="7426"/>
          <ac:spMkLst>
            <pc:docMk/>
            <pc:sldMk cId="1277966768" sldId="533"/>
            <ac:spMk id="6" creationId="{4D0F161A-FD9D-36CE-2EC4-E3FD36E3DA03}"/>
          </ac:spMkLst>
        </pc:spChg>
        <pc:spChg chg="add mod">
          <ac:chgData name="Dash, Eashan" userId="fdec9f51-14cc-47ef-9cd4-1580753c903d" providerId="ADAL" clId="{E01AA50F-40BA-4699-AC96-E92EEB61EAC8}" dt="2026-10-07T13:52:48.329" v="7426"/>
          <ac:spMkLst>
            <pc:docMk/>
            <pc:sldMk cId="1277966768" sldId="533"/>
            <ac:spMk id="8" creationId="{41B1A695-8EAB-D25A-7E6D-927C9A29F177}"/>
          </ac:spMkLst>
        </pc:spChg>
        <pc:spChg chg="add mod">
          <ac:chgData name="Dash, Eashan" userId="fdec9f51-14cc-47ef-9cd4-1580753c903d" providerId="ADAL" clId="{E01AA50F-40BA-4699-AC96-E92EEB61EAC8}" dt="2026-10-07T13:52:48.329" v="7426"/>
          <ac:spMkLst>
            <pc:docMk/>
            <pc:sldMk cId="1277966768" sldId="533"/>
            <ac:spMk id="10" creationId="{594ED845-64AB-F475-8681-1AA58669569F}"/>
          </ac:spMkLst>
        </pc:spChg>
        <pc:spChg chg="add mod">
          <ac:chgData name="Dash, Eashan" userId="fdec9f51-14cc-47ef-9cd4-1580753c903d" providerId="ADAL" clId="{E01AA50F-40BA-4699-AC96-E92EEB61EAC8}" dt="2026-10-07T13:52:48.329" v="7426"/>
          <ac:spMkLst>
            <pc:docMk/>
            <pc:sldMk cId="1277966768" sldId="533"/>
            <ac:spMk id="12" creationId="{ABFC49A4-A4D3-9BCD-BBE4-7E0AB7C9BEDB}"/>
          </ac:spMkLst>
        </pc:spChg>
        <pc:spChg chg="add mod">
          <ac:chgData name="Dash, Eashan" userId="fdec9f51-14cc-47ef-9cd4-1580753c903d" providerId="ADAL" clId="{E01AA50F-40BA-4699-AC96-E92EEB61EAC8}" dt="2026-10-07T13:52:48.329" v="7426"/>
          <ac:spMkLst>
            <pc:docMk/>
            <pc:sldMk cId="1277966768" sldId="533"/>
            <ac:spMk id="14" creationId="{F4726C19-CDAB-D14E-1668-27CAADBE0135}"/>
          </ac:spMkLst>
        </pc:spChg>
        <pc:spChg chg="add mod">
          <ac:chgData name="Dash, Eashan" userId="fdec9f51-14cc-47ef-9cd4-1580753c903d" providerId="ADAL" clId="{E01AA50F-40BA-4699-AC96-E92EEB61EAC8}" dt="2026-10-07T13:52:48.329" v="7426"/>
          <ac:spMkLst>
            <pc:docMk/>
            <pc:sldMk cId="1277966768" sldId="533"/>
            <ac:spMk id="15" creationId="{B954F462-0FA4-08ED-86DB-BAD05B73D4F2}"/>
          </ac:spMkLst>
        </pc:spChg>
        <pc:spChg chg="add mod">
          <ac:chgData name="Dash, Eashan" userId="fdec9f51-14cc-47ef-9cd4-1580753c903d" providerId="ADAL" clId="{E01AA50F-40BA-4699-AC96-E92EEB61EAC8}" dt="2026-10-07T13:52:48.329" v="7426"/>
          <ac:spMkLst>
            <pc:docMk/>
            <pc:sldMk cId="1277966768" sldId="533"/>
            <ac:spMk id="19" creationId="{186AA367-60B0-7DA4-13C8-E9B8330CE006}"/>
          </ac:spMkLst>
        </pc:spChg>
        <pc:spChg chg="add mod">
          <ac:chgData name="Dash, Eashan" userId="fdec9f51-14cc-47ef-9cd4-1580753c903d" providerId="ADAL" clId="{E01AA50F-40BA-4699-AC96-E92EEB61EAC8}" dt="2026-10-07T13:52:48.329" v="7426"/>
          <ac:spMkLst>
            <pc:docMk/>
            <pc:sldMk cId="1277966768" sldId="533"/>
            <ac:spMk id="20" creationId="{76BC93D6-8E0C-8C50-36DA-D84A16115C89}"/>
          </ac:spMkLst>
        </pc:spChg>
      </pc:sldChg>
      <pc:sldChg chg="addSp new mod">
        <pc:chgData name="Dash, Eashan" userId="fdec9f51-14cc-47ef-9cd4-1580753c903d" providerId="ADAL" clId="{E01AA50F-40BA-4699-AC96-E92EEB61EAC8}" dt="2026-10-07T13:58:10.542" v="7521" actId="22"/>
        <pc:sldMkLst>
          <pc:docMk/>
          <pc:sldMk cId="1169663240" sldId="534"/>
        </pc:sldMkLst>
        <pc:spChg chg="add">
          <ac:chgData name="Dash, Eashan" userId="fdec9f51-14cc-47ef-9cd4-1580753c903d" providerId="ADAL" clId="{E01AA50F-40BA-4699-AC96-E92EEB61EAC8}" dt="2026-10-07T13:58:10.542" v="7521" actId="22"/>
          <ac:spMkLst>
            <pc:docMk/>
            <pc:sldMk cId="1169663240" sldId="534"/>
            <ac:spMk id="5" creationId="{D5CC03DD-45BD-C327-5ABC-909D82C8CA86}"/>
          </ac:spMkLst>
        </pc:spChg>
        <pc:spChg chg="add">
          <ac:chgData name="Dash, Eashan" userId="fdec9f51-14cc-47ef-9cd4-1580753c903d" providerId="ADAL" clId="{E01AA50F-40BA-4699-AC96-E92EEB61EAC8}" dt="2026-10-07T13:58:10.542" v="7521" actId="22"/>
          <ac:spMkLst>
            <pc:docMk/>
            <pc:sldMk cId="1169663240" sldId="534"/>
            <ac:spMk id="23" creationId="{FB0581D7-5216-8898-BB3E-F2DA48290698}"/>
          </ac:spMkLst>
        </pc:spChg>
        <pc:spChg chg="add">
          <ac:chgData name="Dash, Eashan" userId="fdec9f51-14cc-47ef-9cd4-1580753c903d" providerId="ADAL" clId="{E01AA50F-40BA-4699-AC96-E92EEB61EAC8}" dt="2026-10-07T13:58:10.542" v="7521" actId="22"/>
          <ac:spMkLst>
            <pc:docMk/>
            <pc:sldMk cId="1169663240" sldId="534"/>
            <ac:spMk id="33" creationId="{92F7EA58-634C-9CC3-6A9E-7F33F937F51A}"/>
          </ac:spMkLst>
        </pc:spChg>
        <pc:spChg chg="add">
          <ac:chgData name="Dash, Eashan" userId="fdec9f51-14cc-47ef-9cd4-1580753c903d" providerId="ADAL" clId="{E01AA50F-40BA-4699-AC96-E92EEB61EAC8}" dt="2026-10-07T13:58:10.542" v="7521" actId="22"/>
          <ac:spMkLst>
            <pc:docMk/>
            <pc:sldMk cId="1169663240" sldId="534"/>
            <ac:spMk id="37" creationId="{086730F2-731C-192A-FFEF-109840032193}"/>
          </ac:spMkLst>
        </pc:spChg>
        <pc:spChg chg="add">
          <ac:chgData name="Dash, Eashan" userId="fdec9f51-14cc-47ef-9cd4-1580753c903d" providerId="ADAL" clId="{E01AA50F-40BA-4699-AC96-E92EEB61EAC8}" dt="2026-10-07T13:58:10.542" v="7521" actId="22"/>
          <ac:spMkLst>
            <pc:docMk/>
            <pc:sldMk cId="1169663240" sldId="534"/>
            <ac:spMk id="39" creationId="{4E619816-1C34-1121-4824-F9CE9441A374}"/>
          </ac:spMkLst>
        </pc:spChg>
        <pc:spChg chg="add">
          <ac:chgData name="Dash, Eashan" userId="fdec9f51-14cc-47ef-9cd4-1580753c903d" providerId="ADAL" clId="{E01AA50F-40BA-4699-AC96-E92EEB61EAC8}" dt="2026-10-07T13:58:10.542" v="7521" actId="22"/>
          <ac:spMkLst>
            <pc:docMk/>
            <pc:sldMk cId="1169663240" sldId="534"/>
            <ac:spMk id="73" creationId="{E73BEAE8-C963-E7EB-EEFE-BB97C2FC45CA}"/>
          </ac:spMkLst>
        </pc:spChg>
        <pc:spChg chg="add">
          <ac:chgData name="Dash, Eashan" userId="fdec9f51-14cc-47ef-9cd4-1580753c903d" providerId="ADAL" clId="{E01AA50F-40BA-4699-AC96-E92EEB61EAC8}" dt="2026-10-07T13:58:10.542" v="7521" actId="22"/>
          <ac:spMkLst>
            <pc:docMk/>
            <pc:sldMk cId="1169663240" sldId="534"/>
            <ac:spMk id="95" creationId="{F3D8E4EA-D880-3EF3-E6BE-8901F9F0B5E4}"/>
          </ac:spMkLst>
        </pc:spChg>
        <pc:spChg chg="add">
          <ac:chgData name="Dash, Eashan" userId="fdec9f51-14cc-47ef-9cd4-1580753c903d" providerId="ADAL" clId="{E01AA50F-40BA-4699-AC96-E92EEB61EAC8}" dt="2026-10-07T13:58:10.542" v="7521" actId="22"/>
          <ac:spMkLst>
            <pc:docMk/>
            <pc:sldMk cId="1169663240" sldId="534"/>
            <ac:spMk id="99" creationId="{764BBAD1-8DF0-E926-AA06-924868368526}"/>
          </ac:spMkLst>
        </pc:spChg>
        <pc:spChg chg="add">
          <ac:chgData name="Dash, Eashan" userId="fdec9f51-14cc-47ef-9cd4-1580753c903d" providerId="ADAL" clId="{E01AA50F-40BA-4699-AC96-E92EEB61EAC8}" dt="2026-10-07T13:58:10.542" v="7521" actId="22"/>
          <ac:spMkLst>
            <pc:docMk/>
            <pc:sldMk cId="1169663240" sldId="534"/>
            <ac:spMk id="107" creationId="{F2FDBD8B-E373-0790-FD94-FBBCB74A1092}"/>
          </ac:spMkLst>
        </pc:spChg>
        <pc:spChg chg="add">
          <ac:chgData name="Dash, Eashan" userId="fdec9f51-14cc-47ef-9cd4-1580753c903d" providerId="ADAL" clId="{E01AA50F-40BA-4699-AC96-E92EEB61EAC8}" dt="2026-10-07T13:58:10.542" v="7521" actId="22"/>
          <ac:spMkLst>
            <pc:docMk/>
            <pc:sldMk cId="1169663240" sldId="534"/>
            <ac:spMk id="111" creationId="{B046CAF3-CF40-D076-5870-F973618FB6F5}"/>
          </ac:spMkLst>
        </pc:spChg>
      </pc:sldChg>
      <pc:sldChg chg="addSp modSp new mod ord">
        <pc:chgData name="Dash, Eashan" userId="fdec9f51-14cc-47ef-9cd4-1580753c903d" providerId="ADAL" clId="{E01AA50F-40BA-4699-AC96-E92EEB61EAC8}" dt="2026-10-07T13:51:24.800" v="7424"/>
        <pc:sldMkLst>
          <pc:docMk/>
          <pc:sldMk cId="1691498222" sldId="535"/>
        </pc:sldMkLst>
        <pc:spChg chg="mod">
          <ac:chgData name="Dash, Eashan" userId="fdec9f51-14cc-47ef-9cd4-1580753c903d" providerId="ADAL" clId="{E01AA50F-40BA-4699-AC96-E92EEB61EAC8}" dt="2026-10-07T13:51:06.624" v="7421"/>
          <ac:spMkLst>
            <pc:docMk/>
            <pc:sldMk cId="1691498222" sldId="535"/>
            <ac:spMk id="12" creationId="{E63AD0C0-462A-9DF6-DB0B-31806D9AD8D6}"/>
          </ac:spMkLst>
        </pc:spChg>
        <pc:spChg chg="mod">
          <ac:chgData name="Dash, Eashan" userId="fdec9f51-14cc-47ef-9cd4-1580753c903d" providerId="ADAL" clId="{E01AA50F-40BA-4699-AC96-E92EEB61EAC8}" dt="2026-10-07T13:51:06.624" v="7421"/>
          <ac:spMkLst>
            <pc:docMk/>
            <pc:sldMk cId="1691498222" sldId="535"/>
            <ac:spMk id="17" creationId="{98BD9718-B667-4407-BB4F-F64A98D5C9D1}"/>
          </ac:spMkLst>
        </pc:spChg>
        <pc:spChg chg="mod">
          <ac:chgData name="Dash, Eashan" userId="fdec9f51-14cc-47ef-9cd4-1580753c903d" providerId="ADAL" clId="{E01AA50F-40BA-4699-AC96-E92EEB61EAC8}" dt="2026-10-07T13:51:06.624" v="7421"/>
          <ac:spMkLst>
            <pc:docMk/>
            <pc:sldMk cId="1691498222" sldId="535"/>
            <ac:spMk id="44" creationId="{A477ACA5-F2DD-109B-FC5D-4A1CB50523B4}"/>
          </ac:spMkLst>
        </pc:spChg>
        <pc:spChg chg="mod">
          <ac:chgData name="Dash, Eashan" userId="fdec9f51-14cc-47ef-9cd4-1580753c903d" providerId="ADAL" clId="{E01AA50F-40BA-4699-AC96-E92EEB61EAC8}" dt="2026-10-07T13:51:06.624" v="7421"/>
          <ac:spMkLst>
            <pc:docMk/>
            <pc:sldMk cId="1691498222" sldId="535"/>
            <ac:spMk id="49" creationId="{C90E4CD2-6FFA-10A9-A5D4-C023DBA24C82}"/>
          </ac:spMkLst>
        </pc:spChg>
        <pc:spChg chg="mod">
          <ac:chgData name="Dash, Eashan" userId="fdec9f51-14cc-47ef-9cd4-1580753c903d" providerId="ADAL" clId="{E01AA50F-40BA-4699-AC96-E92EEB61EAC8}" dt="2026-10-07T13:51:06.624" v="7421"/>
          <ac:spMkLst>
            <pc:docMk/>
            <pc:sldMk cId="1691498222" sldId="535"/>
            <ac:spMk id="59" creationId="{B6B02685-04D0-06D5-1149-AC1F0BE1F192}"/>
          </ac:spMkLst>
        </pc:spChg>
        <pc:spChg chg="mod">
          <ac:chgData name="Dash, Eashan" userId="fdec9f51-14cc-47ef-9cd4-1580753c903d" providerId="ADAL" clId="{E01AA50F-40BA-4699-AC96-E92EEB61EAC8}" dt="2026-10-07T13:51:06.624" v="7421"/>
          <ac:spMkLst>
            <pc:docMk/>
            <pc:sldMk cId="1691498222" sldId="535"/>
            <ac:spMk id="78" creationId="{A2867979-0FDD-29B3-B321-58E6A83D78AF}"/>
          </ac:spMkLst>
        </pc:spChg>
        <pc:spChg chg="mod">
          <ac:chgData name="Dash, Eashan" userId="fdec9f51-14cc-47ef-9cd4-1580753c903d" providerId="ADAL" clId="{E01AA50F-40BA-4699-AC96-E92EEB61EAC8}" dt="2026-10-07T13:51:06.624" v="7421"/>
          <ac:spMkLst>
            <pc:docMk/>
            <pc:sldMk cId="1691498222" sldId="535"/>
            <ac:spMk id="82" creationId="{9DCC6C97-AD4F-097D-5CE4-C82626A2EF6A}"/>
          </ac:spMkLst>
        </pc:spChg>
        <pc:spChg chg="mod">
          <ac:chgData name="Dash, Eashan" userId="fdec9f51-14cc-47ef-9cd4-1580753c903d" providerId="ADAL" clId="{E01AA50F-40BA-4699-AC96-E92EEB61EAC8}" dt="2026-10-07T13:51:06.624" v="7421"/>
          <ac:spMkLst>
            <pc:docMk/>
            <pc:sldMk cId="1691498222" sldId="535"/>
            <ac:spMk id="89" creationId="{8C26C215-6621-5C4D-0BB6-818A99BCEAC4}"/>
          </ac:spMkLst>
        </pc:spChg>
        <pc:spChg chg="mod">
          <ac:chgData name="Dash, Eashan" userId="fdec9f51-14cc-47ef-9cd4-1580753c903d" providerId="ADAL" clId="{E01AA50F-40BA-4699-AC96-E92EEB61EAC8}" dt="2026-10-07T13:51:06.624" v="7421"/>
          <ac:spMkLst>
            <pc:docMk/>
            <pc:sldMk cId="1691498222" sldId="535"/>
            <ac:spMk id="93" creationId="{5FF7420A-608B-64FC-8BA5-9AE76E45079A}"/>
          </ac:spMkLst>
        </pc:spChg>
        <pc:spChg chg="mod">
          <ac:chgData name="Dash, Eashan" userId="fdec9f51-14cc-47ef-9cd4-1580753c903d" providerId="ADAL" clId="{E01AA50F-40BA-4699-AC96-E92EEB61EAC8}" dt="2026-10-07T13:51:06.624" v="7421"/>
          <ac:spMkLst>
            <pc:docMk/>
            <pc:sldMk cId="1691498222" sldId="535"/>
            <ac:spMk id="102" creationId="{279D3C7B-B30C-2257-CD0A-E9E8CFE676DC}"/>
          </ac:spMkLst>
        </pc:spChg>
        <pc:spChg chg="add">
          <ac:chgData name="Dash, Eashan" userId="fdec9f51-14cc-47ef-9cd4-1580753c903d" providerId="ADAL" clId="{E01AA50F-40BA-4699-AC96-E92EEB61EAC8}" dt="2026-10-07T13:51:20.968" v="7422" actId="22"/>
          <ac:spMkLst>
            <pc:docMk/>
            <pc:sldMk cId="1691498222" sldId="535"/>
            <ac:spMk id="113" creationId="{801400B1-FDFC-ED2C-658B-22312B1E8EFC}"/>
          </ac:spMkLst>
        </pc:spChg>
        <pc:spChg chg="add">
          <ac:chgData name="Dash, Eashan" userId="fdec9f51-14cc-47ef-9cd4-1580753c903d" providerId="ADAL" clId="{E01AA50F-40BA-4699-AC96-E92EEB61EAC8}" dt="2026-10-07T13:51:20.968" v="7422" actId="22"/>
          <ac:spMkLst>
            <pc:docMk/>
            <pc:sldMk cId="1691498222" sldId="535"/>
            <ac:spMk id="115" creationId="{CD6B5DCA-0081-F415-2663-8A2B1A60336A}"/>
          </ac:spMkLst>
        </pc:spChg>
      </pc:sldChg>
      <pc:sldChg chg="addSp modSp new modAnim">
        <pc:chgData name="Dash, Eashan" userId="fdec9f51-14cc-47ef-9cd4-1580753c903d" providerId="ADAL" clId="{E01AA50F-40BA-4699-AC96-E92EEB61EAC8}" dt="2026-10-07T13:53:31.701" v="7431"/>
        <pc:sldMkLst>
          <pc:docMk/>
          <pc:sldMk cId="2212686040" sldId="536"/>
        </pc:sldMkLst>
        <pc:spChg chg="add mod">
          <ac:chgData name="Dash, Eashan" userId="fdec9f51-14cc-47ef-9cd4-1580753c903d" providerId="ADAL" clId="{E01AA50F-40BA-4699-AC96-E92EEB61EAC8}" dt="2026-10-07T13:53:31.701" v="7431"/>
          <ac:spMkLst>
            <pc:docMk/>
            <pc:sldMk cId="2212686040" sldId="536"/>
            <ac:spMk id="2" creationId="{8BD925B1-78D8-0821-2BD4-7D12B04F2BC5}"/>
          </ac:spMkLst>
        </pc:spChg>
        <pc:spChg chg="add mod">
          <ac:chgData name="Dash, Eashan" userId="fdec9f51-14cc-47ef-9cd4-1580753c903d" providerId="ADAL" clId="{E01AA50F-40BA-4699-AC96-E92EEB61EAC8}" dt="2026-10-07T13:53:31.701" v="7431"/>
          <ac:spMkLst>
            <pc:docMk/>
            <pc:sldMk cId="2212686040" sldId="536"/>
            <ac:spMk id="3" creationId="{641D9A6A-FE39-FB4B-B4E2-1AD229D14B40}"/>
          </ac:spMkLst>
        </pc:spChg>
        <pc:spChg chg="mod">
          <ac:chgData name="Dash, Eashan" userId="fdec9f51-14cc-47ef-9cd4-1580753c903d" providerId="ADAL" clId="{E01AA50F-40BA-4699-AC96-E92EEB61EAC8}" dt="2026-10-07T13:53:31.701" v="7431"/>
          <ac:spMkLst>
            <pc:docMk/>
            <pc:sldMk cId="2212686040" sldId="536"/>
            <ac:spMk id="5" creationId="{B855EF0E-E0BD-D5A7-42FF-8FB593299531}"/>
          </ac:spMkLst>
        </pc:spChg>
        <pc:spChg chg="mod">
          <ac:chgData name="Dash, Eashan" userId="fdec9f51-14cc-47ef-9cd4-1580753c903d" providerId="ADAL" clId="{E01AA50F-40BA-4699-AC96-E92EEB61EAC8}" dt="2026-10-07T13:53:31.701" v="7431"/>
          <ac:spMkLst>
            <pc:docMk/>
            <pc:sldMk cId="2212686040" sldId="536"/>
            <ac:spMk id="6" creationId="{494869DA-5D06-41C7-5B5C-ADDE9082F96A}"/>
          </ac:spMkLst>
        </pc:spChg>
        <pc:spChg chg="add mod">
          <ac:chgData name="Dash, Eashan" userId="fdec9f51-14cc-47ef-9cd4-1580753c903d" providerId="ADAL" clId="{E01AA50F-40BA-4699-AC96-E92EEB61EAC8}" dt="2026-10-07T13:53:31.701" v="7431"/>
          <ac:spMkLst>
            <pc:docMk/>
            <pc:sldMk cId="2212686040" sldId="536"/>
            <ac:spMk id="8" creationId="{5E6EC432-104C-395C-4598-B47E51F6E0EA}"/>
          </ac:spMkLst>
        </pc:spChg>
        <pc:spChg chg="add mod">
          <ac:chgData name="Dash, Eashan" userId="fdec9f51-14cc-47ef-9cd4-1580753c903d" providerId="ADAL" clId="{E01AA50F-40BA-4699-AC96-E92EEB61EAC8}" dt="2026-10-07T13:53:31.701" v="7431"/>
          <ac:spMkLst>
            <pc:docMk/>
            <pc:sldMk cId="2212686040" sldId="536"/>
            <ac:spMk id="9" creationId="{0550D29F-F982-8FE5-63FB-7D4F31F35BC3}"/>
          </ac:spMkLst>
        </pc:spChg>
        <pc:spChg chg="add mod">
          <ac:chgData name="Dash, Eashan" userId="fdec9f51-14cc-47ef-9cd4-1580753c903d" providerId="ADAL" clId="{E01AA50F-40BA-4699-AC96-E92EEB61EAC8}" dt="2026-10-07T13:53:31.701" v="7431"/>
          <ac:spMkLst>
            <pc:docMk/>
            <pc:sldMk cId="2212686040" sldId="536"/>
            <ac:spMk id="11" creationId="{6AF1A879-60AD-FF4B-3CCF-CF458BAFF281}"/>
          </ac:spMkLst>
        </pc:spChg>
        <pc:spChg chg="add mod">
          <ac:chgData name="Dash, Eashan" userId="fdec9f51-14cc-47ef-9cd4-1580753c903d" providerId="ADAL" clId="{E01AA50F-40BA-4699-AC96-E92EEB61EAC8}" dt="2026-10-07T13:53:31.701" v="7431"/>
          <ac:spMkLst>
            <pc:docMk/>
            <pc:sldMk cId="2212686040" sldId="536"/>
            <ac:spMk id="12" creationId="{7C2E6B08-09C5-1F5B-BDF3-5BCA0280E6C9}"/>
          </ac:spMkLst>
        </pc:spChg>
        <pc:picChg chg="add mod">
          <ac:chgData name="Dash, Eashan" userId="fdec9f51-14cc-47ef-9cd4-1580753c903d" providerId="ADAL" clId="{E01AA50F-40BA-4699-AC96-E92EEB61EAC8}" dt="2026-10-07T13:53:31.701" v="7431"/>
          <ac:picMkLst>
            <pc:docMk/>
            <pc:sldMk cId="2212686040" sldId="536"/>
            <ac:picMk id="7" creationId="{FB4E9729-82AC-AB56-F115-484897CD6CAE}"/>
          </ac:picMkLst>
        </pc:picChg>
        <pc:picChg chg="add mod">
          <ac:chgData name="Dash, Eashan" userId="fdec9f51-14cc-47ef-9cd4-1580753c903d" providerId="ADAL" clId="{E01AA50F-40BA-4699-AC96-E92EEB61EAC8}" dt="2026-10-07T13:53:31.701" v="7431"/>
          <ac:picMkLst>
            <pc:docMk/>
            <pc:sldMk cId="2212686040" sldId="536"/>
            <ac:picMk id="10" creationId="{4DC0915C-D986-CD8B-407B-1C6B1FC4137E}"/>
          </ac:picMkLst>
        </pc:picChg>
      </pc:sldChg>
      <pc:sldChg chg="addSp modSp new modAnim">
        <pc:chgData name="Dash, Eashan" userId="fdec9f51-14cc-47ef-9cd4-1580753c903d" providerId="ADAL" clId="{E01AA50F-40BA-4699-AC96-E92EEB61EAC8}" dt="2026-10-07T13:53:51.373" v="7432"/>
        <pc:sldMkLst>
          <pc:docMk/>
          <pc:sldMk cId="3704390315" sldId="537"/>
        </pc:sldMkLst>
        <pc:spChg chg="add mod">
          <ac:chgData name="Dash, Eashan" userId="fdec9f51-14cc-47ef-9cd4-1580753c903d" providerId="ADAL" clId="{E01AA50F-40BA-4699-AC96-E92EEB61EAC8}" dt="2026-10-07T13:53:51.373" v="7432"/>
          <ac:spMkLst>
            <pc:docMk/>
            <pc:sldMk cId="3704390315" sldId="537"/>
            <ac:spMk id="2" creationId="{D1733874-9383-3244-5B99-C3BFE519BEFA}"/>
          </ac:spMkLst>
        </pc:spChg>
        <pc:spChg chg="add mod">
          <ac:chgData name="Dash, Eashan" userId="fdec9f51-14cc-47ef-9cd4-1580753c903d" providerId="ADAL" clId="{E01AA50F-40BA-4699-AC96-E92EEB61EAC8}" dt="2026-10-07T13:53:51.373" v="7432"/>
          <ac:spMkLst>
            <pc:docMk/>
            <pc:sldMk cId="3704390315" sldId="537"/>
            <ac:spMk id="3" creationId="{968A9615-1DAF-9C55-DE29-1432B6E1C294}"/>
          </ac:spMkLst>
        </pc:spChg>
        <pc:spChg chg="add mod">
          <ac:chgData name="Dash, Eashan" userId="fdec9f51-14cc-47ef-9cd4-1580753c903d" providerId="ADAL" clId="{E01AA50F-40BA-4699-AC96-E92EEB61EAC8}" dt="2026-10-07T13:53:51.373" v="7432"/>
          <ac:spMkLst>
            <pc:docMk/>
            <pc:sldMk cId="3704390315" sldId="537"/>
            <ac:spMk id="4" creationId="{EAD30BAF-2370-EC33-C995-4C2A4F8250A6}"/>
          </ac:spMkLst>
        </pc:spChg>
        <pc:spChg chg="add mod">
          <ac:chgData name="Dash, Eashan" userId="fdec9f51-14cc-47ef-9cd4-1580753c903d" providerId="ADAL" clId="{E01AA50F-40BA-4699-AC96-E92EEB61EAC8}" dt="2026-10-07T13:53:51.373" v="7432"/>
          <ac:spMkLst>
            <pc:docMk/>
            <pc:sldMk cId="3704390315" sldId="537"/>
            <ac:spMk id="5" creationId="{1E38B591-3E4F-ED65-599A-77EF19750A05}"/>
          </ac:spMkLst>
        </pc:spChg>
        <pc:spChg chg="add mod">
          <ac:chgData name="Dash, Eashan" userId="fdec9f51-14cc-47ef-9cd4-1580753c903d" providerId="ADAL" clId="{E01AA50F-40BA-4699-AC96-E92EEB61EAC8}" dt="2026-10-07T13:53:51.373" v="7432"/>
          <ac:spMkLst>
            <pc:docMk/>
            <pc:sldMk cId="3704390315" sldId="537"/>
            <ac:spMk id="6" creationId="{63CA0FC6-6782-837E-3D06-2F4980ACF1B9}"/>
          </ac:spMkLst>
        </pc:spChg>
        <pc:spChg chg="add mod">
          <ac:chgData name="Dash, Eashan" userId="fdec9f51-14cc-47ef-9cd4-1580753c903d" providerId="ADAL" clId="{E01AA50F-40BA-4699-AC96-E92EEB61EAC8}" dt="2026-10-07T13:53:51.373" v="7432"/>
          <ac:spMkLst>
            <pc:docMk/>
            <pc:sldMk cId="3704390315" sldId="537"/>
            <ac:spMk id="8" creationId="{6D6B42B4-90B3-D817-8197-F4550A0C2F45}"/>
          </ac:spMkLst>
        </pc:spChg>
        <pc:spChg chg="add mod">
          <ac:chgData name="Dash, Eashan" userId="fdec9f51-14cc-47ef-9cd4-1580753c903d" providerId="ADAL" clId="{E01AA50F-40BA-4699-AC96-E92EEB61EAC8}" dt="2026-10-07T13:53:51.373" v="7432"/>
          <ac:spMkLst>
            <pc:docMk/>
            <pc:sldMk cId="3704390315" sldId="537"/>
            <ac:spMk id="9" creationId="{DD0D14F7-6749-EAD9-668F-DFDC5E69662F}"/>
          </ac:spMkLst>
        </pc:spChg>
        <pc:spChg chg="add mod">
          <ac:chgData name="Dash, Eashan" userId="fdec9f51-14cc-47ef-9cd4-1580753c903d" providerId="ADAL" clId="{E01AA50F-40BA-4699-AC96-E92EEB61EAC8}" dt="2026-10-07T13:53:51.373" v="7432"/>
          <ac:spMkLst>
            <pc:docMk/>
            <pc:sldMk cId="3704390315" sldId="537"/>
            <ac:spMk id="10" creationId="{6F5D5C42-BE2A-C9D2-BDDF-7CEBF1D43F92}"/>
          </ac:spMkLst>
        </pc:spChg>
        <pc:picChg chg="add mod">
          <ac:chgData name="Dash, Eashan" userId="fdec9f51-14cc-47ef-9cd4-1580753c903d" providerId="ADAL" clId="{E01AA50F-40BA-4699-AC96-E92EEB61EAC8}" dt="2026-10-07T13:53:51.373" v="7432"/>
          <ac:picMkLst>
            <pc:docMk/>
            <pc:sldMk cId="3704390315" sldId="537"/>
            <ac:picMk id="7" creationId="{F9064C94-66CC-F29C-5260-BA4CE74101B8}"/>
          </ac:picMkLst>
        </pc:picChg>
        <pc:picChg chg="add mod">
          <ac:chgData name="Dash, Eashan" userId="fdec9f51-14cc-47ef-9cd4-1580753c903d" providerId="ADAL" clId="{E01AA50F-40BA-4699-AC96-E92EEB61EAC8}" dt="2026-10-07T13:53:51.373" v="7432"/>
          <ac:picMkLst>
            <pc:docMk/>
            <pc:sldMk cId="3704390315" sldId="537"/>
            <ac:picMk id="11" creationId="{8C328A0F-3B3B-0080-AD84-0FBF94013899}"/>
          </ac:picMkLst>
        </pc:picChg>
      </pc:sldChg>
      <pc:sldChg chg="addSp modSp new modAnim">
        <pc:chgData name="Dash, Eashan" userId="fdec9f51-14cc-47ef-9cd4-1580753c903d" providerId="ADAL" clId="{E01AA50F-40BA-4699-AC96-E92EEB61EAC8}" dt="2026-10-07T13:53:16.142" v="7430"/>
        <pc:sldMkLst>
          <pc:docMk/>
          <pc:sldMk cId="642538274" sldId="538"/>
        </pc:sldMkLst>
        <pc:spChg chg="mod">
          <ac:chgData name="Dash, Eashan" userId="fdec9f51-14cc-47ef-9cd4-1580753c903d" providerId="ADAL" clId="{E01AA50F-40BA-4699-AC96-E92EEB61EAC8}" dt="2026-10-07T13:53:16.142" v="7430"/>
          <ac:spMkLst>
            <pc:docMk/>
            <pc:sldMk cId="642538274" sldId="538"/>
            <ac:spMk id="5" creationId="{11BC1C49-B177-B331-409B-522D947B3E82}"/>
          </ac:spMkLst>
        </pc:spChg>
        <pc:spChg chg="mod">
          <ac:chgData name="Dash, Eashan" userId="fdec9f51-14cc-47ef-9cd4-1580753c903d" providerId="ADAL" clId="{E01AA50F-40BA-4699-AC96-E92EEB61EAC8}" dt="2026-10-07T13:53:16.142" v="7430"/>
          <ac:spMkLst>
            <pc:docMk/>
            <pc:sldMk cId="642538274" sldId="538"/>
            <ac:spMk id="6" creationId="{F2323A8D-16B6-97CE-D84C-D0BD7E058973}"/>
          </ac:spMkLst>
        </pc:spChg>
        <pc:spChg chg="mod">
          <ac:chgData name="Dash, Eashan" userId="fdec9f51-14cc-47ef-9cd4-1580753c903d" providerId="ADAL" clId="{E01AA50F-40BA-4699-AC96-E92EEB61EAC8}" dt="2026-10-07T13:53:16.142" v="7430"/>
          <ac:spMkLst>
            <pc:docMk/>
            <pc:sldMk cId="642538274" sldId="538"/>
            <ac:spMk id="7" creationId="{EBD26713-D25E-050F-7B5B-35EFA711760B}"/>
          </ac:spMkLst>
        </pc:spChg>
        <pc:spChg chg="mod">
          <ac:chgData name="Dash, Eashan" userId="fdec9f51-14cc-47ef-9cd4-1580753c903d" providerId="ADAL" clId="{E01AA50F-40BA-4699-AC96-E92EEB61EAC8}" dt="2026-10-07T13:53:16.142" v="7430"/>
          <ac:spMkLst>
            <pc:docMk/>
            <pc:sldMk cId="642538274" sldId="538"/>
            <ac:spMk id="12" creationId="{B70ABB06-854F-EE23-DF09-F7477E8C561A}"/>
          </ac:spMkLst>
        </pc:spChg>
        <pc:spChg chg="mod">
          <ac:chgData name="Dash, Eashan" userId="fdec9f51-14cc-47ef-9cd4-1580753c903d" providerId="ADAL" clId="{E01AA50F-40BA-4699-AC96-E92EEB61EAC8}" dt="2026-10-07T13:53:16.142" v="7430"/>
          <ac:spMkLst>
            <pc:docMk/>
            <pc:sldMk cId="642538274" sldId="538"/>
            <ac:spMk id="18" creationId="{93F48A93-0081-B207-1B04-A0269674458D}"/>
          </ac:spMkLst>
        </pc:spChg>
        <pc:spChg chg="mod">
          <ac:chgData name="Dash, Eashan" userId="fdec9f51-14cc-47ef-9cd4-1580753c903d" providerId="ADAL" clId="{E01AA50F-40BA-4699-AC96-E92EEB61EAC8}" dt="2026-10-07T13:53:16.142" v="7430"/>
          <ac:spMkLst>
            <pc:docMk/>
            <pc:sldMk cId="642538274" sldId="538"/>
            <ac:spMk id="26" creationId="{5C025EE8-7B5D-0053-FA2E-87566F6AE23E}"/>
          </ac:spMkLst>
        </pc:spChg>
        <pc:spChg chg="mod">
          <ac:chgData name="Dash, Eashan" userId="fdec9f51-14cc-47ef-9cd4-1580753c903d" providerId="ADAL" clId="{E01AA50F-40BA-4699-AC96-E92EEB61EAC8}" dt="2026-10-07T13:53:16.142" v="7430"/>
          <ac:spMkLst>
            <pc:docMk/>
            <pc:sldMk cId="642538274" sldId="538"/>
            <ac:spMk id="27" creationId="{2836DB15-6874-2FBA-24EE-C670A9E3F4FE}"/>
          </ac:spMkLst>
        </pc:spChg>
        <pc:spChg chg="mod">
          <ac:chgData name="Dash, Eashan" userId="fdec9f51-14cc-47ef-9cd4-1580753c903d" providerId="ADAL" clId="{E01AA50F-40BA-4699-AC96-E92EEB61EAC8}" dt="2026-10-07T13:53:16.142" v="7430"/>
          <ac:spMkLst>
            <pc:docMk/>
            <pc:sldMk cId="642538274" sldId="538"/>
            <ac:spMk id="33" creationId="{1D0B5BB9-E7FD-B1EA-D8E1-95E75ED97A63}"/>
          </ac:spMkLst>
        </pc:spChg>
        <pc:spChg chg="mod">
          <ac:chgData name="Dash, Eashan" userId="fdec9f51-14cc-47ef-9cd4-1580753c903d" providerId="ADAL" clId="{E01AA50F-40BA-4699-AC96-E92EEB61EAC8}" dt="2026-10-07T13:53:16.142" v="7430"/>
          <ac:spMkLst>
            <pc:docMk/>
            <pc:sldMk cId="642538274" sldId="538"/>
            <ac:spMk id="38" creationId="{A3D91A01-F351-08CA-DCD1-E98F48D5C509}"/>
          </ac:spMkLst>
        </pc:spChg>
        <pc:spChg chg="mod">
          <ac:chgData name="Dash, Eashan" userId="fdec9f51-14cc-47ef-9cd4-1580753c903d" providerId="ADAL" clId="{E01AA50F-40BA-4699-AC96-E92EEB61EAC8}" dt="2026-10-07T13:53:16.142" v="7430"/>
          <ac:spMkLst>
            <pc:docMk/>
            <pc:sldMk cId="642538274" sldId="538"/>
            <ac:spMk id="40" creationId="{014F322E-5018-6DC7-68CB-9B2FEDBBFABB}"/>
          </ac:spMkLst>
        </pc:spChg>
      </pc:sldChg>
      <pc:sldChg chg="addSp new mod">
        <pc:chgData name="Dash, Eashan" userId="fdec9f51-14cc-47ef-9cd4-1580753c903d" providerId="ADAL" clId="{E01AA50F-40BA-4699-AC96-E92EEB61EAC8}" dt="2026-10-07T13:54:37.061" v="7438" actId="22"/>
        <pc:sldMkLst>
          <pc:docMk/>
          <pc:sldMk cId="2151314250" sldId="539"/>
        </pc:sldMkLst>
        <pc:spChg chg="add">
          <ac:chgData name="Dash, Eashan" userId="fdec9f51-14cc-47ef-9cd4-1580753c903d" providerId="ADAL" clId="{E01AA50F-40BA-4699-AC96-E92EEB61EAC8}" dt="2026-10-07T13:54:37.061" v="7438" actId="22"/>
          <ac:spMkLst>
            <pc:docMk/>
            <pc:sldMk cId="2151314250" sldId="539"/>
            <ac:spMk id="3" creationId="{BC75CF17-C7F9-8EE0-45FD-BC2D249FFFB3}"/>
          </ac:spMkLst>
        </pc:spChg>
        <pc:spChg chg="add">
          <ac:chgData name="Dash, Eashan" userId="fdec9f51-14cc-47ef-9cd4-1580753c903d" providerId="ADAL" clId="{E01AA50F-40BA-4699-AC96-E92EEB61EAC8}" dt="2026-10-07T13:54:37.061" v="7438" actId="22"/>
          <ac:spMkLst>
            <pc:docMk/>
            <pc:sldMk cId="2151314250" sldId="539"/>
            <ac:spMk id="17" creationId="{60C6A7C8-BC75-2214-EE38-FFBE5AB7A90F}"/>
          </ac:spMkLst>
        </pc:spChg>
        <pc:spChg chg="add">
          <ac:chgData name="Dash, Eashan" userId="fdec9f51-14cc-47ef-9cd4-1580753c903d" providerId="ADAL" clId="{E01AA50F-40BA-4699-AC96-E92EEB61EAC8}" dt="2026-10-07T13:54:37.061" v="7438" actId="22"/>
          <ac:spMkLst>
            <pc:docMk/>
            <pc:sldMk cId="2151314250" sldId="539"/>
            <ac:spMk id="19" creationId="{84537C81-E7FB-9D81-F761-61B701060969}"/>
          </ac:spMkLst>
        </pc:spChg>
        <pc:spChg chg="add">
          <ac:chgData name="Dash, Eashan" userId="fdec9f51-14cc-47ef-9cd4-1580753c903d" providerId="ADAL" clId="{E01AA50F-40BA-4699-AC96-E92EEB61EAC8}" dt="2026-10-07T13:54:37.061" v="7438" actId="22"/>
          <ac:spMkLst>
            <pc:docMk/>
            <pc:sldMk cId="2151314250" sldId="539"/>
            <ac:spMk id="25" creationId="{63EE896D-6F3D-38D9-E173-3E969F9071EA}"/>
          </ac:spMkLst>
        </pc:spChg>
        <pc:spChg chg="add">
          <ac:chgData name="Dash, Eashan" userId="fdec9f51-14cc-47ef-9cd4-1580753c903d" providerId="ADAL" clId="{E01AA50F-40BA-4699-AC96-E92EEB61EAC8}" dt="2026-10-07T13:54:37.061" v="7438" actId="22"/>
          <ac:spMkLst>
            <pc:docMk/>
            <pc:sldMk cId="2151314250" sldId="539"/>
            <ac:spMk id="35" creationId="{0BA63074-FAFE-B468-4DDE-DB3F6A352246}"/>
          </ac:spMkLst>
        </pc:spChg>
        <pc:spChg chg="add">
          <ac:chgData name="Dash, Eashan" userId="fdec9f51-14cc-47ef-9cd4-1580753c903d" providerId="ADAL" clId="{E01AA50F-40BA-4699-AC96-E92EEB61EAC8}" dt="2026-10-07T13:54:37.061" v="7438" actId="22"/>
          <ac:spMkLst>
            <pc:docMk/>
            <pc:sldMk cId="2151314250" sldId="539"/>
            <ac:spMk id="37" creationId="{D86AAD20-BA1F-A5BF-702F-519618044FA3}"/>
          </ac:spMkLst>
        </pc:spChg>
        <pc:spChg chg="add">
          <ac:chgData name="Dash, Eashan" userId="fdec9f51-14cc-47ef-9cd4-1580753c903d" providerId="ADAL" clId="{E01AA50F-40BA-4699-AC96-E92EEB61EAC8}" dt="2026-10-07T13:54:37.061" v="7438" actId="22"/>
          <ac:spMkLst>
            <pc:docMk/>
            <pc:sldMk cId="2151314250" sldId="539"/>
            <ac:spMk id="57" creationId="{41EB9061-8B6E-AB8B-4A26-D781F830B6C1}"/>
          </ac:spMkLst>
        </pc:spChg>
        <pc:spChg chg="add">
          <ac:chgData name="Dash, Eashan" userId="fdec9f51-14cc-47ef-9cd4-1580753c903d" providerId="ADAL" clId="{E01AA50F-40BA-4699-AC96-E92EEB61EAC8}" dt="2026-10-07T13:54:37.061" v="7438" actId="22"/>
          <ac:spMkLst>
            <pc:docMk/>
            <pc:sldMk cId="2151314250" sldId="539"/>
            <ac:spMk id="63" creationId="{6B05FA9D-5192-3432-9FBE-AF92032B4B12}"/>
          </ac:spMkLst>
        </pc:spChg>
        <pc:spChg chg="add">
          <ac:chgData name="Dash, Eashan" userId="fdec9f51-14cc-47ef-9cd4-1580753c903d" providerId="ADAL" clId="{E01AA50F-40BA-4699-AC96-E92EEB61EAC8}" dt="2026-10-07T13:54:37.061" v="7438" actId="22"/>
          <ac:spMkLst>
            <pc:docMk/>
            <pc:sldMk cId="2151314250" sldId="539"/>
            <ac:spMk id="67" creationId="{CB4C5A90-76A8-825F-927A-184451C4C54B}"/>
          </ac:spMkLst>
        </pc:spChg>
        <pc:spChg chg="add">
          <ac:chgData name="Dash, Eashan" userId="fdec9f51-14cc-47ef-9cd4-1580753c903d" providerId="ADAL" clId="{E01AA50F-40BA-4699-AC96-E92EEB61EAC8}" dt="2026-10-07T13:54:37.061" v="7438" actId="22"/>
          <ac:spMkLst>
            <pc:docMk/>
            <pc:sldMk cId="2151314250" sldId="539"/>
            <ac:spMk id="69" creationId="{D07B0F77-E820-7B59-C254-D9E7510F4014}"/>
          </ac:spMkLst>
        </pc:spChg>
      </pc:sldChg>
      <pc:sldChg chg="addSp modSp new ord modAnim">
        <pc:chgData name="Dash, Eashan" userId="fdec9f51-14cc-47ef-9cd4-1580753c903d" providerId="ADAL" clId="{E01AA50F-40BA-4699-AC96-E92EEB61EAC8}" dt="2026-10-07T13:54:13.232" v="7437"/>
        <pc:sldMkLst>
          <pc:docMk/>
          <pc:sldMk cId="857488446" sldId="540"/>
        </pc:sldMkLst>
        <pc:spChg chg="add mod">
          <ac:chgData name="Dash, Eashan" userId="fdec9f51-14cc-47ef-9cd4-1580753c903d" providerId="ADAL" clId="{E01AA50F-40BA-4699-AC96-E92EEB61EAC8}" dt="2026-10-07T13:54:10.734" v="7435"/>
          <ac:spMkLst>
            <pc:docMk/>
            <pc:sldMk cId="857488446" sldId="540"/>
            <ac:spMk id="2" creationId="{6D2224A2-D74E-62B3-F32F-92883B886C7B}"/>
          </ac:spMkLst>
        </pc:spChg>
        <pc:spChg chg="add mod">
          <ac:chgData name="Dash, Eashan" userId="fdec9f51-14cc-47ef-9cd4-1580753c903d" providerId="ADAL" clId="{E01AA50F-40BA-4699-AC96-E92EEB61EAC8}" dt="2026-10-07T13:54:10.734" v="7435"/>
          <ac:spMkLst>
            <pc:docMk/>
            <pc:sldMk cId="857488446" sldId="540"/>
            <ac:spMk id="3" creationId="{B4EA34C2-2E80-8FC2-D729-246A5C9BF30B}"/>
          </ac:spMkLst>
        </pc:spChg>
        <pc:spChg chg="add mod">
          <ac:chgData name="Dash, Eashan" userId="fdec9f51-14cc-47ef-9cd4-1580753c903d" providerId="ADAL" clId="{E01AA50F-40BA-4699-AC96-E92EEB61EAC8}" dt="2026-10-07T13:54:10.734" v="7435"/>
          <ac:spMkLst>
            <pc:docMk/>
            <pc:sldMk cId="857488446" sldId="540"/>
            <ac:spMk id="4" creationId="{6CEA2249-6EB8-62D6-EBC3-10A1EED647B0}"/>
          </ac:spMkLst>
        </pc:spChg>
        <pc:spChg chg="mod">
          <ac:chgData name="Dash, Eashan" userId="fdec9f51-14cc-47ef-9cd4-1580753c903d" providerId="ADAL" clId="{E01AA50F-40BA-4699-AC96-E92EEB61EAC8}" dt="2026-10-07T13:54:10.734" v="7435"/>
          <ac:spMkLst>
            <pc:docMk/>
            <pc:sldMk cId="857488446" sldId="540"/>
            <ac:spMk id="6" creationId="{F4FA420C-68E6-9AE8-91C9-29AE074C5956}"/>
          </ac:spMkLst>
        </pc:spChg>
        <pc:spChg chg="mod">
          <ac:chgData name="Dash, Eashan" userId="fdec9f51-14cc-47ef-9cd4-1580753c903d" providerId="ADAL" clId="{E01AA50F-40BA-4699-AC96-E92EEB61EAC8}" dt="2026-10-07T13:54:10.734" v="7435"/>
          <ac:spMkLst>
            <pc:docMk/>
            <pc:sldMk cId="857488446" sldId="540"/>
            <ac:spMk id="7" creationId="{460D0EA1-304B-F7D9-3687-2165989FA20A}"/>
          </ac:spMkLst>
        </pc:spChg>
        <pc:spChg chg="add mod">
          <ac:chgData name="Dash, Eashan" userId="fdec9f51-14cc-47ef-9cd4-1580753c903d" providerId="ADAL" clId="{E01AA50F-40BA-4699-AC96-E92EEB61EAC8}" dt="2026-10-07T13:54:10.734" v="7435"/>
          <ac:spMkLst>
            <pc:docMk/>
            <pc:sldMk cId="857488446" sldId="540"/>
            <ac:spMk id="9" creationId="{D2F06B2B-1C50-099D-B8DF-E0F8D0DAB815}"/>
          </ac:spMkLst>
        </pc:spChg>
        <pc:spChg chg="add mod">
          <ac:chgData name="Dash, Eashan" userId="fdec9f51-14cc-47ef-9cd4-1580753c903d" providerId="ADAL" clId="{E01AA50F-40BA-4699-AC96-E92EEB61EAC8}" dt="2026-10-07T13:54:10.734" v="7435"/>
          <ac:spMkLst>
            <pc:docMk/>
            <pc:sldMk cId="857488446" sldId="540"/>
            <ac:spMk id="10" creationId="{F7F26945-FBA7-723B-9CE7-D5ECB7867596}"/>
          </ac:spMkLst>
        </pc:spChg>
        <pc:spChg chg="add mod">
          <ac:chgData name="Dash, Eashan" userId="fdec9f51-14cc-47ef-9cd4-1580753c903d" providerId="ADAL" clId="{E01AA50F-40BA-4699-AC96-E92EEB61EAC8}" dt="2026-10-07T13:54:10.734" v="7435"/>
          <ac:spMkLst>
            <pc:docMk/>
            <pc:sldMk cId="857488446" sldId="540"/>
            <ac:spMk id="11" creationId="{77384B3F-7460-F745-A230-2936BC8877FD}"/>
          </ac:spMkLst>
        </pc:spChg>
        <pc:picChg chg="add mod">
          <ac:chgData name="Dash, Eashan" userId="fdec9f51-14cc-47ef-9cd4-1580753c903d" providerId="ADAL" clId="{E01AA50F-40BA-4699-AC96-E92EEB61EAC8}" dt="2026-10-07T13:54:10.734" v="7435"/>
          <ac:picMkLst>
            <pc:docMk/>
            <pc:sldMk cId="857488446" sldId="540"/>
            <ac:picMk id="8" creationId="{DD108539-A4E1-0251-05EB-171C86A19648}"/>
          </ac:picMkLst>
        </pc:picChg>
        <pc:picChg chg="add mod">
          <ac:chgData name="Dash, Eashan" userId="fdec9f51-14cc-47ef-9cd4-1580753c903d" providerId="ADAL" clId="{E01AA50F-40BA-4699-AC96-E92EEB61EAC8}" dt="2026-10-07T13:54:10.734" v="7435"/>
          <ac:picMkLst>
            <pc:docMk/>
            <pc:sldMk cId="857488446" sldId="540"/>
            <ac:picMk id="12" creationId="{70E8A371-39BA-616F-6231-76EE643477E1}"/>
          </ac:picMkLst>
        </pc:picChg>
      </pc:sldChg>
      <pc:sldChg chg="addSp new mod">
        <pc:chgData name="Dash, Eashan" userId="fdec9f51-14cc-47ef-9cd4-1580753c903d" providerId="ADAL" clId="{E01AA50F-40BA-4699-AC96-E92EEB61EAC8}" dt="2026-10-07T13:54:59.678" v="7440" actId="22"/>
        <pc:sldMkLst>
          <pc:docMk/>
          <pc:sldMk cId="605559598" sldId="541"/>
        </pc:sldMkLst>
        <pc:spChg chg="add">
          <ac:chgData name="Dash, Eashan" userId="fdec9f51-14cc-47ef-9cd4-1580753c903d" providerId="ADAL" clId="{E01AA50F-40BA-4699-AC96-E92EEB61EAC8}" dt="2026-10-07T13:54:59.678" v="7440" actId="22"/>
          <ac:spMkLst>
            <pc:docMk/>
            <pc:sldMk cId="605559598" sldId="541"/>
            <ac:spMk id="5" creationId="{3733D581-B616-02CC-DC2A-5DDB467AC708}"/>
          </ac:spMkLst>
        </pc:spChg>
        <pc:spChg chg="add">
          <ac:chgData name="Dash, Eashan" userId="fdec9f51-14cc-47ef-9cd4-1580753c903d" providerId="ADAL" clId="{E01AA50F-40BA-4699-AC96-E92EEB61EAC8}" dt="2026-10-07T13:54:59.678" v="7440" actId="22"/>
          <ac:spMkLst>
            <pc:docMk/>
            <pc:sldMk cId="605559598" sldId="541"/>
            <ac:spMk id="9" creationId="{5306147B-2F7B-5B15-78AD-251E8353750C}"/>
          </ac:spMkLst>
        </pc:spChg>
        <pc:spChg chg="add">
          <ac:chgData name="Dash, Eashan" userId="fdec9f51-14cc-47ef-9cd4-1580753c903d" providerId="ADAL" clId="{E01AA50F-40BA-4699-AC96-E92EEB61EAC8}" dt="2026-10-07T13:54:59.678" v="7440" actId="22"/>
          <ac:spMkLst>
            <pc:docMk/>
            <pc:sldMk cId="605559598" sldId="541"/>
            <ac:spMk id="11" creationId="{28AC8069-EA00-A0AB-A703-FF72D41985C1}"/>
          </ac:spMkLst>
        </pc:spChg>
        <pc:spChg chg="add">
          <ac:chgData name="Dash, Eashan" userId="fdec9f51-14cc-47ef-9cd4-1580753c903d" providerId="ADAL" clId="{E01AA50F-40BA-4699-AC96-E92EEB61EAC8}" dt="2026-10-07T13:54:59.678" v="7440" actId="22"/>
          <ac:spMkLst>
            <pc:docMk/>
            <pc:sldMk cId="605559598" sldId="541"/>
            <ac:spMk id="13" creationId="{43B14579-2C9D-362E-7FC2-4900776FDE98}"/>
          </ac:spMkLst>
        </pc:spChg>
        <pc:spChg chg="add">
          <ac:chgData name="Dash, Eashan" userId="fdec9f51-14cc-47ef-9cd4-1580753c903d" providerId="ADAL" clId="{E01AA50F-40BA-4699-AC96-E92EEB61EAC8}" dt="2026-10-07T13:54:59.678" v="7440" actId="22"/>
          <ac:spMkLst>
            <pc:docMk/>
            <pc:sldMk cId="605559598" sldId="541"/>
            <ac:spMk id="17" creationId="{5C85DAC9-4531-EDCE-0532-A8D5371434BE}"/>
          </ac:spMkLst>
        </pc:spChg>
        <pc:spChg chg="add">
          <ac:chgData name="Dash, Eashan" userId="fdec9f51-14cc-47ef-9cd4-1580753c903d" providerId="ADAL" clId="{E01AA50F-40BA-4699-AC96-E92EEB61EAC8}" dt="2026-10-07T13:54:59.678" v="7440" actId="22"/>
          <ac:spMkLst>
            <pc:docMk/>
            <pc:sldMk cId="605559598" sldId="541"/>
            <ac:spMk id="21" creationId="{57D2DAAA-81A6-C9B7-3BBA-30FE9765E746}"/>
          </ac:spMkLst>
        </pc:spChg>
        <pc:spChg chg="add">
          <ac:chgData name="Dash, Eashan" userId="fdec9f51-14cc-47ef-9cd4-1580753c903d" providerId="ADAL" clId="{E01AA50F-40BA-4699-AC96-E92EEB61EAC8}" dt="2026-10-07T13:54:59.678" v="7440" actId="22"/>
          <ac:spMkLst>
            <pc:docMk/>
            <pc:sldMk cId="605559598" sldId="541"/>
            <ac:spMk id="29" creationId="{BF29F870-9C3E-CA03-F166-FAB7F1FC7983}"/>
          </ac:spMkLst>
        </pc:spChg>
        <pc:spChg chg="add">
          <ac:chgData name="Dash, Eashan" userId="fdec9f51-14cc-47ef-9cd4-1580753c903d" providerId="ADAL" clId="{E01AA50F-40BA-4699-AC96-E92EEB61EAC8}" dt="2026-10-07T13:54:59.678" v="7440" actId="22"/>
          <ac:spMkLst>
            <pc:docMk/>
            <pc:sldMk cId="605559598" sldId="541"/>
            <ac:spMk id="35" creationId="{7DABCF3D-5900-7959-30E9-B1C569A07272}"/>
          </ac:spMkLst>
        </pc:spChg>
        <pc:spChg chg="add">
          <ac:chgData name="Dash, Eashan" userId="fdec9f51-14cc-47ef-9cd4-1580753c903d" providerId="ADAL" clId="{E01AA50F-40BA-4699-AC96-E92EEB61EAC8}" dt="2026-10-07T13:54:59.678" v="7440" actId="22"/>
          <ac:spMkLst>
            <pc:docMk/>
            <pc:sldMk cId="605559598" sldId="541"/>
            <ac:spMk id="37" creationId="{75A3D0CC-4E02-3298-98F6-7F0569067AC4}"/>
          </ac:spMkLst>
        </pc:spChg>
        <pc:spChg chg="add">
          <ac:chgData name="Dash, Eashan" userId="fdec9f51-14cc-47ef-9cd4-1580753c903d" providerId="ADAL" clId="{E01AA50F-40BA-4699-AC96-E92EEB61EAC8}" dt="2026-10-07T13:54:59.678" v="7440" actId="22"/>
          <ac:spMkLst>
            <pc:docMk/>
            <pc:sldMk cId="605559598" sldId="541"/>
            <ac:spMk id="41" creationId="{95F03292-FDFE-8662-64CD-AAAF842A8785}"/>
          </ac:spMkLst>
        </pc:spChg>
      </pc:sldChg>
      <pc:sldChg chg="addSp new mod">
        <pc:chgData name="Dash, Eashan" userId="fdec9f51-14cc-47ef-9cd4-1580753c903d" providerId="ADAL" clId="{E01AA50F-40BA-4699-AC96-E92EEB61EAC8}" dt="2026-10-07T13:55:17.320" v="7443" actId="22"/>
        <pc:sldMkLst>
          <pc:docMk/>
          <pc:sldMk cId="2015265063" sldId="542"/>
        </pc:sldMkLst>
        <pc:spChg chg="add">
          <ac:chgData name="Dash, Eashan" userId="fdec9f51-14cc-47ef-9cd4-1580753c903d" providerId="ADAL" clId="{E01AA50F-40BA-4699-AC96-E92EEB61EAC8}" dt="2026-10-07T13:55:17.320" v="7443" actId="22"/>
          <ac:spMkLst>
            <pc:docMk/>
            <pc:sldMk cId="2015265063" sldId="542"/>
            <ac:spMk id="3" creationId="{00BFBCB8-D551-D2CD-C880-3F1F4E219D28}"/>
          </ac:spMkLst>
        </pc:spChg>
        <pc:spChg chg="add">
          <ac:chgData name="Dash, Eashan" userId="fdec9f51-14cc-47ef-9cd4-1580753c903d" providerId="ADAL" clId="{E01AA50F-40BA-4699-AC96-E92EEB61EAC8}" dt="2026-10-07T13:55:17.320" v="7443" actId="22"/>
          <ac:spMkLst>
            <pc:docMk/>
            <pc:sldMk cId="2015265063" sldId="542"/>
            <ac:spMk id="5" creationId="{D013BC31-CBE5-B761-6871-306EC66761CE}"/>
          </ac:spMkLst>
        </pc:spChg>
        <pc:spChg chg="add">
          <ac:chgData name="Dash, Eashan" userId="fdec9f51-14cc-47ef-9cd4-1580753c903d" providerId="ADAL" clId="{E01AA50F-40BA-4699-AC96-E92EEB61EAC8}" dt="2026-10-07T13:55:17.320" v="7443" actId="22"/>
          <ac:spMkLst>
            <pc:docMk/>
            <pc:sldMk cId="2015265063" sldId="542"/>
            <ac:spMk id="7" creationId="{C9986AD7-8E2D-D1CF-BAC1-D26F37569B26}"/>
          </ac:spMkLst>
        </pc:spChg>
        <pc:spChg chg="add">
          <ac:chgData name="Dash, Eashan" userId="fdec9f51-14cc-47ef-9cd4-1580753c903d" providerId="ADAL" clId="{E01AA50F-40BA-4699-AC96-E92EEB61EAC8}" dt="2026-10-07T13:55:17.320" v="7443" actId="22"/>
          <ac:spMkLst>
            <pc:docMk/>
            <pc:sldMk cId="2015265063" sldId="542"/>
            <ac:spMk id="9" creationId="{41A27046-0DE5-637A-C273-E2CE556A6EFD}"/>
          </ac:spMkLst>
        </pc:spChg>
        <pc:spChg chg="add">
          <ac:chgData name="Dash, Eashan" userId="fdec9f51-14cc-47ef-9cd4-1580753c903d" providerId="ADAL" clId="{E01AA50F-40BA-4699-AC96-E92EEB61EAC8}" dt="2026-10-07T13:55:17.320" v="7443" actId="22"/>
          <ac:spMkLst>
            <pc:docMk/>
            <pc:sldMk cId="2015265063" sldId="542"/>
            <ac:spMk id="13" creationId="{D8F9017C-D970-122C-FCB6-7032D87E7944}"/>
          </ac:spMkLst>
        </pc:spChg>
        <pc:picChg chg="add">
          <ac:chgData name="Dash, Eashan" userId="fdec9f51-14cc-47ef-9cd4-1580753c903d" providerId="ADAL" clId="{E01AA50F-40BA-4699-AC96-E92EEB61EAC8}" dt="2026-10-07T13:55:17.320" v="7443" actId="22"/>
          <ac:picMkLst>
            <pc:docMk/>
            <pc:sldMk cId="2015265063" sldId="542"/>
            <ac:picMk id="11" creationId="{964D8564-9FD8-BA7E-0CFA-F7331DDD2C2D}"/>
          </ac:picMkLst>
        </pc:picChg>
      </pc:sldChg>
      <pc:sldChg chg="addSp new mod">
        <pc:chgData name="Dash, Eashan" userId="fdec9f51-14cc-47ef-9cd4-1580753c903d" providerId="ADAL" clId="{E01AA50F-40BA-4699-AC96-E92EEB61EAC8}" dt="2026-10-07T13:57:46.687" v="7520" actId="22"/>
        <pc:sldMkLst>
          <pc:docMk/>
          <pc:sldMk cId="1533103028" sldId="543"/>
        </pc:sldMkLst>
        <pc:spChg chg="add">
          <ac:chgData name="Dash, Eashan" userId="fdec9f51-14cc-47ef-9cd4-1580753c903d" providerId="ADAL" clId="{E01AA50F-40BA-4699-AC96-E92EEB61EAC8}" dt="2026-10-07T13:57:46.687" v="7520" actId="22"/>
          <ac:spMkLst>
            <pc:docMk/>
            <pc:sldMk cId="1533103028" sldId="543"/>
            <ac:spMk id="5" creationId="{8E375C21-EA5C-F579-DB6D-44E69AC28D7E}"/>
          </ac:spMkLst>
        </pc:spChg>
        <pc:spChg chg="add">
          <ac:chgData name="Dash, Eashan" userId="fdec9f51-14cc-47ef-9cd4-1580753c903d" providerId="ADAL" clId="{E01AA50F-40BA-4699-AC96-E92EEB61EAC8}" dt="2026-10-07T13:57:46.687" v="7520" actId="22"/>
          <ac:spMkLst>
            <pc:docMk/>
            <pc:sldMk cId="1533103028" sldId="543"/>
            <ac:spMk id="17" creationId="{A0D856C8-F0BE-FFE8-FBFD-04E76C9C8349}"/>
          </ac:spMkLst>
        </pc:spChg>
        <pc:spChg chg="add">
          <ac:chgData name="Dash, Eashan" userId="fdec9f51-14cc-47ef-9cd4-1580753c903d" providerId="ADAL" clId="{E01AA50F-40BA-4699-AC96-E92EEB61EAC8}" dt="2026-10-07T13:57:46.687" v="7520" actId="22"/>
          <ac:spMkLst>
            <pc:docMk/>
            <pc:sldMk cId="1533103028" sldId="543"/>
            <ac:spMk id="23" creationId="{737976C6-5324-943A-23FF-FBC8EE8C7742}"/>
          </ac:spMkLst>
        </pc:spChg>
        <pc:spChg chg="add">
          <ac:chgData name="Dash, Eashan" userId="fdec9f51-14cc-47ef-9cd4-1580753c903d" providerId="ADAL" clId="{E01AA50F-40BA-4699-AC96-E92EEB61EAC8}" dt="2026-10-07T13:57:46.687" v="7520" actId="22"/>
          <ac:spMkLst>
            <pc:docMk/>
            <pc:sldMk cId="1533103028" sldId="543"/>
            <ac:spMk id="35" creationId="{DCF9420B-772D-7A56-40CE-880C8B92E46B}"/>
          </ac:spMkLst>
        </pc:spChg>
        <pc:spChg chg="add">
          <ac:chgData name="Dash, Eashan" userId="fdec9f51-14cc-47ef-9cd4-1580753c903d" providerId="ADAL" clId="{E01AA50F-40BA-4699-AC96-E92EEB61EAC8}" dt="2026-10-07T13:57:46.687" v="7520" actId="22"/>
          <ac:spMkLst>
            <pc:docMk/>
            <pc:sldMk cId="1533103028" sldId="543"/>
            <ac:spMk id="37" creationId="{A3E8D914-CD4A-6749-3887-F08E5F27F138}"/>
          </ac:spMkLst>
        </pc:spChg>
        <pc:spChg chg="add">
          <ac:chgData name="Dash, Eashan" userId="fdec9f51-14cc-47ef-9cd4-1580753c903d" providerId="ADAL" clId="{E01AA50F-40BA-4699-AC96-E92EEB61EAC8}" dt="2026-10-07T13:57:46.687" v="7520" actId="22"/>
          <ac:spMkLst>
            <pc:docMk/>
            <pc:sldMk cId="1533103028" sldId="543"/>
            <ac:spMk id="41" creationId="{D6A9D57F-0611-7617-D6F3-AB4CB8646868}"/>
          </ac:spMkLst>
        </pc:spChg>
        <pc:spChg chg="add">
          <ac:chgData name="Dash, Eashan" userId="fdec9f51-14cc-47ef-9cd4-1580753c903d" providerId="ADAL" clId="{E01AA50F-40BA-4699-AC96-E92EEB61EAC8}" dt="2026-10-07T13:57:46.687" v="7520" actId="22"/>
          <ac:spMkLst>
            <pc:docMk/>
            <pc:sldMk cId="1533103028" sldId="543"/>
            <ac:spMk id="51" creationId="{DAF6E3A5-0C2C-0442-9F1E-AC91421384B0}"/>
          </ac:spMkLst>
        </pc:spChg>
        <pc:spChg chg="add">
          <ac:chgData name="Dash, Eashan" userId="fdec9f51-14cc-47ef-9cd4-1580753c903d" providerId="ADAL" clId="{E01AA50F-40BA-4699-AC96-E92EEB61EAC8}" dt="2026-10-07T13:57:46.687" v="7520" actId="22"/>
          <ac:spMkLst>
            <pc:docMk/>
            <pc:sldMk cId="1533103028" sldId="543"/>
            <ac:spMk id="67" creationId="{14B2347F-9A2B-CD67-405E-9FE937A5FADD}"/>
          </ac:spMkLst>
        </pc:spChg>
        <pc:spChg chg="add">
          <ac:chgData name="Dash, Eashan" userId="fdec9f51-14cc-47ef-9cd4-1580753c903d" providerId="ADAL" clId="{E01AA50F-40BA-4699-AC96-E92EEB61EAC8}" dt="2026-10-07T13:57:46.687" v="7520" actId="22"/>
          <ac:spMkLst>
            <pc:docMk/>
            <pc:sldMk cId="1533103028" sldId="543"/>
            <ac:spMk id="89" creationId="{0959C1DA-1FB0-5D20-736C-861BB60EDFD3}"/>
          </ac:spMkLst>
        </pc:spChg>
        <pc:spChg chg="add">
          <ac:chgData name="Dash, Eashan" userId="fdec9f51-14cc-47ef-9cd4-1580753c903d" providerId="ADAL" clId="{E01AA50F-40BA-4699-AC96-E92EEB61EAC8}" dt="2026-10-07T13:57:46.687" v="7520" actId="22"/>
          <ac:spMkLst>
            <pc:docMk/>
            <pc:sldMk cId="1533103028" sldId="543"/>
            <ac:spMk id="103" creationId="{ABE06E35-F03D-7A1F-A90C-2C043C896B67}"/>
          </ac:spMkLst>
        </pc:spChg>
      </pc:sldChg>
      <pc:sldChg chg="addSp new mod">
        <pc:chgData name="Dash, Eashan" userId="fdec9f51-14cc-47ef-9cd4-1580753c903d" providerId="ADAL" clId="{E01AA50F-40BA-4699-AC96-E92EEB61EAC8}" dt="2026-10-07T13:55:36.871" v="7447" actId="22"/>
        <pc:sldMkLst>
          <pc:docMk/>
          <pc:sldMk cId="1775864589" sldId="544"/>
        </pc:sldMkLst>
        <pc:spChg chg="add">
          <ac:chgData name="Dash, Eashan" userId="fdec9f51-14cc-47ef-9cd4-1580753c903d" providerId="ADAL" clId="{E01AA50F-40BA-4699-AC96-E92EEB61EAC8}" dt="2026-10-07T13:55:36.871" v="7447" actId="22"/>
          <ac:spMkLst>
            <pc:docMk/>
            <pc:sldMk cId="1775864589" sldId="544"/>
            <ac:spMk id="3" creationId="{4CF1BB97-5E9B-75B0-DD58-3157D83D080F}"/>
          </ac:spMkLst>
        </pc:spChg>
        <pc:spChg chg="add">
          <ac:chgData name="Dash, Eashan" userId="fdec9f51-14cc-47ef-9cd4-1580753c903d" providerId="ADAL" clId="{E01AA50F-40BA-4699-AC96-E92EEB61EAC8}" dt="2026-10-07T13:55:36.871" v="7447" actId="22"/>
          <ac:spMkLst>
            <pc:docMk/>
            <pc:sldMk cId="1775864589" sldId="544"/>
            <ac:spMk id="5" creationId="{9B5E3004-F048-96CA-6398-964A50C85D69}"/>
          </ac:spMkLst>
        </pc:spChg>
        <pc:spChg chg="add">
          <ac:chgData name="Dash, Eashan" userId="fdec9f51-14cc-47ef-9cd4-1580753c903d" providerId="ADAL" clId="{E01AA50F-40BA-4699-AC96-E92EEB61EAC8}" dt="2026-10-07T13:55:36.871" v="7447" actId="22"/>
          <ac:spMkLst>
            <pc:docMk/>
            <pc:sldMk cId="1775864589" sldId="544"/>
            <ac:spMk id="7" creationId="{94A6AB2A-8A4B-0F7B-4193-BD9D6697F9C8}"/>
          </ac:spMkLst>
        </pc:spChg>
        <pc:spChg chg="add">
          <ac:chgData name="Dash, Eashan" userId="fdec9f51-14cc-47ef-9cd4-1580753c903d" providerId="ADAL" clId="{E01AA50F-40BA-4699-AC96-E92EEB61EAC8}" dt="2026-10-07T13:55:36.871" v="7447" actId="22"/>
          <ac:spMkLst>
            <pc:docMk/>
            <pc:sldMk cId="1775864589" sldId="544"/>
            <ac:spMk id="9" creationId="{DD17F6C6-D5C0-F360-BE0E-2223BD236045}"/>
          </ac:spMkLst>
        </pc:spChg>
      </pc:sldChg>
      <pc:sldChg chg="addSp new mod">
        <pc:chgData name="Dash, Eashan" userId="fdec9f51-14cc-47ef-9cd4-1580753c903d" providerId="ADAL" clId="{E01AA50F-40BA-4699-AC96-E92EEB61EAC8}" dt="2026-10-07T13:56:44.749" v="7518" actId="22"/>
        <pc:sldMkLst>
          <pc:docMk/>
          <pc:sldMk cId="3026251717" sldId="545"/>
        </pc:sldMkLst>
        <pc:spChg chg="add">
          <ac:chgData name="Dash, Eashan" userId="fdec9f51-14cc-47ef-9cd4-1580753c903d" providerId="ADAL" clId="{E01AA50F-40BA-4699-AC96-E92EEB61EAC8}" dt="2026-10-07T13:56:44.749" v="7518" actId="22"/>
          <ac:spMkLst>
            <pc:docMk/>
            <pc:sldMk cId="3026251717" sldId="545"/>
            <ac:spMk id="3" creationId="{7961A4D1-1446-198D-29BA-8BF88B8A99A4}"/>
          </ac:spMkLst>
        </pc:spChg>
        <pc:spChg chg="add">
          <ac:chgData name="Dash, Eashan" userId="fdec9f51-14cc-47ef-9cd4-1580753c903d" providerId="ADAL" clId="{E01AA50F-40BA-4699-AC96-E92EEB61EAC8}" dt="2026-10-07T13:56:44.749" v="7518" actId="22"/>
          <ac:spMkLst>
            <pc:docMk/>
            <pc:sldMk cId="3026251717" sldId="545"/>
            <ac:spMk id="13" creationId="{FCED7046-7D56-05B5-2CC0-A6775EFB46D6}"/>
          </ac:spMkLst>
        </pc:spChg>
        <pc:spChg chg="add">
          <ac:chgData name="Dash, Eashan" userId="fdec9f51-14cc-47ef-9cd4-1580753c903d" providerId="ADAL" clId="{E01AA50F-40BA-4699-AC96-E92EEB61EAC8}" dt="2026-10-07T13:56:44.749" v="7518" actId="22"/>
          <ac:spMkLst>
            <pc:docMk/>
            <pc:sldMk cId="3026251717" sldId="545"/>
            <ac:spMk id="23" creationId="{D04F32CC-4829-C09E-72E3-A93D95642F5F}"/>
          </ac:spMkLst>
        </pc:spChg>
        <pc:spChg chg="add">
          <ac:chgData name="Dash, Eashan" userId="fdec9f51-14cc-47ef-9cd4-1580753c903d" providerId="ADAL" clId="{E01AA50F-40BA-4699-AC96-E92EEB61EAC8}" dt="2026-10-07T13:56:44.749" v="7518" actId="22"/>
          <ac:spMkLst>
            <pc:docMk/>
            <pc:sldMk cId="3026251717" sldId="545"/>
            <ac:spMk id="43" creationId="{3CB1B770-BC00-5711-D921-B9C76D9D1F77}"/>
          </ac:spMkLst>
        </pc:spChg>
        <pc:spChg chg="add">
          <ac:chgData name="Dash, Eashan" userId="fdec9f51-14cc-47ef-9cd4-1580753c903d" providerId="ADAL" clId="{E01AA50F-40BA-4699-AC96-E92EEB61EAC8}" dt="2026-10-07T13:56:44.749" v="7518" actId="22"/>
          <ac:spMkLst>
            <pc:docMk/>
            <pc:sldMk cId="3026251717" sldId="545"/>
            <ac:spMk id="45" creationId="{B52D45E7-AFEE-4E4F-DF6C-E3DBB372A2D6}"/>
          </ac:spMkLst>
        </pc:spChg>
        <pc:spChg chg="add">
          <ac:chgData name="Dash, Eashan" userId="fdec9f51-14cc-47ef-9cd4-1580753c903d" providerId="ADAL" clId="{E01AA50F-40BA-4699-AC96-E92EEB61EAC8}" dt="2026-10-07T13:56:44.749" v="7518" actId="22"/>
          <ac:spMkLst>
            <pc:docMk/>
            <pc:sldMk cId="3026251717" sldId="545"/>
            <ac:spMk id="53" creationId="{C6FAF162-AF26-0200-F8EC-1965386D4718}"/>
          </ac:spMkLst>
        </pc:spChg>
        <pc:spChg chg="add">
          <ac:chgData name="Dash, Eashan" userId="fdec9f51-14cc-47ef-9cd4-1580753c903d" providerId="ADAL" clId="{E01AA50F-40BA-4699-AC96-E92EEB61EAC8}" dt="2026-10-07T13:56:44.749" v="7518" actId="22"/>
          <ac:spMkLst>
            <pc:docMk/>
            <pc:sldMk cId="3026251717" sldId="545"/>
            <ac:spMk id="79" creationId="{F4E35C88-83CC-5B5E-F313-C856AD425A63}"/>
          </ac:spMkLst>
        </pc:spChg>
        <pc:spChg chg="add">
          <ac:chgData name="Dash, Eashan" userId="fdec9f51-14cc-47ef-9cd4-1580753c903d" providerId="ADAL" clId="{E01AA50F-40BA-4699-AC96-E92EEB61EAC8}" dt="2026-10-07T13:56:44.749" v="7518" actId="22"/>
          <ac:spMkLst>
            <pc:docMk/>
            <pc:sldMk cId="3026251717" sldId="545"/>
            <ac:spMk id="93" creationId="{95BEA9E4-B5BA-84B6-33DD-27B2E992CC97}"/>
          </ac:spMkLst>
        </pc:spChg>
        <pc:spChg chg="add">
          <ac:chgData name="Dash, Eashan" userId="fdec9f51-14cc-47ef-9cd4-1580753c903d" providerId="ADAL" clId="{E01AA50F-40BA-4699-AC96-E92EEB61EAC8}" dt="2026-10-07T13:56:44.749" v="7518" actId="22"/>
          <ac:spMkLst>
            <pc:docMk/>
            <pc:sldMk cId="3026251717" sldId="545"/>
            <ac:spMk id="99" creationId="{34C90B6F-5AD0-9AED-C938-CC6F525D76AC}"/>
          </ac:spMkLst>
        </pc:spChg>
        <pc:spChg chg="add">
          <ac:chgData name="Dash, Eashan" userId="fdec9f51-14cc-47ef-9cd4-1580753c903d" providerId="ADAL" clId="{E01AA50F-40BA-4699-AC96-E92EEB61EAC8}" dt="2026-10-07T13:56:44.749" v="7518" actId="22"/>
          <ac:spMkLst>
            <pc:docMk/>
            <pc:sldMk cId="3026251717" sldId="545"/>
            <ac:spMk id="123" creationId="{F82162A4-8393-8808-084E-BB74423686EF}"/>
          </ac:spMkLst>
        </pc:spChg>
      </pc:sldChg>
      <pc:sldChg chg="addSp modSp new modAnim">
        <pc:chgData name="Dash, Eashan" userId="fdec9f51-14cc-47ef-9cd4-1580753c903d" providerId="ADAL" clId="{E01AA50F-40BA-4699-AC96-E92EEB61EAC8}" dt="2026-10-07T13:57:25.093" v="7519"/>
        <pc:sldMkLst>
          <pc:docMk/>
          <pc:sldMk cId="120371542" sldId="546"/>
        </pc:sldMkLst>
        <pc:spChg chg="mod">
          <ac:chgData name="Dash, Eashan" userId="fdec9f51-14cc-47ef-9cd4-1580753c903d" providerId="ADAL" clId="{E01AA50F-40BA-4699-AC96-E92EEB61EAC8}" dt="2026-10-07T13:57:25.093" v="7519"/>
          <ac:spMkLst>
            <pc:docMk/>
            <pc:sldMk cId="120371542" sldId="546"/>
            <ac:spMk id="10" creationId="{EDD0412B-E9CA-4958-F6BC-889F4FBB230D}"/>
          </ac:spMkLst>
        </pc:spChg>
        <pc:spChg chg="mod">
          <ac:chgData name="Dash, Eashan" userId="fdec9f51-14cc-47ef-9cd4-1580753c903d" providerId="ADAL" clId="{E01AA50F-40BA-4699-AC96-E92EEB61EAC8}" dt="2026-10-07T13:57:25.093" v="7519"/>
          <ac:spMkLst>
            <pc:docMk/>
            <pc:sldMk cId="120371542" sldId="546"/>
            <ac:spMk id="19" creationId="{39D3F5A3-18B1-E69E-9003-1B28F819FD28}"/>
          </ac:spMkLst>
        </pc:spChg>
        <pc:spChg chg="mod">
          <ac:chgData name="Dash, Eashan" userId="fdec9f51-14cc-47ef-9cd4-1580753c903d" providerId="ADAL" clId="{E01AA50F-40BA-4699-AC96-E92EEB61EAC8}" dt="2026-10-07T13:57:25.093" v="7519"/>
          <ac:spMkLst>
            <pc:docMk/>
            <pc:sldMk cId="120371542" sldId="546"/>
            <ac:spMk id="23" creationId="{4D028EEB-47BC-9C5D-D4BE-4A57B500A203}"/>
          </ac:spMkLst>
        </pc:spChg>
        <pc:spChg chg="mod">
          <ac:chgData name="Dash, Eashan" userId="fdec9f51-14cc-47ef-9cd4-1580753c903d" providerId="ADAL" clId="{E01AA50F-40BA-4699-AC96-E92EEB61EAC8}" dt="2026-10-07T13:57:25.093" v="7519"/>
          <ac:spMkLst>
            <pc:docMk/>
            <pc:sldMk cId="120371542" sldId="546"/>
            <ac:spMk id="44" creationId="{9ADA286B-60C6-E355-B459-2F0F22672313}"/>
          </ac:spMkLst>
        </pc:spChg>
        <pc:spChg chg="mod">
          <ac:chgData name="Dash, Eashan" userId="fdec9f51-14cc-47ef-9cd4-1580753c903d" providerId="ADAL" clId="{E01AA50F-40BA-4699-AC96-E92EEB61EAC8}" dt="2026-10-07T13:57:25.093" v="7519"/>
          <ac:spMkLst>
            <pc:docMk/>
            <pc:sldMk cId="120371542" sldId="546"/>
            <ac:spMk id="56" creationId="{8E678386-337D-FF62-E993-2A51D4B62D03}"/>
          </ac:spMkLst>
        </pc:spChg>
        <pc:spChg chg="mod">
          <ac:chgData name="Dash, Eashan" userId="fdec9f51-14cc-47ef-9cd4-1580753c903d" providerId="ADAL" clId="{E01AA50F-40BA-4699-AC96-E92EEB61EAC8}" dt="2026-10-07T13:57:25.093" v="7519"/>
          <ac:spMkLst>
            <pc:docMk/>
            <pc:sldMk cId="120371542" sldId="546"/>
            <ac:spMk id="63" creationId="{3C65989B-3874-4376-A046-C73408791DE5}"/>
          </ac:spMkLst>
        </pc:spChg>
        <pc:spChg chg="mod">
          <ac:chgData name="Dash, Eashan" userId="fdec9f51-14cc-47ef-9cd4-1580753c903d" providerId="ADAL" clId="{E01AA50F-40BA-4699-AC96-E92EEB61EAC8}" dt="2026-10-07T13:57:25.093" v="7519"/>
          <ac:spMkLst>
            <pc:docMk/>
            <pc:sldMk cId="120371542" sldId="546"/>
            <ac:spMk id="69" creationId="{7A2C209A-E78C-8502-ABD1-FB0E732FA72D}"/>
          </ac:spMkLst>
        </pc:spChg>
        <pc:spChg chg="mod">
          <ac:chgData name="Dash, Eashan" userId="fdec9f51-14cc-47ef-9cd4-1580753c903d" providerId="ADAL" clId="{E01AA50F-40BA-4699-AC96-E92EEB61EAC8}" dt="2026-10-07T13:57:25.093" v="7519"/>
          <ac:spMkLst>
            <pc:docMk/>
            <pc:sldMk cId="120371542" sldId="546"/>
            <ac:spMk id="95" creationId="{8618DA71-05D2-5D29-AA14-6AC4777D9918}"/>
          </ac:spMkLst>
        </pc:spChg>
        <pc:spChg chg="mod">
          <ac:chgData name="Dash, Eashan" userId="fdec9f51-14cc-47ef-9cd4-1580753c903d" providerId="ADAL" clId="{E01AA50F-40BA-4699-AC96-E92EEB61EAC8}" dt="2026-10-07T13:57:25.093" v="7519"/>
          <ac:spMkLst>
            <pc:docMk/>
            <pc:sldMk cId="120371542" sldId="546"/>
            <ac:spMk id="117" creationId="{ECC3D971-C85E-419F-DDD5-785070CCDDAE}"/>
          </ac:spMkLst>
        </pc:spChg>
        <pc:spChg chg="mod">
          <ac:chgData name="Dash, Eashan" userId="fdec9f51-14cc-47ef-9cd4-1580753c903d" providerId="ADAL" clId="{E01AA50F-40BA-4699-AC96-E92EEB61EAC8}" dt="2026-10-07T13:57:25.093" v="7519"/>
          <ac:spMkLst>
            <pc:docMk/>
            <pc:sldMk cId="120371542" sldId="546"/>
            <ac:spMk id="119" creationId="{AC3B0C7D-8D87-97A3-569D-D60CA38186A3}"/>
          </ac:spMkLst>
        </pc:spChg>
      </pc:sldChg>
      <pc:sldChg chg="addSp new mod">
        <pc:chgData name="Dash, Eashan" userId="fdec9f51-14cc-47ef-9cd4-1580753c903d" providerId="ADAL" clId="{E01AA50F-40BA-4699-AC96-E92EEB61EAC8}" dt="2026-10-07T13:58:41.223" v="7525" actId="22"/>
        <pc:sldMkLst>
          <pc:docMk/>
          <pc:sldMk cId="3971579896" sldId="547"/>
        </pc:sldMkLst>
        <pc:spChg chg="add">
          <ac:chgData name="Dash, Eashan" userId="fdec9f51-14cc-47ef-9cd4-1580753c903d" providerId="ADAL" clId="{E01AA50F-40BA-4699-AC96-E92EEB61EAC8}" dt="2026-10-07T13:58:41.223" v="7525" actId="22"/>
          <ac:spMkLst>
            <pc:docMk/>
            <pc:sldMk cId="3971579896" sldId="547"/>
            <ac:spMk id="9" creationId="{D7724812-078A-DEF1-E538-6B35C64E906C}"/>
          </ac:spMkLst>
        </pc:spChg>
        <pc:spChg chg="add">
          <ac:chgData name="Dash, Eashan" userId="fdec9f51-14cc-47ef-9cd4-1580753c903d" providerId="ADAL" clId="{E01AA50F-40BA-4699-AC96-E92EEB61EAC8}" dt="2026-10-07T13:58:41.223" v="7525" actId="22"/>
          <ac:spMkLst>
            <pc:docMk/>
            <pc:sldMk cId="3971579896" sldId="547"/>
            <ac:spMk id="15" creationId="{B380F50A-4B47-C3D2-5301-528E88075959}"/>
          </ac:spMkLst>
        </pc:spChg>
        <pc:spChg chg="add">
          <ac:chgData name="Dash, Eashan" userId="fdec9f51-14cc-47ef-9cd4-1580753c903d" providerId="ADAL" clId="{E01AA50F-40BA-4699-AC96-E92EEB61EAC8}" dt="2026-10-07T13:58:41.223" v="7525" actId="22"/>
          <ac:spMkLst>
            <pc:docMk/>
            <pc:sldMk cId="3971579896" sldId="547"/>
            <ac:spMk id="17" creationId="{56FB4FD9-262E-F041-158A-9BB6E623DCC8}"/>
          </ac:spMkLst>
        </pc:spChg>
        <pc:spChg chg="add">
          <ac:chgData name="Dash, Eashan" userId="fdec9f51-14cc-47ef-9cd4-1580753c903d" providerId="ADAL" clId="{E01AA50F-40BA-4699-AC96-E92EEB61EAC8}" dt="2026-10-07T13:58:41.223" v="7525" actId="22"/>
          <ac:spMkLst>
            <pc:docMk/>
            <pc:sldMk cId="3971579896" sldId="547"/>
            <ac:spMk id="37" creationId="{3B72C876-FE90-5458-4B25-BB7FE5D4812D}"/>
          </ac:spMkLst>
        </pc:spChg>
        <pc:spChg chg="add">
          <ac:chgData name="Dash, Eashan" userId="fdec9f51-14cc-47ef-9cd4-1580753c903d" providerId="ADAL" clId="{E01AA50F-40BA-4699-AC96-E92EEB61EAC8}" dt="2026-10-07T13:58:41.223" v="7525" actId="22"/>
          <ac:spMkLst>
            <pc:docMk/>
            <pc:sldMk cId="3971579896" sldId="547"/>
            <ac:spMk id="47" creationId="{B10C2949-7C44-0E44-356E-28B7B85F0C7D}"/>
          </ac:spMkLst>
        </pc:spChg>
        <pc:spChg chg="add">
          <ac:chgData name="Dash, Eashan" userId="fdec9f51-14cc-47ef-9cd4-1580753c903d" providerId="ADAL" clId="{E01AA50F-40BA-4699-AC96-E92EEB61EAC8}" dt="2026-10-07T13:58:41.223" v="7525" actId="22"/>
          <ac:spMkLst>
            <pc:docMk/>
            <pc:sldMk cId="3971579896" sldId="547"/>
            <ac:spMk id="51" creationId="{A126D9D9-F4A5-5809-6434-749CA7E51F28}"/>
          </ac:spMkLst>
        </pc:spChg>
        <pc:spChg chg="add">
          <ac:chgData name="Dash, Eashan" userId="fdec9f51-14cc-47ef-9cd4-1580753c903d" providerId="ADAL" clId="{E01AA50F-40BA-4699-AC96-E92EEB61EAC8}" dt="2026-10-07T13:58:41.223" v="7525" actId="22"/>
          <ac:spMkLst>
            <pc:docMk/>
            <pc:sldMk cId="3971579896" sldId="547"/>
            <ac:spMk id="57" creationId="{CB2529FB-A491-1B7B-AE8E-83428B87F4D8}"/>
          </ac:spMkLst>
        </pc:spChg>
        <pc:spChg chg="add">
          <ac:chgData name="Dash, Eashan" userId="fdec9f51-14cc-47ef-9cd4-1580753c903d" providerId="ADAL" clId="{E01AA50F-40BA-4699-AC96-E92EEB61EAC8}" dt="2026-10-07T13:58:41.223" v="7525" actId="22"/>
          <ac:spMkLst>
            <pc:docMk/>
            <pc:sldMk cId="3971579896" sldId="547"/>
            <ac:spMk id="105" creationId="{F4691288-D1A1-C1BE-114F-E22F823EC4AA}"/>
          </ac:spMkLst>
        </pc:spChg>
        <pc:spChg chg="add">
          <ac:chgData name="Dash, Eashan" userId="fdec9f51-14cc-47ef-9cd4-1580753c903d" providerId="ADAL" clId="{E01AA50F-40BA-4699-AC96-E92EEB61EAC8}" dt="2026-10-07T13:58:41.223" v="7525" actId="22"/>
          <ac:spMkLst>
            <pc:docMk/>
            <pc:sldMk cId="3971579896" sldId="547"/>
            <ac:spMk id="113" creationId="{994C7BA9-4E83-8FE8-D2C7-4A8A02F52E26}"/>
          </ac:spMkLst>
        </pc:spChg>
        <pc:spChg chg="add">
          <ac:chgData name="Dash, Eashan" userId="fdec9f51-14cc-47ef-9cd4-1580753c903d" providerId="ADAL" clId="{E01AA50F-40BA-4699-AC96-E92EEB61EAC8}" dt="2026-10-07T13:58:41.223" v="7525" actId="22"/>
          <ac:spMkLst>
            <pc:docMk/>
            <pc:sldMk cId="3971579896" sldId="547"/>
            <ac:spMk id="117" creationId="{096C3BE3-F4A5-853F-6CBE-21EF2FA0E173}"/>
          </ac:spMkLst>
        </pc:spChg>
      </pc:sldChg>
      <pc:sldChg chg="addSp new mod ord">
        <pc:chgData name="Dash, Eashan" userId="fdec9f51-14cc-47ef-9cd4-1580753c903d" providerId="ADAL" clId="{E01AA50F-40BA-4699-AC96-E92EEB61EAC8}" dt="2026-10-07T14:07:50.419" v="7550"/>
        <pc:sldMkLst>
          <pc:docMk/>
          <pc:sldMk cId="1184185509" sldId="548"/>
        </pc:sldMkLst>
        <pc:spChg chg="add">
          <ac:chgData name="Dash, Eashan" userId="fdec9f51-14cc-47ef-9cd4-1580753c903d" providerId="ADAL" clId="{E01AA50F-40BA-4699-AC96-E92EEB61EAC8}" dt="2026-10-07T13:58:57.366" v="7526" actId="22"/>
          <ac:spMkLst>
            <pc:docMk/>
            <pc:sldMk cId="1184185509" sldId="548"/>
            <ac:spMk id="7" creationId="{2FA69308-EDF0-3D4B-90F7-261D404991BB}"/>
          </ac:spMkLst>
        </pc:spChg>
        <pc:spChg chg="add">
          <ac:chgData name="Dash, Eashan" userId="fdec9f51-14cc-47ef-9cd4-1580753c903d" providerId="ADAL" clId="{E01AA50F-40BA-4699-AC96-E92EEB61EAC8}" dt="2026-10-07T13:58:57.366" v="7526" actId="22"/>
          <ac:spMkLst>
            <pc:docMk/>
            <pc:sldMk cId="1184185509" sldId="548"/>
            <ac:spMk id="11" creationId="{D3990E4A-62D9-62B5-7A1F-F2F270C0C91C}"/>
          </ac:spMkLst>
        </pc:spChg>
        <pc:spChg chg="add">
          <ac:chgData name="Dash, Eashan" userId="fdec9f51-14cc-47ef-9cd4-1580753c903d" providerId="ADAL" clId="{E01AA50F-40BA-4699-AC96-E92EEB61EAC8}" dt="2026-10-07T13:58:57.366" v="7526" actId="22"/>
          <ac:spMkLst>
            <pc:docMk/>
            <pc:sldMk cId="1184185509" sldId="548"/>
            <ac:spMk id="19" creationId="{4FAFC2E6-BAF0-9B6A-ED30-3FF5DC3BBCFD}"/>
          </ac:spMkLst>
        </pc:spChg>
        <pc:spChg chg="add">
          <ac:chgData name="Dash, Eashan" userId="fdec9f51-14cc-47ef-9cd4-1580753c903d" providerId="ADAL" clId="{E01AA50F-40BA-4699-AC96-E92EEB61EAC8}" dt="2026-10-07T13:58:57.366" v="7526" actId="22"/>
          <ac:spMkLst>
            <pc:docMk/>
            <pc:sldMk cId="1184185509" sldId="548"/>
            <ac:spMk id="23" creationId="{183ABE1C-5D3C-050F-679B-37C18B059257}"/>
          </ac:spMkLst>
        </pc:spChg>
        <pc:spChg chg="add">
          <ac:chgData name="Dash, Eashan" userId="fdec9f51-14cc-47ef-9cd4-1580753c903d" providerId="ADAL" clId="{E01AA50F-40BA-4699-AC96-E92EEB61EAC8}" dt="2026-10-07T13:58:57.366" v="7526" actId="22"/>
          <ac:spMkLst>
            <pc:docMk/>
            <pc:sldMk cId="1184185509" sldId="548"/>
            <ac:spMk id="31" creationId="{255835B4-A686-EF8B-43D1-95C396EE8683}"/>
          </ac:spMkLst>
        </pc:spChg>
        <pc:spChg chg="add">
          <ac:chgData name="Dash, Eashan" userId="fdec9f51-14cc-47ef-9cd4-1580753c903d" providerId="ADAL" clId="{E01AA50F-40BA-4699-AC96-E92EEB61EAC8}" dt="2026-10-07T13:58:57.366" v="7526" actId="22"/>
          <ac:spMkLst>
            <pc:docMk/>
            <pc:sldMk cId="1184185509" sldId="548"/>
            <ac:spMk id="39" creationId="{724E002E-6F7C-F959-736F-E38647C2DFE9}"/>
          </ac:spMkLst>
        </pc:spChg>
        <pc:spChg chg="add">
          <ac:chgData name="Dash, Eashan" userId="fdec9f51-14cc-47ef-9cd4-1580753c903d" providerId="ADAL" clId="{E01AA50F-40BA-4699-AC96-E92EEB61EAC8}" dt="2026-10-07T13:58:57.366" v="7526" actId="22"/>
          <ac:spMkLst>
            <pc:docMk/>
            <pc:sldMk cId="1184185509" sldId="548"/>
            <ac:spMk id="41" creationId="{922853E7-62A4-1CCA-9FB8-EFBCE93B90CA}"/>
          </ac:spMkLst>
        </pc:spChg>
        <pc:spChg chg="add">
          <ac:chgData name="Dash, Eashan" userId="fdec9f51-14cc-47ef-9cd4-1580753c903d" providerId="ADAL" clId="{E01AA50F-40BA-4699-AC96-E92EEB61EAC8}" dt="2026-10-07T13:58:57.366" v="7526" actId="22"/>
          <ac:spMkLst>
            <pc:docMk/>
            <pc:sldMk cId="1184185509" sldId="548"/>
            <ac:spMk id="43" creationId="{939A09D3-B603-3487-5373-1B2DBA406963}"/>
          </ac:spMkLst>
        </pc:spChg>
        <pc:spChg chg="add">
          <ac:chgData name="Dash, Eashan" userId="fdec9f51-14cc-47ef-9cd4-1580753c903d" providerId="ADAL" clId="{E01AA50F-40BA-4699-AC96-E92EEB61EAC8}" dt="2026-10-07T13:58:57.366" v="7526" actId="22"/>
          <ac:spMkLst>
            <pc:docMk/>
            <pc:sldMk cId="1184185509" sldId="548"/>
            <ac:spMk id="45" creationId="{8D3D70FC-55BD-2B71-B3A9-7CF916FA7270}"/>
          </ac:spMkLst>
        </pc:spChg>
        <pc:spChg chg="add">
          <ac:chgData name="Dash, Eashan" userId="fdec9f51-14cc-47ef-9cd4-1580753c903d" providerId="ADAL" clId="{E01AA50F-40BA-4699-AC96-E92EEB61EAC8}" dt="2026-10-07T13:58:57.366" v="7526" actId="22"/>
          <ac:spMkLst>
            <pc:docMk/>
            <pc:sldMk cId="1184185509" sldId="548"/>
            <ac:spMk id="47" creationId="{33ABF9A9-D2EB-9B46-1202-4FBACA1A7908}"/>
          </ac:spMkLst>
        </pc:spChg>
      </pc:sldChg>
      <pc:sldChg chg="addSp new mod ord">
        <pc:chgData name="Dash, Eashan" userId="fdec9f51-14cc-47ef-9cd4-1580753c903d" providerId="ADAL" clId="{E01AA50F-40BA-4699-AC96-E92EEB61EAC8}" dt="2026-10-07T14:06:17.280" v="7548"/>
        <pc:sldMkLst>
          <pc:docMk/>
          <pc:sldMk cId="801162174" sldId="550"/>
        </pc:sldMkLst>
        <pc:spChg chg="add">
          <ac:chgData name="Dash, Eashan" userId="fdec9f51-14cc-47ef-9cd4-1580753c903d" providerId="ADAL" clId="{E01AA50F-40BA-4699-AC96-E92EEB61EAC8}" dt="2026-10-07T14:01:32.473" v="7529" actId="22"/>
          <ac:spMkLst>
            <pc:docMk/>
            <pc:sldMk cId="801162174" sldId="550"/>
            <ac:spMk id="3" creationId="{C0760474-A5F4-71F5-BC41-71B77A1C200C}"/>
          </ac:spMkLst>
        </pc:spChg>
        <pc:spChg chg="add">
          <ac:chgData name="Dash, Eashan" userId="fdec9f51-14cc-47ef-9cd4-1580753c903d" providerId="ADAL" clId="{E01AA50F-40BA-4699-AC96-E92EEB61EAC8}" dt="2026-10-07T14:01:32.473" v="7529" actId="22"/>
          <ac:spMkLst>
            <pc:docMk/>
            <pc:sldMk cId="801162174" sldId="550"/>
            <ac:spMk id="7" creationId="{69C1B3B4-22D6-9636-EC72-137048E03B68}"/>
          </ac:spMkLst>
        </pc:spChg>
        <pc:spChg chg="add">
          <ac:chgData name="Dash, Eashan" userId="fdec9f51-14cc-47ef-9cd4-1580753c903d" providerId="ADAL" clId="{E01AA50F-40BA-4699-AC96-E92EEB61EAC8}" dt="2026-10-07T14:01:32.473" v="7529" actId="22"/>
          <ac:spMkLst>
            <pc:docMk/>
            <pc:sldMk cId="801162174" sldId="550"/>
            <ac:spMk id="9" creationId="{49A38130-FF70-3FA2-0B3D-00217D5346A0}"/>
          </ac:spMkLst>
        </pc:spChg>
        <pc:spChg chg="add">
          <ac:chgData name="Dash, Eashan" userId="fdec9f51-14cc-47ef-9cd4-1580753c903d" providerId="ADAL" clId="{E01AA50F-40BA-4699-AC96-E92EEB61EAC8}" dt="2026-10-07T14:01:32.473" v="7529" actId="22"/>
          <ac:spMkLst>
            <pc:docMk/>
            <pc:sldMk cId="801162174" sldId="550"/>
            <ac:spMk id="11" creationId="{9896905B-ACCF-3C9A-10FF-FC644D9EB31E}"/>
          </ac:spMkLst>
        </pc:spChg>
        <pc:spChg chg="add">
          <ac:chgData name="Dash, Eashan" userId="fdec9f51-14cc-47ef-9cd4-1580753c903d" providerId="ADAL" clId="{E01AA50F-40BA-4699-AC96-E92EEB61EAC8}" dt="2026-10-07T14:01:32.473" v="7529" actId="22"/>
          <ac:spMkLst>
            <pc:docMk/>
            <pc:sldMk cId="801162174" sldId="550"/>
            <ac:spMk id="17" creationId="{5E946B01-4582-022E-E0E6-0CE0F0263844}"/>
          </ac:spMkLst>
        </pc:spChg>
        <pc:spChg chg="add">
          <ac:chgData name="Dash, Eashan" userId="fdec9f51-14cc-47ef-9cd4-1580753c903d" providerId="ADAL" clId="{E01AA50F-40BA-4699-AC96-E92EEB61EAC8}" dt="2026-10-07T14:01:32.473" v="7529" actId="22"/>
          <ac:spMkLst>
            <pc:docMk/>
            <pc:sldMk cId="801162174" sldId="550"/>
            <ac:spMk id="25" creationId="{7C22E2D7-545E-8AE2-2733-0912EB2750B2}"/>
          </ac:spMkLst>
        </pc:spChg>
        <pc:spChg chg="add">
          <ac:chgData name="Dash, Eashan" userId="fdec9f51-14cc-47ef-9cd4-1580753c903d" providerId="ADAL" clId="{E01AA50F-40BA-4699-AC96-E92EEB61EAC8}" dt="2026-10-07T14:01:32.473" v="7529" actId="22"/>
          <ac:spMkLst>
            <pc:docMk/>
            <pc:sldMk cId="801162174" sldId="550"/>
            <ac:spMk id="27" creationId="{B4ADB28D-594D-FDF4-7028-2E92B02C4EB2}"/>
          </ac:spMkLst>
        </pc:spChg>
        <pc:spChg chg="add">
          <ac:chgData name="Dash, Eashan" userId="fdec9f51-14cc-47ef-9cd4-1580753c903d" providerId="ADAL" clId="{E01AA50F-40BA-4699-AC96-E92EEB61EAC8}" dt="2026-10-07T14:01:32.473" v="7529" actId="22"/>
          <ac:spMkLst>
            <pc:docMk/>
            <pc:sldMk cId="801162174" sldId="550"/>
            <ac:spMk id="31" creationId="{9AE406CC-B8DB-FB4A-A7BB-83C613BB9983}"/>
          </ac:spMkLst>
        </pc:spChg>
        <pc:spChg chg="add">
          <ac:chgData name="Dash, Eashan" userId="fdec9f51-14cc-47ef-9cd4-1580753c903d" providerId="ADAL" clId="{E01AA50F-40BA-4699-AC96-E92EEB61EAC8}" dt="2026-10-07T14:01:32.473" v="7529" actId="22"/>
          <ac:spMkLst>
            <pc:docMk/>
            <pc:sldMk cId="801162174" sldId="550"/>
            <ac:spMk id="33" creationId="{79692486-FFB4-339B-C521-3F09E36C4378}"/>
          </ac:spMkLst>
        </pc:spChg>
        <pc:spChg chg="add">
          <ac:chgData name="Dash, Eashan" userId="fdec9f51-14cc-47ef-9cd4-1580753c903d" providerId="ADAL" clId="{E01AA50F-40BA-4699-AC96-E92EEB61EAC8}" dt="2026-10-07T14:01:32.473" v="7529" actId="22"/>
          <ac:spMkLst>
            <pc:docMk/>
            <pc:sldMk cId="801162174" sldId="550"/>
            <ac:spMk id="35" creationId="{F2DC57CE-55BA-C9B1-2027-09C82DA69C55}"/>
          </ac:spMkLst>
        </pc:spChg>
      </pc:sldChg>
      <pc:sldChg chg="addSp modSp new">
        <pc:chgData name="Dash, Eashan" userId="fdec9f51-14cc-47ef-9cd4-1580753c903d" providerId="ADAL" clId="{E01AA50F-40BA-4699-AC96-E92EEB61EAC8}" dt="2026-10-07T14:02:59.858" v="7534"/>
        <pc:sldMkLst>
          <pc:docMk/>
          <pc:sldMk cId="603975509" sldId="554"/>
        </pc:sldMkLst>
        <pc:spChg chg="add mod">
          <ac:chgData name="Dash, Eashan" userId="fdec9f51-14cc-47ef-9cd4-1580753c903d" providerId="ADAL" clId="{E01AA50F-40BA-4699-AC96-E92EEB61EAC8}" dt="2026-10-07T14:02:59.858" v="7534"/>
          <ac:spMkLst>
            <pc:docMk/>
            <pc:sldMk cId="603975509" sldId="554"/>
            <ac:spMk id="11" creationId="{8E5F2C06-0993-1E02-9EC2-B2FBE7021AF4}"/>
          </ac:spMkLst>
        </pc:spChg>
        <pc:spChg chg="add mod">
          <ac:chgData name="Dash, Eashan" userId="fdec9f51-14cc-47ef-9cd4-1580753c903d" providerId="ADAL" clId="{E01AA50F-40BA-4699-AC96-E92EEB61EAC8}" dt="2026-10-07T14:02:59.858" v="7534"/>
          <ac:spMkLst>
            <pc:docMk/>
            <pc:sldMk cId="603975509" sldId="554"/>
            <ac:spMk id="20" creationId="{85B27FA3-DF83-BBAB-BEAF-9114C73D3678}"/>
          </ac:spMkLst>
        </pc:spChg>
        <pc:spChg chg="add mod">
          <ac:chgData name="Dash, Eashan" userId="fdec9f51-14cc-47ef-9cd4-1580753c903d" providerId="ADAL" clId="{E01AA50F-40BA-4699-AC96-E92EEB61EAC8}" dt="2026-10-07T14:02:59.858" v="7534"/>
          <ac:spMkLst>
            <pc:docMk/>
            <pc:sldMk cId="603975509" sldId="554"/>
            <ac:spMk id="24" creationId="{CAFAEF03-6E4B-B0D3-77C6-968A8C8196B1}"/>
          </ac:spMkLst>
        </pc:spChg>
        <pc:spChg chg="add mod">
          <ac:chgData name="Dash, Eashan" userId="fdec9f51-14cc-47ef-9cd4-1580753c903d" providerId="ADAL" clId="{E01AA50F-40BA-4699-AC96-E92EEB61EAC8}" dt="2026-10-07T14:02:59.858" v="7534"/>
          <ac:spMkLst>
            <pc:docMk/>
            <pc:sldMk cId="603975509" sldId="554"/>
            <ac:spMk id="36" creationId="{2156F4E3-10A0-9AAB-82D4-A2D8E5F7804A}"/>
          </ac:spMkLst>
        </pc:spChg>
        <pc:spChg chg="add mod">
          <ac:chgData name="Dash, Eashan" userId="fdec9f51-14cc-47ef-9cd4-1580753c903d" providerId="ADAL" clId="{E01AA50F-40BA-4699-AC96-E92EEB61EAC8}" dt="2026-10-07T14:02:59.858" v="7534"/>
          <ac:spMkLst>
            <pc:docMk/>
            <pc:sldMk cId="603975509" sldId="554"/>
            <ac:spMk id="39" creationId="{59684A1D-B300-ACC7-A7B5-D09AD0F6872C}"/>
          </ac:spMkLst>
        </pc:spChg>
        <pc:spChg chg="add mod">
          <ac:chgData name="Dash, Eashan" userId="fdec9f51-14cc-47ef-9cd4-1580753c903d" providerId="ADAL" clId="{E01AA50F-40BA-4699-AC96-E92EEB61EAC8}" dt="2026-10-07T14:02:59.858" v="7534"/>
          <ac:spMkLst>
            <pc:docMk/>
            <pc:sldMk cId="603975509" sldId="554"/>
            <ac:spMk id="44" creationId="{E8A013C0-CD0D-40B3-2CC1-52E9BF9D6436}"/>
          </ac:spMkLst>
        </pc:spChg>
        <pc:spChg chg="add mod">
          <ac:chgData name="Dash, Eashan" userId="fdec9f51-14cc-47ef-9cd4-1580753c903d" providerId="ADAL" clId="{E01AA50F-40BA-4699-AC96-E92EEB61EAC8}" dt="2026-10-07T14:02:59.858" v="7534"/>
          <ac:spMkLst>
            <pc:docMk/>
            <pc:sldMk cId="603975509" sldId="554"/>
            <ac:spMk id="57" creationId="{710EB3AD-2BF3-09F1-5CB3-B64D563180A6}"/>
          </ac:spMkLst>
        </pc:spChg>
        <pc:spChg chg="add mod">
          <ac:chgData name="Dash, Eashan" userId="fdec9f51-14cc-47ef-9cd4-1580753c903d" providerId="ADAL" clId="{E01AA50F-40BA-4699-AC96-E92EEB61EAC8}" dt="2026-10-07T14:02:59.858" v="7534"/>
          <ac:spMkLst>
            <pc:docMk/>
            <pc:sldMk cId="603975509" sldId="554"/>
            <ac:spMk id="58" creationId="{D85018A9-541A-B313-28BD-2285D9D6B26C}"/>
          </ac:spMkLst>
        </pc:spChg>
        <pc:spChg chg="add mod">
          <ac:chgData name="Dash, Eashan" userId="fdec9f51-14cc-47ef-9cd4-1580753c903d" providerId="ADAL" clId="{E01AA50F-40BA-4699-AC96-E92EEB61EAC8}" dt="2026-10-07T14:02:59.858" v="7534"/>
          <ac:spMkLst>
            <pc:docMk/>
            <pc:sldMk cId="603975509" sldId="554"/>
            <ac:spMk id="61" creationId="{FB9A2C1E-4DA7-474A-D064-6265CD8E4DBA}"/>
          </ac:spMkLst>
        </pc:spChg>
        <pc:spChg chg="add mod">
          <ac:chgData name="Dash, Eashan" userId="fdec9f51-14cc-47ef-9cd4-1580753c903d" providerId="ADAL" clId="{E01AA50F-40BA-4699-AC96-E92EEB61EAC8}" dt="2026-10-07T14:02:59.858" v="7534"/>
          <ac:spMkLst>
            <pc:docMk/>
            <pc:sldMk cId="603975509" sldId="554"/>
            <ac:spMk id="63" creationId="{6A93A276-CDC5-2D01-D89D-D6DAFB7A7C4D}"/>
          </ac:spMkLst>
        </pc:spChg>
      </pc:sldChg>
      <pc:sldChg chg="addSp new mod">
        <pc:chgData name="Dash, Eashan" userId="fdec9f51-14cc-47ef-9cd4-1580753c903d" providerId="ADAL" clId="{E01AA50F-40BA-4699-AC96-E92EEB61EAC8}" dt="2026-10-07T14:03:26.603" v="7536" actId="22"/>
        <pc:sldMkLst>
          <pc:docMk/>
          <pc:sldMk cId="1771021889" sldId="555"/>
        </pc:sldMkLst>
        <pc:spChg chg="add">
          <ac:chgData name="Dash, Eashan" userId="fdec9f51-14cc-47ef-9cd4-1580753c903d" providerId="ADAL" clId="{E01AA50F-40BA-4699-AC96-E92EEB61EAC8}" dt="2026-10-07T14:03:26.603" v="7536" actId="22"/>
          <ac:spMkLst>
            <pc:docMk/>
            <pc:sldMk cId="1771021889" sldId="555"/>
            <ac:spMk id="3" creationId="{85B38012-A0E1-47EF-7913-6520D81217F6}"/>
          </ac:spMkLst>
        </pc:spChg>
        <pc:spChg chg="add">
          <ac:chgData name="Dash, Eashan" userId="fdec9f51-14cc-47ef-9cd4-1580753c903d" providerId="ADAL" clId="{E01AA50F-40BA-4699-AC96-E92EEB61EAC8}" dt="2026-10-07T14:03:26.603" v="7536" actId="22"/>
          <ac:spMkLst>
            <pc:docMk/>
            <pc:sldMk cId="1771021889" sldId="555"/>
            <ac:spMk id="7" creationId="{7A5D9F40-92C4-A560-0799-4A58E7882D77}"/>
          </ac:spMkLst>
        </pc:spChg>
        <pc:spChg chg="add">
          <ac:chgData name="Dash, Eashan" userId="fdec9f51-14cc-47ef-9cd4-1580753c903d" providerId="ADAL" clId="{E01AA50F-40BA-4699-AC96-E92EEB61EAC8}" dt="2026-10-07T14:03:26.603" v="7536" actId="22"/>
          <ac:spMkLst>
            <pc:docMk/>
            <pc:sldMk cId="1771021889" sldId="555"/>
            <ac:spMk id="21" creationId="{28481C3D-384B-0225-64A2-EB7B9F992953}"/>
          </ac:spMkLst>
        </pc:spChg>
        <pc:spChg chg="add">
          <ac:chgData name="Dash, Eashan" userId="fdec9f51-14cc-47ef-9cd4-1580753c903d" providerId="ADAL" clId="{E01AA50F-40BA-4699-AC96-E92EEB61EAC8}" dt="2026-10-07T14:03:26.603" v="7536" actId="22"/>
          <ac:spMkLst>
            <pc:docMk/>
            <pc:sldMk cId="1771021889" sldId="555"/>
            <ac:spMk id="41" creationId="{20A506B7-0BE5-FDB7-B607-5930B5657C7C}"/>
          </ac:spMkLst>
        </pc:spChg>
        <pc:spChg chg="add">
          <ac:chgData name="Dash, Eashan" userId="fdec9f51-14cc-47ef-9cd4-1580753c903d" providerId="ADAL" clId="{E01AA50F-40BA-4699-AC96-E92EEB61EAC8}" dt="2026-10-07T14:03:26.603" v="7536" actId="22"/>
          <ac:spMkLst>
            <pc:docMk/>
            <pc:sldMk cId="1771021889" sldId="555"/>
            <ac:spMk id="53" creationId="{6A92E3EA-3289-37CC-68B2-D443567370CE}"/>
          </ac:spMkLst>
        </pc:spChg>
        <pc:spChg chg="add">
          <ac:chgData name="Dash, Eashan" userId="fdec9f51-14cc-47ef-9cd4-1580753c903d" providerId="ADAL" clId="{E01AA50F-40BA-4699-AC96-E92EEB61EAC8}" dt="2026-10-07T14:03:26.603" v="7536" actId="22"/>
          <ac:spMkLst>
            <pc:docMk/>
            <pc:sldMk cId="1771021889" sldId="555"/>
            <ac:spMk id="61" creationId="{F49E897B-B147-2562-B296-6A21BF31DF67}"/>
          </ac:spMkLst>
        </pc:spChg>
        <pc:spChg chg="add">
          <ac:chgData name="Dash, Eashan" userId="fdec9f51-14cc-47ef-9cd4-1580753c903d" providerId="ADAL" clId="{E01AA50F-40BA-4699-AC96-E92EEB61EAC8}" dt="2026-10-07T14:03:26.603" v="7536" actId="22"/>
          <ac:spMkLst>
            <pc:docMk/>
            <pc:sldMk cId="1771021889" sldId="555"/>
            <ac:spMk id="63" creationId="{84E25C66-BE45-8BE0-86E8-C75A8D3D43D3}"/>
          </ac:spMkLst>
        </pc:spChg>
        <pc:spChg chg="add">
          <ac:chgData name="Dash, Eashan" userId="fdec9f51-14cc-47ef-9cd4-1580753c903d" providerId="ADAL" clId="{E01AA50F-40BA-4699-AC96-E92EEB61EAC8}" dt="2026-10-07T14:03:26.603" v="7536" actId="22"/>
          <ac:spMkLst>
            <pc:docMk/>
            <pc:sldMk cId="1771021889" sldId="555"/>
            <ac:spMk id="69" creationId="{1C9C397D-F83D-70CE-6A64-78454A41044A}"/>
          </ac:spMkLst>
        </pc:spChg>
        <pc:spChg chg="add">
          <ac:chgData name="Dash, Eashan" userId="fdec9f51-14cc-47ef-9cd4-1580753c903d" providerId="ADAL" clId="{E01AA50F-40BA-4699-AC96-E92EEB61EAC8}" dt="2026-10-07T14:03:26.603" v="7536" actId="22"/>
          <ac:spMkLst>
            <pc:docMk/>
            <pc:sldMk cId="1771021889" sldId="555"/>
            <ac:spMk id="83" creationId="{84B3E5B6-4E46-F4E2-B99B-25D614F0B4B2}"/>
          </ac:spMkLst>
        </pc:spChg>
        <pc:spChg chg="add">
          <ac:chgData name="Dash, Eashan" userId="fdec9f51-14cc-47ef-9cd4-1580753c903d" providerId="ADAL" clId="{E01AA50F-40BA-4699-AC96-E92EEB61EAC8}" dt="2026-10-07T14:03:26.603" v="7536" actId="22"/>
          <ac:spMkLst>
            <pc:docMk/>
            <pc:sldMk cId="1771021889" sldId="555"/>
            <ac:spMk id="103" creationId="{60B37688-5C33-8450-37C9-2C71B93404F8}"/>
          </ac:spMkLst>
        </pc:spChg>
      </pc:sldChg>
      <pc:sldChg chg="addSp modSp new mod">
        <pc:chgData name="Dash, Eashan" userId="fdec9f51-14cc-47ef-9cd4-1580753c903d" providerId="ADAL" clId="{E01AA50F-40BA-4699-AC96-E92EEB61EAC8}" dt="2026-10-09T14:34:58.476" v="7636" actId="1076"/>
        <pc:sldMkLst>
          <pc:docMk/>
          <pc:sldMk cId="325714017" sldId="556"/>
        </pc:sldMkLst>
        <pc:spChg chg="add">
          <ac:chgData name="Dash, Eashan" userId="fdec9f51-14cc-47ef-9cd4-1580753c903d" providerId="ADAL" clId="{E01AA50F-40BA-4699-AC96-E92EEB61EAC8}" dt="2026-10-07T14:03:50.479" v="7538" actId="22"/>
          <ac:spMkLst>
            <pc:docMk/>
            <pc:sldMk cId="325714017" sldId="556"/>
            <ac:spMk id="9" creationId="{5D4C8D89-B2D4-66C2-8DC9-41C81B7A9970}"/>
          </ac:spMkLst>
        </pc:spChg>
        <pc:spChg chg="add">
          <ac:chgData name="Dash, Eashan" userId="fdec9f51-14cc-47ef-9cd4-1580753c903d" providerId="ADAL" clId="{E01AA50F-40BA-4699-AC96-E92EEB61EAC8}" dt="2026-10-07T14:03:50.479" v="7538" actId="22"/>
          <ac:spMkLst>
            <pc:docMk/>
            <pc:sldMk cId="325714017" sldId="556"/>
            <ac:spMk id="11" creationId="{46F6B3F9-C475-2F7F-CF5C-85B5626752D8}"/>
          </ac:spMkLst>
        </pc:spChg>
        <pc:spChg chg="add">
          <ac:chgData name="Dash, Eashan" userId="fdec9f51-14cc-47ef-9cd4-1580753c903d" providerId="ADAL" clId="{E01AA50F-40BA-4699-AC96-E92EEB61EAC8}" dt="2026-10-07T14:03:50.479" v="7538" actId="22"/>
          <ac:spMkLst>
            <pc:docMk/>
            <pc:sldMk cId="325714017" sldId="556"/>
            <ac:spMk id="39" creationId="{0D66E6CE-49BD-8A25-62B7-67363F6A270E}"/>
          </ac:spMkLst>
        </pc:spChg>
        <pc:spChg chg="add">
          <ac:chgData name="Dash, Eashan" userId="fdec9f51-14cc-47ef-9cd4-1580753c903d" providerId="ADAL" clId="{E01AA50F-40BA-4699-AC96-E92EEB61EAC8}" dt="2026-10-07T14:03:50.479" v="7538" actId="22"/>
          <ac:spMkLst>
            <pc:docMk/>
            <pc:sldMk cId="325714017" sldId="556"/>
            <ac:spMk id="49" creationId="{3645FA71-3F0F-E9A1-25AD-F638C8C5F976}"/>
          </ac:spMkLst>
        </pc:spChg>
        <pc:spChg chg="add">
          <ac:chgData name="Dash, Eashan" userId="fdec9f51-14cc-47ef-9cd4-1580753c903d" providerId="ADAL" clId="{E01AA50F-40BA-4699-AC96-E92EEB61EAC8}" dt="2026-10-07T14:03:50.479" v="7538" actId="22"/>
          <ac:spMkLst>
            <pc:docMk/>
            <pc:sldMk cId="325714017" sldId="556"/>
            <ac:spMk id="51" creationId="{27E4BF58-4805-C9F0-0F15-A281EF435F38}"/>
          </ac:spMkLst>
        </pc:spChg>
        <pc:spChg chg="add">
          <ac:chgData name="Dash, Eashan" userId="fdec9f51-14cc-47ef-9cd4-1580753c903d" providerId="ADAL" clId="{E01AA50F-40BA-4699-AC96-E92EEB61EAC8}" dt="2026-10-07T14:03:50.479" v="7538" actId="22"/>
          <ac:spMkLst>
            <pc:docMk/>
            <pc:sldMk cId="325714017" sldId="556"/>
            <ac:spMk id="93" creationId="{48F17D36-ECBF-E1AE-8219-3D8FA5B845D2}"/>
          </ac:spMkLst>
        </pc:spChg>
        <pc:spChg chg="add">
          <ac:chgData name="Dash, Eashan" userId="fdec9f51-14cc-47ef-9cd4-1580753c903d" providerId="ADAL" clId="{E01AA50F-40BA-4699-AC96-E92EEB61EAC8}" dt="2026-10-07T14:03:50.479" v="7538" actId="22"/>
          <ac:spMkLst>
            <pc:docMk/>
            <pc:sldMk cId="325714017" sldId="556"/>
            <ac:spMk id="97" creationId="{2618EBF7-5238-41ED-7D3E-767F6BFEF360}"/>
          </ac:spMkLst>
        </pc:spChg>
        <pc:spChg chg="add">
          <ac:chgData name="Dash, Eashan" userId="fdec9f51-14cc-47ef-9cd4-1580753c903d" providerId="ADAL" clId="{E01AA50F-40BA-4699-AC96-E92EEB61EAC8}" dt="2026-10-07T14:03:50.479" v="7538" actId="22"/>
          <ac:spMkLst>
            <pc:docMk/>
            <pc:sldMk cId="325714017" sldId="556"/>
            <ac:spMk id="99" creationId="{74485C01-B1BC-7C13-96AF-F77908B22E0B}"/>
          </ac:spMkLst>
        </pc:spChg>
        <pc:spChg chg="add">
          <ac:chgData name="Dash, Eashan" userId="fdec9f51-14cc-47ef-9cd4-1580753c903d" providerId="ADAL" clId="{E01AA50F-40BA-4699-AC96-E92EEB61EAC8}" dt="2026-10-07T14:03:50.479" v="7538" actId="22"/>
          <ac:spMkLst>
            <pc:docMk/>
            <pc:sldMk cId="325714017" sldId="556"/>
            <ac:spMk id="107" creationId="{E011FD8F-908C-4F36-51E8-EC76AAC3A7E4}"/>
          </ac:spMkLst>
        </pc:spChg>
        <pc:spChg chg="add">
          <ac:chgData name="Dash, Eashan" userId="fdec9f51-14cc-47ef-9cd4-1580753c903d" providerId="ADAL" clId="{E01AA50F-40BA-4699-AC96-E92EEB61EAC8}" dt="2026-10-07T14:03:50.479" v="7538" actId="22"/>
          <ac:spMkLst>
            <pc:docMk/>
            <pc:sldMk cId="325714017" sldId="556"/>
            <ac:spMk id="111" creationId="{C67EF83C-9A9E-3058-0D4F-E3DD6AB774DA}"/>
          </ac:spMkLst>
        </pc:spChg>
        <pc:picChg chg="add mod">
          <ac:chgData name="Dash, Eashan" userId="fdec9f51-14cc-47ef-9cd4-1580753c903d" providerId="ADAL" clId="{E01AA50F-40BA-4699-AC96-E92EEB61EAC8}" dt="2026-10-09T14:34:58.476" v="7636" actId="1076"/>
          <ac:picMkLst>
            <pc:docMk/>
            <pc:sldMk cId="325714017" sldId="556"/>
            <ac:picMk id="4" creationId="{1175845E-7E6C-C2B7-F102-09945B6650E3}"/>
          </ac:picMkLst>
        </pc:picChg>
      </pc:sldChg>
      <pc:sldChg chg="addSp new mod">
        <pc:chgData name="Dash, Eashan" userId="fdec9f51-14cc-47ef-9cd4-1580753c903d" providerId="ADAL" clId="{E01AA50F-40BA-4699-AC96-E92EEB61EAC8}" dt="2026-10-07T14:04:19.748" v="7540" actId="22"/>
        <pc:sldMkLst>
          <pc:docMk/>
          <pc:sldMk cId="3377764831" sldId="557"/>
        </pc:sldMkLst>
        <pc:spChg chg="add">
          <ac:chgData name="Dash, Eashan" userId="fdec9f51-14cc-47ef-9cd4-1580753c903d" providerId="ADAL" clId="{E01AA50F-40BA-4699-AC96-E92EEB61EAC8}" dt="2026-10-07T14:04:19.748" v="7540" actId="22"/>
          <ac:spMkLst>
            <pc:docMk/>
            <pc:sldMk cId="3377764831" sldId="557"/>
            <ac:spMk id="35" creationId="{FEA69838-AABA-5BAE-07B5-A00E782F7178}"/>
          </ac:spMkLst>
        </pc:spChg>
        <pc:spChg chg="add">
          <ac:chgData name="Dash, Eashan" userId="fdec9f51-14cc-47ef-9cd4-1580753c903d" providerId="ADAL" clId="{E01AA50F-40BA-4699-AC96-E92EEB61EAC8}" dt="2026-10-07T14:04:19.748" v="7540" actId="22"/>
          <ac:spMkLst>
            <pc:docMk/>
            <pc:sldMk cId="3377764831" sldId="557"/>
            <ac:spMk id="41" creationId="{6B3ABABC-DA13-856F-14F0-4ECDC2254221}"/>
          </ac:spMkLst>
        </pc:spChg>
        <pc:spChg chg="add">
          <ac:chgData name="Dash, Eashan" userId="fdec9f51-14cc-47ef-9cd4-1580753c903d" providerId="ADAL" clId="{E01AA50F-40BA-4699-AC96-E92EEB61EAC8}" dt="2026-10-07T14:04:19.748" v="7540" actId="22"/>
          <ac:spMkLst>
            <pc:docMk/>
            <pc:sldMk cId="3377764831" sldId="557"/>
            <ac:spMk id="49" creationId="{DF688393-B11B-7AC3-3D4F-2C01383E8A80}"/>
          </ac:spMkLst>
        </pc:spChg>
        <pc:spChg chg="add">
          <ac:chgData name="Dash, Eashan" userId="fdec9f51-14cc-47ef-9cd4-1580753c903d" providerId="ADAL" clId="{E01AA50F-40BA-4699-AC96-E92EEB61EAC8}" dt="2026-10-07T14:04:19.748" v="7540" actId="22"/>
          <ac:spMkLst>
            <pc:docMk/>
            <pc:sldMk cId="3377764831" sldId="557"/>
            <ac:spMk id="77" creationId="{700EF3A5-CBDB-E008-5BD4-987C00804FD3}"/>
          </ac:spMkLst>
        </pc:spChg>
        <pc:spChg chg="add">
          <ac:chgData name="Dash, Eashan" userId="fdec9f51-14cc-47ef-9cd4-1580753c903d" providerId="ADAL" clId="{E01AA50F-40BA-4699-AC96-E92EEB61EAC8}" dt="2026-10-07T14:04:19.748" v="7540" actId="22"/>
          <ac:spMkLst>
            <pc:docMk/>
            <pc:sldMk cId="3377764831" sldId="557"/>
            <ac:spMk id="91" creationId="{B228F117-B2E2-61E0-EFF2-905363C464A3}"/>
          </ac:spMkLst>
        </pc:spChg>
        <pc:spChg chg="add">
          <ac:chgData name="Dash, Eashan" userId="fdec9f51-14cc-47ef-9cd4-1580753c903d" providerId="ADAL" clId="{E01AA50F-40BA-4699-AC96-E92EEB61EAC8}" dt="2026-10-07T14:04:19.748" v="7540" actId="22"/>
          <ac:spMkLst>
            <pc:docMk/>
            <pc:sldMk cId="3377764831" sldId="557"/>
            <ac:spMk id="107" creationId="{37AA3A2F-3545-6D17-36C0-6810FF3F3C57}"/>
          </ac:spMkLst>
        </pc:spChg>
        <pc:spChg chg="add">
          <ac:chgData name="Dash, Eashan" userId="fdec9f51-14cc-47ef-9cd4-1580753c903d" providerId="ADAL" clId="{E01AA50F-40BA-4699-AC96-E92EEB61EAC8}" dt="2026-10-07T14:04:19.748" v="7540" actId="22"/>
          <ac:spMkLst>
            <pc:docMk/>
            <pc:sldMk cId="3377764831" sldId="557"/>
            <ac:spMk id="109" creationId="{862EC627-45E8-46C8-912B-4DA77FA5DEB7}"/>
          </ac:spMkLst>
        </pc:spChg>
        <pc:spChg chg="add">
          <ac:chgData name="Dash, Eashan" userId="fdec9f51-14cc-47ef-9cd4-1580753c903d" providerId="ADAL" clId="{E01AA50F-40BA-4699-AC96-E92EEB61EAC8}" dt="2026-10-07T14:04:19.748" v="7540" actId="22"/>
          <ac:spMkLst>
            <pc:docMk/>
            <pc:sldMk cId="3377764831" sldId="557"/>
            <ac:spMk id="115" creationId="{C6D0FC7E-6865-F192-657C-BD91B2E281AC}"/>
          </ac:spMkLst>
        </pc:spChg>
        <pc:spChg chg="add">
          <ac:chgData name="Dash, Eashan" userId="fdec9f51-14cc-47ef-9cd4-1580753c903d" providerId="ADAL" clId="{E01AA50F-40BA-4699-AC96-E92EEB61EAC8}" dt="2026-10-07T14:04:19.748" v="7540" actId="22"/>
          <ac:spMkLst>
            <pc:docMk/>
            <pc:sldMk cId="3377764831" sldId="557"/>
            <ac:spMk id="121" creationId="{6DC8AD1F-DBCB-4C12-9809-DCD340BDBFE2}"/>
          </ac:spMkLst>
        </pc:spChg>
        <pc:spChg chg="add">
          <ac:chgData name="Dash, Eashan" userId="fdec9f51-14cc-47ef-9cd4-1580753c903d" providerId="ADAL" clId="{E01AA50F-40BA-4699-AC96-E92EEB61EAC8}" dt="2026-10-07T14:04:19.748" v="7540" actId="22"/>
          <ac:spMkLst>
            <pc:docMk/>
            <pc:sldMk cId="3377764831" sldId="557"/>
            <ac:spMk id="129" creationId="{ECC0BEE7-0D1B-CFD8-09C9-2BB8E9521072}"/>
          </ac:spMkLst>
        </pc:spChg>
      </pc:sldChg>
      <pc:sldChg chg="addSp new mod">
        <pc:chgData name="Dash, Eashan" userId="fdec9f51-14cc-47ef-9cd4-1580753c903d" providerId="ADAL" clId="{E01AA50F-40BA-4699-AC96-E92EEB61EAC8}" dt="2026-10-07T14:04:38.368" v="7542" actId="22"/>
        <pc:sldMkLst>
          <pc:docMk/>
          <pc:sldMk cId="24215721" sldId="558"/>
        </pc:sldMkLst>
        <pc:spChg chg="add">
          <ac:chgData name="Dash, Eashan" userId="fdec9f51-14cc-47ef-9cd4-1580753c903d" providerId="ADAL" clId="{E01AA50F-40BA-4699-AC96-E92EEB61EAC8}" dt="2026-10-07T14:04:38.368" v="7542" actId="22"/>
          <ac:spMkLst>
            <pc:docMk/>
            <pc:sldMk cId="24215721" sldId="558"/>
            <ac:spMk id="3" creationId="{E73E0955-4B0C-C4FA-76A9-9C5C00211390}"/>
          </ac:spMkLst>
        </pc:spChg>
        <pc:spChg chg="add">
          <ac:chgData name="Dash, Eashan" userId="fdec9f51-14cc-47ef-9cd4-1580753c903d" providerId="ADAL" clId="{E01AA50F-40BA-4699-AC96-E92EEB61EAC8}" dt="2026-10-07T14:04:38.368" v="7542" actId="22"/>
          <ac:spMkLst>
            <pc:docMk/>
            <pc:sldMk cId="24215721" sldId="558"/>
            <ac:spMk id="5" creationId="{956C631B-EBC8-E776-6F44-1E90723EDA64}"/>
          </ac:spMkLst>
        </pc:spChg>
        <pc:spChg chg="add">
          <ac:chgData name="Dash, Eashan" userId="fdec9f51-14cc-47ef-9cd4-1580753c903d" providerId="ADAL" clId="{E01AA50F-40BA-4699-AC96-E92EEB61EAC8}" dt="2026-10-07T14:04:38.368" v="7542" actId="22"/>
          <ac:spMkLst>
            <pc:docMk/>
            <pc:sldMk cId="24215721" sldId="558"/>
            <ac:spMk id="9" creationId="{FE58F84B-7108-D52A-58EB-7607128E8A0F}"/>
          </ac:spMkLst>
        </pc:spChg>
        <pc:spChg chg="add">
          <ac:chgData name="Dash, Eashan" userId="fdec9f51-14cc-47ef-9cd4-1580753c903d" providerId="ADAL" clId="{E01AA50F-40BA-4699-AC96-E92EEB61EAC8}" dt="2026-10-07T14:04:38.368" v="7542" actId="22"/>
          <ac:spMkLst>
            <pc:docMk/>
            <pc:sldMk cId="24215721" sldId="558"/>
            <ac:spMk id="11" creationId="{C6565B2F-CC68-20AC-6AC1-4266AB6B01FB}"/>
          </ac:spMkLst>
        </pc:spChg>
        <pc:spChg chg="add">
          <ac:chgData name="Dash, Eashan" userId="fdec9f51-14cc-47ef-9cd4-1580753c903d" providerId="ADAL" clId="{E01AA50F-40BA-4699-AC96-E92EEB61EAC8}" dt="2026-10-07T14:04:38.368" v="7542" actId="22"/>
          <ac:spMkLst>
            <pc:docMk/>
            <pc:sldMk cId="24215721" sldId="558"/>
            <ac:spMk id="13" creationId="{ADEACD9B-CF6E-0F39-1549-E27D5E93EC3D}"/>
          </ac:spMkLst>
        </pc:spChg>
        <pc:graphicFrameChg chg="add">
          <ac:chgData name="Dash, Eashan" userId="fdec9f51-14cc-47ef-9cd4-1580753c903d" providerId="ADAL" clId="{E01AA50F-40BA-4699-AC96-E92EEB61EAC8}" dt="2026-10-07T14:04:38.368" v="7542" actId="22"/>
          <ac:graphicFrameMkLst>
            <pc:docMk/>
            <pc:sldMk cId="24215721" sldId="558"/>
            <ac:graphicFrameMk id="7" creationId="{8AB376B0-C9F9-DA2B-499A-97BE6D02881A}"/>
          </ac:graphicFrameMkLst>
        </pc:graphicFrameChg>
      </pc:sldChg>
      <pc:sldChg chg="addSp new mod">
        <pc:chgData name="Dash, Eashan" userId="fdec9f51-14cc-47ef-9cd4-1580753c903d" providerId="ADAL" clId="{E01AA50F-40BA-4699-AC96-E92EEB61EAC8}" dt="2026-10-07T14:05:06.841" v="7544" actId="22"/>
        <pc:sldMkLst>
          <pc:docMk/>
          <pc:sldMk cId="3959648791" sldId="559"/>
        </pc:sldMkLst>
        <pc:spChg chg="add">
          <ac:chgData name="Dash, Eashan" userId="fdec9f51-14cc-47ef-9cd4-1580753c903d" providerId="ADAL" clId="{E01AA50F-40BA-4699-AC96-E92EEB61EAC8}" dt="2026-10-07T14:05:06.841" v="7544" actId="22"/>
          <ac:spMkLst>
            <pc:docMk/>
            <pc:sldMk cId="3959648791" sldId="559"/>
            <ac:spMk id="3" creationId="{93C45414-6CED-3911-4150-BD2B9209313D}"/>
          </ac:spMkLst>
        </pc:spChg>
        <pc:spChg chg="add">
          <ac:chgData name="Dash, Eashan" userId="fdec9f51-14cc-47ef-9cd4-1580753c903d" providerId="ADAL" clId="{E01AA50F-40BA-4699-AC96-E92EEB61EAC8}" dt="2026-10-07T14:05:06.841" v="7544" actId="22"/>
          <ac:spMkLst>
            <pc:docMk/>
            <pc:sldMk cId="3959648791" sldId="559"/>
            <ac:spMk id="11" creationId="{81878D16-690C-0AE3-3268-9063AB36C792}"/>
          </ac:spMkLst>
        </pc:spChg>
        <pc:spChg chg="add">
          <ac:chgData name="Dash, Eashan" userId="fdec9f51-14cc-47ef-9cd4-1580753c903d" providerId="ADAL" clId="{E01AA50F-40BA-4699-AC96-E92EEB61EAC8}" dt="2026-10-07T14:05:06.841" v="7544" actId="22"/>
          <ac:spMkLst>
            <pc:docMk/>
            <pc:sldMk cId="3959648791" sldId="559"/>
            <ac:spMk id="25" creationId="{2E476139-9538-21BE-A6E6-1005BA30D833}"/>
          </ac:spMkLst>
        </pc:spChg>
        <pc:spChg chg="add">
          <ac:chgData name="Dash, Eashan" userId="fdec9f51-14cc-47ef-9cd4-1580753c903d" providerId="ADAL" clId="{E01AA50F-40BA-4699-AC96-E92EEB61EAC8}" dt="2026-10-07T14:05:06.841" v="7544" actId="22"/>
          <ac:spMkLst>
            <pc:docMk/>
            <pc:sldMk cId="3959648791" sldId="559"/>
            <ac:spMk id="31" creationId="{331AC469-0275-1A72-698C-472A603FA84A}"/>
          </ac:spMkLst>
        </pc:spChg>
        <pc:spChg chg="add">
          <ac:chgData name="Dash, Eashan" userId="fdec9f51-14cc-47ef-9cd4-1580753c903d" providerId="ADAL" clId="{E01AA50F-40BA-4699-AC96-E92EEB61EAC8}" dt="2026-10-07T14:05:06.841" v="7544" actId="22"/>
          <ac:spMkLst>
            <pc:docMk/>
            <pc:sldMk cId="3959648791" sldId="559"/>
            <ac:spMk id="35" creationId="{27940985-BF97-AA68-F003-AF3766CA1896}"/>
          </ac:spMkLst>
        </pc:spChg>
        <pc:spChg chg="add">
          <ac:chgData name="Dash, Eashan" userId="fdec9f51-14cc-47ef-9cd4-1580753c903d" providerId="ADAL" clId="{E01AA50F-40BA-4699-AC96-E92EEB61EAC8}" dt="2026-10-07T14:05:06.841" v="7544" actId="22"/>
          <ac:spMkLst>
            <pc:docMk/>
            <pc:sldMk cId="3959648791" sldId="559"/>
            <ac:spMk id="37" creationId="{C43C86CD-DF67-8BCA-A398-4D80CB8320B5}"/>
          </ac:spMkLst>
        </pc:spChg>
        <pc:spChg chg="add">
          <ac:chgData name="Dash, Eashan" userId="fdec9f51-14cc-47ef-9cd4-1580753c903d" providerId="ADAL" clId="{E01AA50F-40BA-4699-AC96-E92EEB61EAC8}" dt="2026-10-07T14:05:06.841" v="7544" actId="22"/>
          <ac:spMkLst>
            <pc:docMk/>
            <pc:sldMk cId="3959648791" sldId="559"/>
            <ac:spMk id="47" creationId="{FFD88365-0CC8-4447-1B03-FEE415F31E96}"/>
          </ac:spMkLst>
        </pc:spChg>
        <pc:spChg chg="add">
          <ac:chgData name="Dash, Eashan" userId="fdec9f51-14cc-47ef-9cd4-1580753c903d" providerId="ADAL" clId="{E01AA50F-40BA-4699-AC96-E92EEB61EAC8}" dt="2026-10-07T14:05:06.841" v="7544" actId="22"/>
          <ac:spMkLst>
            <pc:docMk/>
            <pc:sldMk cId="3959648791" sldId="559"/>
            <ac:spMk id="89" creationId="{FF943798-967C-0ABA-7EB8-3F6693BDD943}"/>
          </ac:spMkLst>
        </pc:spChg>
        <pc:spChg chg="add">
          <ac:chgData name="Dash, Eashan" userId="fdec9f51-14cc-47ef-9cd4-1580753c903d" providerId="ADAL" clId="{E01AA50F-40BA-4699-AC96-E92EEB61EAC8}" dt="2026-10-07T14:05:06.841" v="7544" actId="22"/>
          <ac:spMkLst>
            <pc:docMk/>
            <pc:sldMk cId="3959648791" sldId="559"/>
            <ac:spMk id="109" creationId="{B2997259-CC06-9EFF-6423-E7BD35CF5325}"/>
          </ac:spMkLst>
        </pc:spChg>
        <pc:spChg chg="add">
          <ac:chgData name="Dash, Eashan" userId="fdec9f51-14cc-47ef-9cd4-1580753c903d" providerId="ADAL" clId="{E01AA50F-40BA-4699-AC96-E92EEB61EAC8}" dt="2026-10-07T14:05:06.841" v="7544" actId="22"/>
          <ac:spMkLst>
            <pc:docMk/>
            <pc:sldMk cId="3959648791" sldId="559"/>
            <ac:spMk id="111" creationId="{1C1A9735-1B8B-AA5A-09B1-306E79ADBE17}"/>
          </ac:spMkLst>
        </pc:spChg>
      </pc:sldChg>
    </pc:docChg>
  </pc:docChgLst>
  <pc:docChgLst>
    <pc:chgData name="Dash, Eashan" userId="fdec9f51-14cc-47ef-9cd4-1580753c903d" providerId="ADAL" clId="{4A5CD5BC-A9AC-46E6-A3FF-B07B290CBCF5}"/>
    <pc:docChg chg="undo custSel addSld delSld modSld sldOrd">
      <pc:chgData name="Dash, Eashan" userId="fdec9f51-14cc-47ef-9cd4-1580753c903d" providerId="ADAL" clId="{4A5CD5BC-A9AC-46E6-A3FF-B07B290CBCF5}" dt="2026-10-01T04:59:23.577" v="939" actId="1076"/>
      <pc:docMkLst>
        <pc:docMk/>
      </pc:docMkLst>
      <pc:sldChg chg="delSp modSp mod modTransition">
        <pc:chgData name="Dash, Eashan" userId="fdec9f51-14cc-47ef-9cd4-1580753c903d" providerId="ADAL" clId="{4A5CD5BC-A9AC-46E6-A3FF-B07B290CBCF5}" dt="2026-10-01T04:59:23.577" v="939" actId="1076"/>
        <pc:sldMkLst>
          <pc:docMk/>
          <pc:sldMk cId="2859063927" sldId="284"/>
        </pc:sldMkLst>
        <pc:spChg chg="mod">
          <ac:chgData name="Dash, Eashan" userId="fdec9f51-14cc-47ef-9cd4-1580753c903d" providerId="ADAL" clId="{4A5CD5BC-A9AC-46E6-A3FF-B07B290CBCF5}" dt="2026-10-01T04:59:23.577" v="939" actId="1076"/>
          <ac:spMkLst>
            <pc:docMk/>
            <pc:sldMk cId="2859063927" sldId="284"/>
            <ac:spMk id="3" creationId="{3B88D691-BDD8-7CAF-09CF-504B6C8EB348}"/>
          </ac:spMkLst>
        </pc:spChg>
        <pc:spChg chg="mod">
          <ac:chgData name="Dash, Eashan" userId="fdec9f51-14cc-47ef-9cd4-1580753c903d" providerId="ADAL" clId="{4A5CD5BC-A9AC-46E6-A3FF-B07B290CBCF5}" dt="2026-10-01T04:55:38.024" v="920" actId="14100"/>
          <ac:spMkLst>
            <pc:docMk/>
            <pc:sldMk cId="2859063927" sldId="284"/>
            <ac:spMk id="4" creationId="{00000000-0000-0000-0000-000000000000}"/>
          </ac:spMkLst>
        </pc:spChg>
        <pc:spChg chg="mod">
          <ac:chgData name="Dash, Eashan" userId="fdec9f51-14cc-47ef-9cd4-1580753c903d" providerId="ADAL" clId="{4A5CD5BC-A9AC-46E6-A3FF-B07B290CBCF5}" dt="2026-10-01T04:55:30.446" v="919" actId="14100"/>
          <ac:spMkLst>
            <pc:docMk/>
            <pc:sldMk cId="2859063927" sldId="284"/>
            <ac:spMk id="8" creationId="{00000000-0000-0000-0000-000000000000}"/>
          </ac:spMkLst>
        </pc:spChg>
        <pc:spChg chg="mod">
          <ac:chgData name="Dash, Eashan" userId="fdec9f51-14cc-47ef-9cd4-1580753c903d" providerId="ADAL" clId="{4A5CD5BC-A9AC-46E6-A3FF-B07B290CBCF5}" dt="2026-10-01T04:56:08.027" v="935" actId="20577"/>
          <ac:spMkLst>
            <pc:docMk/>
            <pc:sldMk cId="2859063927" sldId="284"/>
            <ac:spMk id="12" creationId="{00000000-0000-0000-0000-000000000000}"/>
          </ac:spMkLst>
        </pc:spChg>
        <pc:grpChg chg="mod">
          <ac:chgData name="Dash, Eashan" userId="fdec9f51-14cc-47ef-9cd4-1580753c903d" providerId="ADAL" clId="{4A5CD5BC-A9AC-46E6-A3FF-B07B290CBCF5}" dt="2026-10-01T04:56:18.391" v="937" actId="14100"/>
          <ac:grpSpMkLst>
            <pc:docMk/>
            <pc:sldMk cId="2859063927" sldId="284"/>
            <ac:grpSpMk id="18" creationId="{5BB82C3F-63B5-7FDA-64B9-B9669111F31D}"/>
          </ac:grpSpMkLst>
        </pc:grpChg>
      </pc:sldChg>
      <pc:sldChg chg="modTransition">
        <pc:chgData name="Dash, Eashan" userId="fdec9f51-14cc-47ef-9cd4-1580753c903d" providerId="ADAL" clId="{4A5CD5BC-A9AC-46E6-A3FF-B07B290CBCF5}" dt="2026-09-29T16:03:46.215" v="2"/>
        <pc:sldMkLst>
          <pc:docMk/>
          <pc:sldMk cId="0" sldId="330"/>
        </pc:sldMkLst>
      </pc:sldChg>
      <pc:sldChg chg="delSp modTransition modAnim">
        <pc:chgData name="Dash, Eashan" userId="fdec9f51-14cc-47ef-9cd4-1580753c903d" providerId="ADAL" clId="{4A5CD5BC-A9AC-46E6-A3FF-B07B290CBCF5}" dt="2026-09-29T16:03:46.215" v="2"/>
        <pc:sldMkLst>
          <pc:docMk/>
          <pc:sldMk cId="1796710936" sldId="457"/>
        </pc:sldMkLst>
      </pc:sldChg>
      <pc:sldChg chg="delSp modTransition modAnim">
        <pc:chgData name="Dash, Eashan" userId="fdec9f51-14cc-47ef-9cd4-1580753c903d" providerId="ADAL" clId="{4A5CD5BC-A9AC-46E6-A3FF-B07B290CBCF5}" dt="2026-09-29T16:03:46.215" v="2"/>
        <pc:sldMkLst>
          <pc:docMk/>
          <pc:sldMk cId="758403536" sldId="458"/>
        </pc:sldMkLst>
      </pc:sldChg>
      <pc:sldChg chg="addSp delSp modSp mod modTransition">
        <pc:chgData name="Dash, Eashan" userId="fdec9f51-14cc-47ef-9cd4-1580753c903d" providerId="ADAL" clId="{4A5CD5BC-A9AC-46E6-A3FF-B07B290CBCF5}" dt="2026-09-30T08:09:43.574" v="4"/>
        <pc:sldMkLst>
          <pc:docMk/>
          <pc:sldMk cId="2718257714" sldId="459"/>
        </pc:sldMkLst>
        <pc:spChg chg="add mod">
          <ac:chgData name="Dash, Eashan" userId="fdec9f51-14cc-47ef-9cd4-1580753c903d" providerId="ADAL" clId="{4A5CD5BC-A9AC-46E6-A3FF-B07B290CBCF5}" dt="2026-09-30T08:09:43.574" v="4"/>
          <ac:spMkLst>
            <pc:docMk/>
            <pc:sldMk cId="2718257714" sldId="459"/>
            <ac:spMk id="2" creationId="{D821858C-DED4-54EE-D382-FC3E1532C8CB}"/>
          </ac:spMkLst>
        </pc:spChg>
        <pc:spChg chg="add mod">
          <ac:chgData name="Dash, Eashan" userId="fdec9f51-14cc-47ef-9cd4-1580753c903d" providerId="ADAL" clId="{4A5CD5BC-A9AC-46E6-A3FF-B07B290CBCF5}" dt="2026-09-30T08:09:43.574" v="4"/>
          <ac:spMkLst>
            <pc:docMk/>
            <pc:sldMk cId="2718257714" sldId="459"/>
            <ac:spMk id="3" creationId="{CB58ED1B-9320-4838-8BC1-05AE00079B60}"/>
          </ac:spMkLst>
        </pc:spChg>
      </pc:sldChg>
      <pc:sldChg chg="modTransition">
        <pc:chgData name="Dash, Eashan" userId="fdec9f51-14cc-47ef-9cd4-1580753c903d" providerId="ADAL" clId="{4A5CD5BC-A9AC-46E6-A3FF-B07B290CBCF5}" dt="2026-09-29T16:03:46.215" v="2"/>
        <pc:sldMkLst>
          <pc:docMk/>
          <pc:sldMk cId="0" sldId="460"/>
        </pc:sldMkLst>
      </pc:sldChg>
      <pc:sldChg chg="modTransition">
        <pc:chgData name="Dash, Eashan" userId="fdec9f51-14cc-47ef-9cd4-1580753c903d" providerId="ADAL" clId="{4A5CD5BC-A9AC-46E6-A3FF-B07B290CBCF5}" dt="2026-09-29T16:03:46.215" v="2"/>
        <pc:sldMkLst>
          <pc:docMk/>
          <pc:sldMk cId="0" sldId="463"/>
        </pc:sldMkLst>
      </pc:sldChg>
      <pc:sldChg chg="modTransition">
        <pc:chgData name="Dash, Eashan" userId="fdec9f51-14cc-47ef-9cd4-1580753c903d" providerId="ADAL" clId="{4A5CD5BC-A9AC-46E6-A3FF-B07B290CBCF5}" dt="2026-09-29T16:03:46.215" v="2"/>
        <pc:sldMkLst>
          <pc:docMk/>
          <pc:sldMk cId="0" sldId="464"/>
        </pc:sldMkLst>
      </pc:sldChg>
      <pc:sldChg chg="modTransition">
        <pc:chgData name="Dash, Eashan" userId="fdec9f51-14cc-47ef-9cd4-1580753c903d" providerId="ADAL" clId="{4A5CD5BC-A9AC-46E6-A3FF-B07B290CBCF5}" dt="2026-09-29T16:03:46.215" v="2"/>
        <pc:sldMkLst>
          <pc:docMk/>
          <pc:sldMk cId="0" sldId="466"/>
        </pc:sldMkLst>
      </pc:sldChg>
      <pc:sldChg chg="modTransition">
        <pc:chgData name="Dash, Eashan" userId="fdec9f51-14cc-47ef-9cd4-1580753c903d" providerId="ADAL" clId="{4A5CD5BC-A9AC-46E6-A3FF-B07B290CBCF5}" dt="2026-09-29T16:03:46.215" v="2"/>
        <pc:sldMkLst>
          <pc:docMk/>
          <pc:sldMk cId="0" sldId="467"/>
        </pc:sldMkLst>
      </pc:sldChg>
      <pc:sldChg chg="modTransition">
        <pc:chgData name="Dash, Eashan" userId="fdec9f51-14cc-47ef-9cd4-1580753c903d" providerId="ADAL" clId="{4A5CD5BC-A9AC-46E6-A3FF-B07B290CBCF5}" dt="2026-09-29T16:03:46.215" v="2"/>
        <pc:sldMkLst>
          <pc:docMk/>
          <pc:sldMk cId="0" sldId="468"/>
        </pc:sldMkLst>
      </pc:sldChg>
      <pc:sldChg chg="modTransition">
        <pc:chgData name="Dash, Eashan" userId="fdec9f51-14cc-47ef-9cd4-1580753c903d" providerId="ADAL" clId="{4A5CD5BC-A9AC-46E6-A3FF-B07B290CBCF5}" dt="2026-09-29T16:03:46.215" v="2"/>
        <pc:sldMkLst>
          <pc:docMk/>
          <pc:sldMk cId="0" sldId="469"/>
        </pc:sldMkLst>
      </pc:sldChg>
      <pc:sldChg chg="modTransition">
        <pc:chgData name="Dash, Eashan" userId="fdec9f51-14cc-47ef-9cd4-1580753c903d" providerId="ADAL" clId="{4A5CD5BC-A9AC-46E6-A3FF-B07B290CBCF5}" dt="2026-09-29T16:03:46.215" v="2"/>
        <pc:sldMkLst>
          <pc:docMk/>
          <pc:sldMk cId="0" sldId="470"/>
        </pc:sldMkLst>
      </pc:sldChg>
      <pc:sldChg chg="modTransition">
        <pc:chgData name="Dash, Eashan" userId="fdec9f51-14cc-47ef-9cd4-1580753c903d" providerId="ADAL" clId="{4A5CD5BC-A9AC-46E6-A3FF-B07B290CBCF5}" dt="2026-09-29T16:03:46.215" v="2"/>
        <pc:sldMkLst>
          <pc:docMk/>
          <pc:sldMk cId="0" sldId="472"/>
        </pc:sldMkLst>
      </pc:sldChg>
      <pc:sldChg chg="modTransition">
        <pc:chgData name="Dash, Eashan" userId="fdec9f51-14cc-47ef-9cd4-1580753c903d" providerId="ADAL" clId="{4A5CD5BC-A9AC-46E6-A3FF-B07B290CBCF5}" dt="2026-09-29T16:03:46.215" v="2"/>
        <pc:sldMkLst>
          <pc:docMk/>
          <pc:sldMk cId="0" sldId="473"/>
        </pc:sldMkLst>
      </pc:sldChg>
      <pc:sldChg chg="modTransition">
        <pc:chgData name="Dash, Eashan" userId="fdec9f51-14cc-47ef-9cd4-1580753c903d" providerId="ADAL" clId="{4A5CD5BC-A9AC-46E6-A3FF-B07B290CBCF5}" dt="2026-09-29T16:03:46.215" v="2"/>
        <pc:sldMkLst>
          <pc:docMk/>
          <pc:sldMk cId="0" sldId="474"/>
        </pc:sldMkLst>
      </pc:sldChg>
      <pc:sldChg chg="addSp delSp modSp new mod">
        <pc:chgData name="Dash, Eashan" userId="fdec9f51-14cc-47ef-9cd4-1580753c903d" providerId="ADAL" clId="{4A5CD5BC-A9AC-46E6-A3FF-B07B290CBCF5}" dt="2026-09-30T09:43:44.320" v="193" actId="1076"/>
        <pc:sldMkLst>
          <pc:docMk/>
          <pc:sldMk cId="3403059758" sldId="478"/>
        </pc:sldMkLst>
        <pc:spChg chg="add mod">
          <ac:chgData name="Dash, Eashan" userId="fdec9f51-14cc-47ef-9cd4-1580753c903d" providerId="ADAL" clId="{4A5CD5BC-A9AC-46E6-A3FF-B07B290CBCF5}" dt="2026-09-30T09:36:52.582" v="100"/>
          <ac:spMkLst>
            <pc:docMk/>
            <pc:sldMk cId="3403059758" sldId="478"/>
            <ac:spMk id="3" creationId="{CF52E01B-1A15-3BC8-E7EA-97529630C32D}"/>
          </ac:spMkLst>
        </pc:spChg>
        <pc:spChg chg="add mod">
          <ac:chgData name="Dash, Eashan" userId="fdec9f51-14cc-47ef-9cd4-1580753c903d" providerId="ADAL" clId="{4A5CD5BC-A9AC-46E6-A3FF-B07B290CBCF5}" dt="2026-09-30T09:43:44.320" v="193" actId="1076"/>
          <ac:spMkLst>
            <pc:docMk/>
            <pc:sldMk cId="3403059758" sldId="478"/>
            <ac:spMk id="6" creationId="{386F1139-6521-81F9-D447-80C639D19F3C}"/>
          </ac:spMkLst>
        </pc:spChg>
        <pc:spChg chg="add mod">
          <ac:chgData name="Dash, Eashan" userId="fdec9f51-14cc-47ef-9cd4-1580753c903d" providerId="ADAL" clId="{4A5CD5BC-A9AC-46E6-A3FF-B07B290CBCF5}" dt="2026-09-30T09:36:52.582" v="100"/>
          <ac:spMkLst>
            <pc:docMk/>
            <pc:sldMk cId="3403059758" sldId="478"/>
            <ac:spMk id="8" creationId="{507CF7C1-AF76-7F18-16E2-3E888F71821B}"/>
          </ac:spMkLst>
        </pc:spChg>
        <pc:spChg chg="add mod">
          <ac:chgData name="Dash, Eashan" userId="fdec9f51-14cc-47ef-9cd4-1580753c903d" providerId="ADAL" clId="{4A5CD5BC-A9AC-46E6-A3FF-B07B290CBCF5}" dt="2026-09-30T09:36:52.582" v="100"/>
          <ac:spMkLst>
            <pc:docMk/>
            <pc:sldMk cId="3403059758" sldId="478"/>
            <ac:spMk id="9" creationId="{94D3C5E7-437C-9E7D-90D2-EEBBF7A72261}"/>
          </ac:spMkLst>
        </pc:spChg>
        <pc:spChg chg="add mod">
          <ac:chgData name="Dash, Eashan" userId="fdec9f51-14cc-47ef-9cd4-1580753c903d" providerId="ADAL" clId="{4A5CD5BC-A9AC-46E6-A3FF-B07B290CBCF5}" dt="2026-09-30T09:39:33.220" v="153" actId="20577"/>
          <ac:spMkLst>
            <pc:docMk/>
            <pc:sldMk cId="3403059758" sldId="478"/>
            <ac:spMk id="25" creationId="{1D3FE03B-817D-2D1D-FC7C-0DA304ADB06F}"/>
          </ac:spMkLst>
        </pc:spChg>
      </pc:sldChg>
    </pc:docChg>
  </pc:docChgLst>
  <pc:docChgLst>
    <pc:chgData name="Ramachandran, Arun coimbatore" userId="S::aramacha1@amd.com::aaac2bd2-0d9a-44a5-ab32-e6f382ea2867" providerId="AD" clId="Web-{EBD798CC-FE0A-A526-E05E-B92027BBCF94}"/>
    <pc:docChg chg="modSld">
      <pc:chgData name="Ramachandran, Arun coimbatore" userId="S::aramacha1@amd.com::aaac2bd2-0d9a-44a5-ab32-e6f382ea2867" providerId="AD" clId="Web-{EBD798CC-FE0A-A526-E05E-B92027BBCF94}" dt="2026-10-06T16:28:42.012" v="0" actId="1076"/>
      <pc:docMkLst>
        <pc:docMk/>
      </pc:docMkLst>
      <pc:sldChg chg="modSp">
        <pc:chgData name="Ramachandran, Arun coimbatore" userId="S::aramacha1@amd.com::aaac2bd2-0d9a-44a5-ab32-e6f382ea2867" providerId="AD" clId="Web-{EBD798CC-FE0A-A526-E05E-B92027BBCF94}" dt="2026-10-06T16:28:42.012" v="0" actId="1076"/>
        <pc:sldMkLst>
          <pc:docMk/>
          <pc:sldMk cId="2859063927" sldId="284"/>
        </pc:sldMkLst>
        <pc:spChg chg="mod">
          <ac:chgData name="Ramachandran, Arun coimbatore" userId="S::aramacha1@amd.com::aaac2bd2-0d9a-44a5-ab32-e6f382ea2867" providerId="AD" clId="Web-{EBD798CC-FE0A-A526-E05E-B92027BBCF94}" dt="2026-10-06T16:28:42.012" v="0" actId="1076"/>
          <ac:spMkLst>
            <pc:docMk/>
            <pc:sldMk cId="2859063927" sldId="284"/>
            <ac:spMk id="8" creationId="{00000000-0000-0000-0000-000000000000}"/>
          </ac:spMkLst>
        </pc:spChg>
      </pc:sldChg>
    </pc:docChg>
  </pc:docChgLst>
  <pc:docChgLst>
    <pc:chgData name="Dash, Eashan" userId="fdec9f51-14cc-47ef-9cd4-1580753c903d" providerId="ADAL" clId="{24BB3BB1-E04A-4EB8-BC65-BE49D769DA53}"/>
    <pc:docChg chg="undo custSel addSld modSld sldOrd">
      <pc:chgData name="Dash, Eashan" userId="fdec9f51-14cc-47ef-9cd4-1580753c903d" providerId="ADAL" clId="{24BB3BB1-E04A-4EB8-BC65-BE49D769DA53}" dt="2026-09-28T19:09:13.946" v="3830" actId="478"/>
      <pc:docMkLst>
        <pc:docMk/>
      </pc:docMkLst>
      <pc:sldChg chg="delSp mod delAnim">
        <pc:chgData name="Dash, Eashan" userId="fdec9f51-14cc-47ef-9cd4-1580753c903d" providerId="ADAL" clId="{24BB3BB1-E04A-4EB8-BC65-BE49D769DA53}" dt="2026-09-28T19:09:13.946" v="3830" actId="478"/>
        <pc:sldMkLst>
          <pc:docMk/>
          <pc:sldMk cId="2859063927" sldId="284"/>
        </pc:sldMkLst>
      </pc:sldChg>
      <pc:sldChg chg="modSp mod">
        <pc:chgData name="Dash, Eashan" userId="fdec9f51-14cc-47ef-9cd4-1580753c903d" providerId="ADAL" clId="{24BB3BB1-E04A-4EB8-BC65-BE49D769DA53}" dt="2026-09-28T14:38:56.222" v="213" actId="20577"/>
        <pc:sldMkLst>
          <pc:docMk/>
          <pc:sldMk cId="0" sldId="460"/>
        </pc:sldMkLst>
      </pc:sldChg>
      <pc:sldChg chg="modSp mod">
        <pc:chgData name="Dash, Eashan" userId="fdec9f51-14cc-47ef-9cd4-1580753c903d" providerId="ADAL" clId="{24BB3BB1-E04A-4EB8-BC65-BE49D769DA53}" dt="2026-09-28T18:51:30.436" v="3804" actId="20577"/>
        <pc:sldMkLst>
          <pc:docMk/>
          <pc:sldMk cId="0" sldId="463"/>
        </pc:sldMkLst>
        <pc:spChg chg="mod">
          <ac:chgData name="Dash, Eashan" userId="fdec9f51-14cc-47ef-9cd4-1580753c903d" providerId="ADAL" clId="{24BB3BB1-E04A-4EB8-BC65-BE49D769DA53}" dt="2026-09-28T18:51:30.436" v="3804" actId="20577"/>
          <ac:spMkLst>
            <pc:docMk/>
            <pc:sldMk cId="0" sldId="463"/>
            <ac:spMk id="8" creationId="{00000000-0000-0000-0000-000000000000}"/>
          </ac:spMkLst>
        </pc:spChg>
      </pc:sldChg>
      <pc:sldChg chg="addSp delSp modSp mod">
        <pc:chgData name="Dash, Eashan" userId="fdec9f51-14cc-47ef-9cd4-1580753c903d" providerId="ADAL" clId="{24BB3BB1-E04A-4EB8-BC65-BE49D769DA53}" dt="2026-09-28T15:56:02.951" v="1850" actId="1038"/>
        <pc:sldMkLst>
          <pc:docMk/>
          <pc:sldMk cId="0" sldId="464"/>
        </pc:sldMkLst>
      </pc:sldChg>
      <pc:sldChg chg="addSp delSp modSp mod">
        <pc:chgData name="Dash, Eashan" userId="fdec9f51-14cc-47ef-9cd4-1580753c903d" providerId="ADAL" clId="{24BB3BB1-E04A-4EB8-BC65-BE49D769DA53}" dt="2026-09-28T15:24:32.380" v="1291" actId="208"/>
        <pc:sldMkLst>
          <pc:docMk/>
          <pc:sldMk cId="0" sldId="466"/>
        </pc:sldMkLst>
        <pc:spChg chg="mod">
          <ac:chgData name="Dash, Eashan" userId="fdec9f51-14cc-47ef-9cd4-1580753c903d" providerId="ADAL" clId="{24BB3BB1-E04A-4EB8-BC65-BE49D769DA53}" dt="2026-09-28T14:58:57.709" v="639" actId="20577"/>
          <ac:spMkLst>
            <pc:docMk/>
            <pc:sldMk cId="0" sldId="466"/>
            <ac:spMk id="8" creationId="{00000000-0000-0000-0000-000000000000}"/>
          </ac:spMkLst>
        </pc:spChg>
        <pc:spChg chg="mod">
          <ac:chgData name="Dash, Eashan" userId="fdec9f51-14cc-47ef-9cd4-1580753c903d" providerId="ADAL" clId="{24BB3BB1-E04A-4EB8-BC65-BE49D769DA53}" dt="2026-09-28T14:59:09.763" v="642" actId="1076"/>
          <ac:spMkLst>
            <pc:docMk/>
            <pc:sldMk cId="0" sldId="466"/>
            <ac:spMk id="9" creationId="{00000000-0000-0000-0000-000000000000}"/>
          </ac:spMkLst>
        </pc:spChg>
        <pc:spChg chg="mod">
          <ac:chgData name="Dash, Eashan" userId="fdec9f51-14cc-47ef-9cd4-1580753c903d" providerId="ADAL" clId="{24BB3BB1-E04A-4EB8-BC65-BE49D769DA53}" dt="2026-09-28T15:05:36.436" v="797" actId="208"/>
          <ac:spMkLst>
            <pc:docMk/>
            <pc:sldMk cId="0" sldId="466"/>
            <ac:spMk id="11" creationId="{00000000-0000-0000-0000-000000000000}"/>
          </ac:spMkLst>
        </pc:spChg>
        <pc:spChg chg="mod">
          <ac:chgData name="Dash, Eashan" userId="fdec9f51-14cc-47ef-9cd4-1580753c903d" providerId="ADAL" clId="{24BB3BB1-E04A-4EB8-BC65-BE49D769DA53}" dt="2026-09-28T15:13:34.779" v="901" actId="207"/>
          <ac:spMkLst>
            <pc:docMk/>
            <pc:sldMk cId="0" sldId="466"/>
            <ac:spMk id="13" creationId="{00000000-0000-0000-0000-000000000000}"/>
          </ac:spMkLst>
        </pc:spChg>
        <pc:spChg chg="mod">
          <ac:chgData name="Dash, Eashan" userId="fdec9f51-14cc-47ef-9cd4-1580753c903d" providerId="ADAL" clId="{24BB3BB1-E04A-4EB8-BC65-BE49D769DA53}" dt="2026-09-28T15:06:15.688" v="802" actId="1076"/>
          <ac:spMkLst>
            <pc:docMk/>
            <pc:sldMk cId="0" sldId="466"/>
            <ac:spMk id="14" creationId="{00000000-0000-0000-0000-000000000000}"/>
          </ac:spMkLst>
        </pc:spChg>
        <pc:spChg chg="mod">
          <ac:chgData name="Dash, Eashan" userId="fdec9f51-14cc-47ef-9cd4-1580753c903d" providerId="ADAL" clId="{24BB3BB1-E04A-4EB8-BC65-BE49D769DA53}" dt="2026-09-28T15:07:16.249" v="816" actId="1035"/>
          <ac:spMkLst>
            <pc:docMk/>
            <pc:sldMk cId="0" sldId="466"/>
            <ac:spMk id="15" creationId="{00000000-0000-0000-0000-000000000000}"/>
          </ac:spMkLst>
        </pc:spChg>
        <pc:spChg chg="mod">
          <ac:chgData name="Dash, Eashan" userId="fdec9f51-14cc-47ef-9cd4-1580753c903d" providerId="ADAL" clId="{24BB3BB1-E04A-4EB8-BC65-BE49D769DA53}" dt="2026-09-28T15:05:36.436" v="797" actId="208"/>
          <ac:spMkLst>
            <pc:docMk/>
            <pc:sldMk cId="0" sldId="466"/>
            <ac:spMk id="17" creationId="{00000000-0000-0000-0000-000000000000}"/>
          </ac:spMkLst>
        </pc:spChg>
        <pc:spChg chg="mod">
          <ac:chgData name="Dash, Eashan" userId="fdec9f51-14cc-47ef-9cd4-1580753c903d" providerId="ADAL" clId="{24BB3BB1-E04A-4EB8-BC65-BE49D769DA53}" dt="2026-09-28T15:13:34.779" v="901" actId="207"/>
          <ac:spMkLst>
            <pc:docMk/>
            <pc:sldMk cId="0" sldId="466"/>
            <ac:spMk id="19" creationId="{00000000-0000-0000-0000-000000000000}"/>
          </ac:spMkLst>
        </pc:spChg>
        <pc:spChg chg="mod">
          <ac:chgData name="Dash, Eashan" userId="fdec9f51-14cc-47ef-9cd4-1580753c903d" providerId="ADAL" clId="{24BB3BB1-E04A-4EB8-BC65-BE49D769DA53}" dt="2026-09-28T15:06:36.417" v="805" actId="207"/>
          <ac:spMkLst>
            <pc:docMk/>
            <pc:sldMk cId="0" sldId="466"/>
            <ac:spMk id="20" creationId="{00000000-0000-0000-0000-000000000000}"/>
          </ac:spMkLst>
        </pc:spChg>
        <pc:spChg chg="mod">
          <ac:chgData name="Dash, Eashan" userId="fdec9f51-14cc-47ef-9cd4-1580753c903d" providerId="ADAL" clId="{24BB3BB1-E04A-4EB8-BC65-BE49D769DA53}" dt="2026-09-28T15:07:16.249" v="816" actId="1035"/>
          <ac:spMkLst>
            <pc:docMk/>
            <pc:sldMk cId="0" sldId="466"/>
            <ac:spMk id="21" creationId="{00000000-0000-0000-0000-000000000000}"/>
          </ac:spMkLst>
        </pc:spChg>
        <pc:spChg chg="mod">
          <ac:chgData name="Dash, Eashan" userId="fdec9f51-14cc-47ef-9cd4-1580753c903d" providerId="ADAL" clId="{24BB3BB1-E04A-4EB8-BC65-BE49D769DA53}" dt="2026-09-28T15:05:36.436" v="797" actId="208"/>
          <ac:spMkLst>
            <pc:docMk/>
            <pc:sldMk cId="0" sldId="466"/>
            <ac:spMk id="23" creationId="{00000000-0000-0000-0000-000000000000}"/>
          </ac:spMkLst>
        </pc:spChg>
        <pc:spChg chg="mod">
          <ac:chgData name="Dash, Eashan" userId="fdec9f51-14cc-47ef-9cd4-1580753c903d" providerId="ADAL" clId="{24BB3BB1-E04A-4EB8-BC65-BE49D769DA53}" dt="2026-09-28T15:13:34.779" v="901" actId="207"/>
          <ac:spMkLst>
            <pc:docMk/>
            <pc:sldMk cId="0" sldId="466"/>
            <ac:spMk id="25" creationId="{00000000-0000-0000-0000-000000000000}"/>
          </ac:spMkLst>
        </pc:spChg>
        <pc:spChg chg="mod">
          <ac:chgData name="Dash, Eashan" userId="fdec9f51-14cc-47ef-9cd4-1580753c903d" providerId="ADAL" clId="{24BB3BB1-E04A-4EB8-BC65-BE49D769DA53}" dt="2026-09-28T15:06:49.104" v="808" actId="207"/>
          <ac:spMkLst>
            <pc:docMk/>
            <pc:sldMk cId="0" sldId="466"/>
            <ac:spMk id="26" creationId="{00000000-0000-0000-0000-000000000000}"/>
          </ac:spMkLst>
        </pc:spChg>
        <pc:spChg chg="mod">
          <ac:chgData name="Dash, Eashan" userId="fdec9f51-14cc-47ef-9cd4-1580753c903d" providerId="ADAL" clId="{24BB3BB1-E04A-4EB8-BC65-BE49D769DA53}" dt="2026-09-28T15:07:16.249" v="816" actId="1035"/>
          <ac:spMkLst>
            <pc:docMk/>
            <pc:sldMk cId="0" sldId="466"/>
            <ac:spMk id="27" creationId="{00000000-0000-0000-0000-000000000000}"/>
          </ac:spMkLst>
        </pc:spChg>
        <pc:spChg chg="mod">
          <ac:chgData name="Dash, Eashan" userId="fdec9f51-14cc-47ef-9cd4-1580753c903d" providerId="ADAL" clId="{24BB3BB1-E04A-4EB8-BC65-BE49D769DA53}" dt="2026-09-28T15:05:36.436" v="797" actId="208"/>
          <ac:spMkLst>
            <pc:docMk/>
            <pc:sldMk cId="0" sldId="466"/>
            <ac:spMk id="29" creationId="{00000000-0000-0000-0000-000000000000}"/>
          </ac:spMkLst>
        </pc:spChg>
        <pc:spChg chg="mod">
          <ac:chgData name="Dash, Eashan" userId="fdec9f51-14cc-47ef-9cd4-1580753c903d" providerId="ADAL" clId="{24BB3BB1-E04A-4EB8-BC65-BE49D769DA53}" dt="2026-09-28T15:13:34.779" v="901" actId="207"/>
          <ac:spMkLst>
            <pc:docMk/>
            <pc:sldMk cId="0" sldId="466"/>
            <ac:spMk id="31" creationId="{00000000-0000-0000-0000-000000000000}"/>
          </ac:spMkLst>
        </pc:spChg>
        <pc:spChg chg="mod">
          <ac:chgData name="Dash, Eashan" userId="fdec9f51-14cc-47ef-9cd4-1580753c903d" providerId="ADAL" clId="{24BB3BB1-E04A-4EB8-BC65-BE49D769DA53}" dt="2026-09-28T15:07:04.381" v="811" actId="1076"/>
          <ac:spMkLst>
            <pc:docMk/>
            <pc:sldMk cId="0" sldId="466"/>
            <ac:spMk id="32" creationId="{00000000-0000-0000-0000-000000000000}"/>
          </ac:spMkLst>
        </pc:spChg>
        <pc:spChg chg="mod">
          <ac:chgData name="Dash, Eashan" userId="fdec9f51-14cc-47ef-9cd4-1580753c903d" providerId="ADAL" clId="{24BB3BB1-E04A-4EB8-BC65-BE49D769DA53}" dt="2026-09-28T15:07:16.249" v="816" actId="1035"/>
          <ac:spMkLst>
            <pc:docMk/>
            <pc:sldMk cId="0" sldId="466"/>
            <ac:spMk id="33" creationId="{00000000-0000-0000-0000-000000000000}"/>
          </ac:spMkLst>
        </pc:spChg>
        <pc:spChg chg="mod">
          <ac:chgData name="Dash, Eashan" userId="fdec9f51-14cc-47ef-9cd4-1580753c903d" providerId="ADAL" clId="{24BB3BB1-E04A-4EB8-BC65-BE49D769DA53}" dt="2026-09-28T15:24:32.380" v="1291" actId="208"/>
          <ac:spMkLst>
            <pc:docMk/>
            <pc:sldMk cId="0" sldId="466"/>
            <ac:spMk id="34" creationId="{00000000-0000-0000-0000-000000000000}"/>
          </ac:spMkLst>
        </pc:spChg>
        <pc:spChg chg="mod">
          <ac:chgData name="Dash, Eashan" userId="fdec9f51-14cc-47ef-9cd4-1580753c903d" providerId="ADAL" clId="{24BB3BB1-E04A-4EB8-BC65-BE49D769DA53}" dt="2026-09-28T15:13:09.967" v="898" actId="164"/>
          <ac:spMkLst>
            <pc:docMk/>
            <pc:sldMk cId="0" sldId="466"/>
            <ac:spMk id="36" creationId="{00000000-0000-0000-0000-000000000000}"/>
          </ac:spMkLst>
        </pc:spChg>
        <pc:spChg chg="mod">
          <ac:chgData name="Dash, Eashan" userId="fdec9f51-14cc-47ef-9cd4-1580753c903d" providerId="ADAL" clId="{24BB3BB1-E04A-4EB8-BC65-BE49D769DA53}" dt="2026-09-28T15:13:09.967" v="898" actId="164"/>
          <ac:spMkLst>
            <pc:docMk/>
            <pc:sldMk cId="0" sldId="466"/>
            <ac:spMk id="37" creationId="{00000000-0000-0000-0000-000000000000}"/>
          </ac:spMkLst>
        </pc:spChg>
        <pc:spChg chg="mod">
          <ac:chgData name="Dash, Eashan" userId="fdec9f51-14cc-47ef-9cd4-1580753c903d" providerId="ADAL" clId="{24BB3BB1-E04A-4EB8-BC65-BE49D769DA53}" dt="2026-09-28T15:24:32.380" v="1291" actId="208"/>
          <ac:spMkLst>
            <pc:docMk/>
            <pc:sldMk cId="0" sldId="466"/>
            <ac:spMk id="38" creationId="{00000000-0000-0000-0000-000000000000}"/>
          </ac:spMkLst>
        </pc:spChg>
        <pc:spChg chg="mod">
          <ac:chgData name="Dash, Eashan" userId="fdec9f51-14cc-47ef-9cd4-1580753c903d" providerId="ADAL" clId="{24BB3BB1-E04A-4EB8-BC65-BE49D769DA53}" dt="2026-09-28T15:13:09.967" v="898" actId="164"/>
          <ac:spMkLst>
            <pc:docMk/>
            <pc:sldMk cId="0" sldId="466"/>
            <ac:spMk id="40" creationId="{00000000-0000-0000-0000-000000000000}"/>
          </ac:spMkLst>
        </pc:spChg>
        <pc:spChg chg="mod">
          <ac:chgData name="Dash, Eashan" userId="fdec9f51-14cc-47ef-9cd4-1580753c903d" providerId="ADAL" clId="{24BB3BB1-E04A-4EB8-BC65-BE49D769DA53}" dt="2026-09-28T15:13:09.967" v="898" actId="164"/>
          <ac:spMkLst>
            <pc:docMk/>
            <pc:sldMk cId="0" sldId="466"/>
            <ac:spMk id="41" creationId="{00000000-0000-0000-0000-000000000000}"/>
          </ac:spMkLst>
        </pc:spChg>
        <pc:spChg chg="mod">
          <ac:chgData name="Dash, Eashan" userId="fdec9f51-14cc-47ef-9cd4-1580753c903d" providerId="ADAL" clId="{24BB3BB1-E04A-4EB8-BC65-BE49D769DA53}" dt="2026-09-28T15:13:56.666" v="909" actId="113"/>
          <ac:spMkLst>
            <pc:docMk/>
            <pc:sldMk cId="0" sldId="466"/>
            <ac:spMk id="43" creationId="{00000000-0000-0000-0000-000000000000}"/>
          </ac:spMkLst>
        </pc:spChg>
        <pc:spChg chg="mod">
          <ac:chgData name="Dash, Eashan" userId="fdec9f51-14cc-47ef-9cd4-1580753c903d" providerId="ADAL" clId="{24BB3BB1-E04A-4EB8-BC65-BE49D769DA53}" dt="2026-09-28T15:13:59.298" v="910" actId="113"/>
          <ac:spMkLst>
            <pc:docMk/>
            <pc:sldMk cId="0" sldId="466"/>
            <ac:spMk id="45" creationId="{00000000-0000-0000-0000-000000000000}"/>
          </ac:spMkLst>
        </pc:spChg>
        <pc:spChg chg="mod">
          <ac:chgData name="Dash, Eashan" userId="fdec9f51-14cc-47ef-9cd4-1580753c903d" providerId="ADAL" clId="{24BB3BB1-E04A-4EB8-BC65-BE49D769DA53}" dt="2026-09-28T15:22:37.606" v="1130" actId="1038"/>
          <ac:spMkLst>
            <pc:docMk/>
            <pc:sldMk cId="0" sldId="466"/>
            <ac:spMk id="48" creationId="{00000000-0000-0000-0000-000000000000}"/>
          </ac:spMkLst>
        </pc:spChg>
        <pc:spChg chg="mod">
          <ac:chgData name="Dash, Eashan" userId="fdec9f51-14cc-47ef-9cd4-1580753c903d" providerId="ADAL" clId="{24BB3BB1-E04A-4EB8-BC65-BE49D769DA53}" dt="2026-09-28T15:21:41.043" v="1058" actId="1036"/>
          <ac:spMkLst>
            <pc:docMk/>
            <pc:sldMk cId="0" sldId="466"/>
            <ac:spMk id="49" creationId="{00000000-0000-0000-0000-000000000000}"/>
          </ac:spMkLst>
        </pc:spChg>
        <pc:spChg chg="mod">
          <ac:chgData name="Dash, Eashan" userId="fdec9f51-14cc-47ef-9cd4-1580753c903d" providerId="ADAL" clId="{24BB3BB1-E04A-4EB8-BC65-BE49D769DA53}" dt="2026-09-28T15:23:08.246" v="1196" actId="1038"/>
          <ac:spMkLst>
            <pc:docMk/>
            <pc:sldMk cId="0" sldId="466"/>
            <ac:spMk id="52" creationId="{00000000-0000-0000-0000-000000000000}"/>
          </ac:spMkLst>
        </pc:spChg>
        <pc:spChg chg="mod">
          <ac:chgData name="Dash, Eashan" userId="fdec9f51-14cc-47ef-9cd4-1580753c903d" providerId="ADAL" clId="{24BB3BB1-E04A-4EB8-BC65-BE49D769DA53}" dt="2026-09-28T15:21:41.043" v="1058" actId="1036"/>
          <ac:spMkLst>
            <pc:docMk/>
            <pc:sldMk cId="0" sldId="466"/>
            <ac:spMk id="53" creationId="{00000000-0000-0000-0000-000000000000}"/>
          </ac:spMkLst>
        </pc:spChg>
        <pc:spChg chg="mod">
          <ac:chgData name="Dash, Eashan" userId="fdec9f51-14cc-47ef-9cd4-1580753c903d" providerId="ADAL" clId="{24BB3BB1-E04A-4EB8-BC65-BE49D769DA53}" dt="2026-09-28T15:23:41.803" v="1258" actId="1037"/>
          <ac:spMkLst>
            <pc:docMk/>
            <pc:sldMk cId="0" sldId="466"/>
            <ac:spMk id="56" creationId="{00000000-0000-0000-0000-000000000000}"/>
          </ac:spMkLst>
        </pc:spChg>
        <pc:spChg chg="mod">
          <ac:chgData name="Dash, Eashan" userId="fdec9f51-14cc-47ef-9cd4-1580753c903d" providerId="ADAL" clId="{24BB3BB1-E04A-4EB8-BC65-BE49D769DA53}" dt="2026-09-28T15:21:41.043" v="1058" actId="1036"/>
          <ac:spMkLst>
            <pc:docMk/>
            <pc:sldMk cId="0" sldId="466"/>
            <ac:spMk id="57" creationId="{00000000-0000-0000-0000-000000000000}"/>
          </ac:spMkLst>
        </pc:spChg>
        <pc:grpChg chg="mod">
          <ac:chgData name="Dash, Eashan" userId="fdec9f51-14cc-47ef-9cd4-1580753c903d" providerId="ADAL" clId="{24BB3BB1-E04A-4EB8-BC65-BE49D769DA53}" dt="2026-09-28T15:09:35.792" v="837" actId="1035"/>
          <ac:grpSpMkLst>
            <pc:docMk/>
            <pc:sldMk cId="0" sldId="466"/>
            <ac:grpSpMk id="60" creationId="{27B23F2C-5451-A700-DDD3-8C31FF8ADA44}"/>
          </ac:grpSpMkLst>
        </pc:grpChg>
        <pc:grpChg chg="add mod">
          <ac:chgData name="Dash, Eashan" userId="fdec9f51-14cc-47ef-9cd4-1580753c903d" providerId="ADAL" clId="{24BB3BB1-E04A-4EB8-BC65-BE49D769DA53}" dt="2026-09-28T15:14:45.606" v="918" actId="1035"/>
          <ac:grpSpMkLst>
            <pc:docMk/>
            <pc:sldMk cId="0" sldId="466"/>
            <ac:grpSpMk id="61" creationId="{F15BCEDD-866D-96D5-D1F7-6D13F378E2E2}"/>
          </ac:grpSpMkLst>
        </pc:grpChg>
        <pc:grpChg chg="mod">
          <ac:chgData name="Dash, Eashan" userId="fdec9f51-14cc-47ef-9cd4-1580753c903d" providerId="ADAL" clId="{24BB3BB1-E04A-4EB8-BC65-BE49D769DA53}" dt="2026-09-28T15:20:55.496" v="1045" actId="164"/>
          <ac:grpSpMkLst>
            <pc:docMk/>
            <pc:sldMk cId="0" sldId="466"/>
            <ac:grpSpMk id="64" creationId="{0ECB51EE-AB9C-DCCB-E8DA-461A6A2FE4CE}"/>
          </ac:grpSpMkLst>
        </pc:grpChg>
        <pc:grpChg chg="add mod">
          <ac:chgData name="Dash, Eashan" userId="fdec9f51-14cc-47ef-9cd4-1580753c903d" providerId="ADAL" clId="{24BB3BB1-E04A-4EB8-BC65-BE49D769DA53}" dt="2026-09-28T15:20:55.496" v="1045" actId="164"/>
          <ac:grpSpMkLst>
            <pc:docMk/>
            <pc:sldMk cId="0" sldId="466"/>
            <ac:grpSpMk id="71" creationId="{52FC4DB0-B022-9D4B-19A2-95F620B5151F}"/>
          </ac:grpSpMkLst>
        </pc:grpChg>
        <pc:picChg chg="add mod">
          <ac:chgData name="Dash, Eashan" userId="fdec9f51-14cc-47ef-9cd4-1580753c903d" providerId="ADAL" clId="{24BB3BB1-E04A-4EB8-BC65-BE49D769DA53}" dt="2026-09-28T15:22:37.606" v="1130" actId="1038"/>
          <ac:picMkLst>
            <pc:docMk/>
            <pc:sldMk cId="0" sldId="466"/>
            <ac:picMk id="66" creationId="{16DC2F65-4C2B-D57B-F739-1B34874FD560}"/>
          </ac:picMkLst>
        </pc:picChg>
        <pc:picChg chg="add mod">
          <ac:chgData name="Dash, Eashan" userId="fdec9f51-14cc-47ef-9cd4-1580753c903d" providerId="ADAL" clId="{24BB3BB1-E04A-4EB8-BC65-BE49D769DA53}" dt="2026-09-28T15:23:08.246" v="1196" actId="1038"/>
          <ac:picMkLst>
            <pc:docMk/>
            <pc:sldMk cId="0" sldId="466"/>
            <ac:picMk id="68" creationId="{696C67E9-B720-0FB2-8BF7-C01B1ADB6B14}"/>
          </ac:picMkLst>
        </pc:picChg>
        <pc:picChg chg="add mod">
          <ac:chgData name="Dash, Eashan" userId="fdec9f51-14cc-47ef-9cd4-1580753c903d" providerId="ADAL" clId="{24BB3BB1-E04A-4EB8-BC65-BE49D769DA53}" dt="2026-09-28T15:23:41.803" v="1258" actId="1037"/>
          <ac:picMkLst>
            <pc:docMk/>
            <pc:sldMk cId="0" sldId="466"/>
            <ac:picMk id="70" creationId="{67C9E028-3D49-1A4C-3469-6240909EC16B}"/>
          </ac:picMkLst>
        </pc:picChg>
        <pc:cxnChg chg="mod">
          <ac:chgData name="Dash, Eashan" userId="fdec9f51-14cc-47ef-9cd4-1580753c903d" providerId="ADAL" clId="{24BB3BB1-E04A-4EB8-BC65-BE49D769DA53}" dt="2026-09-28T15:13:47.101" v="908" actId="1037"/>
          <ac:cxnSpMkLst>
            <pc:docMk/>
            <pc:sldMk cId="0" sldId="466"/>
            <ac:cxnSpMk id="16" creationId="{00000000-0000-0000-0000-000000000000}"/>
          </ac:cxnSpMkLst>
        </pc:cxnChg>
        <pc:cxnChg chg="mod">
          <ac:chgData name="Dash, Eashan" userId="fdec9f51-14cc-47ef-9cd4-1580753c903d" providerId="ADAL" clId="{24BB3BB1-E04A-4EB8-BC65-BE49D769DA53}" dt="2026-09-28T15:13:47.101" v="908" actId="1037"/>
          <ac:cxnSpMkLst>
            <pc:docMk/>
            <pc:sldMk cId="0" sldId="466"/>
            <ac:cxnSpMk id="22" creationId="{00000000-0000-0000-0000-000000000000}"/>
          </ac:cxnSpMkLst>
        </pc:cxnChg>
        <pc:cxnChg chg="mod">
          <ac:chgData name="Dash, Eashan" userId="fdec9f51-14cc-47ef-9cd4-1580753c903d" providerId="ADAL" clId="{24BB3BB1-E04A-4EB8-BC65-BE49D769DA53}" dt="2026-09-28T15:13:47.101" v="908" actId="1037"/>
          <ac:cxnSpMkLst>
            <pc:docMk/>
            <pc:sldMk cId="0" sldId="466"/>
            <ac:cxnSpMk id="28" creationId="{00000000-0000-0000-0000-000000000000}"/>
          </ac:cxnSpMkLst>
        </pc:cxnChg>
        <pc:cxnChg chg="mod">
          <ac:chgData name="Dash, Eashan" userId="fdec9f51-14cc-47ef-9cd4-1580753c903d" providerId="ADAL" clId="{24BB3BB1-E04A-4EB8-BC65-BE49D769DA53}" dt="2026-09-28T15:13:09.967" v="898" actId="164"/>
          <ac:cxnSpMkLst>
            <pc:docMk/>
            <pc:sldMk cId="0" sldId="466"/>
            <ac:cxnSpMk id="42" creationId="{00000000-0000-0000-0000-000000000000}"/>
          </ac:cxnSpMkLst>
        </pc:cxnChg>
        <pc:cxnChg chg="mod">
          <ac:chgData name="Dash, Eashan" userId="fdec9f51-14cc-47ef-9cd4-1580753c903d" providerId="ADAL" clId="{24BB3BB1-E04A-4EB8-BC65-BE49D769DA53}" dt="2026-09-28T15:12:37.328" v="895" actId="208"/>
          <ac:cxnSpMkLst>
            <pc:docMk/>
            <pc:sldMk cId="0" sldId="466"/>
            <ac:cxnSpMk id="44" creationId="{00000000-0000-0000-0000-000000000000}"/>
          </ac:cxnSpMkLst>
        </pc:cxnChg>
        <pc:cxnChg chg="add mod">
          <ac:chgData name="Dash, Eashan" userId="fdec9f51-14cc-47ef-9cd4-1580753c903d" providerId="ADAL" clId="{24BB3BB1-E04A-4EB8-BC65-BE49D769DA53}" dt="2026-09-28T15:16:43.359" v="991" actId="1036"/>
          <ac:cxnSpMkLst>
            <pc:docMk/>
            <pc:sldMk cId="0" sldId="466"/>
            <ac:cxnSpMk id="63" creationId="{445C4EF6-7718-A59E-B2AC-2CA0CD91AE13}"/>
          </ac:cxnSpMkLst>
        </pc:cxnChg>
        <pc:cxnChg chg="add mod">
          <ac:chgData name="Dash, Eashan" userId="fdec9f51-14cc-47ef-9cd4-1580753c903d" providerId="ADAL" clId="{24BB3BB1-E04A-4EB8-BC65-BE49D769DA53}" dt="2026-09-28T15:22:45" v="1164" actId="1038"/>
          <ac:cxnSpMkLst>
            <pc:docMk/>
            <pc:sldMk cId="0" sldId="466"/>
            <ac:cxnSpMk id="72" creationId="{6CFA4573-029C-2B46-DF08-876634F6382F}"/>
          </ac:cxnSpMkLst>
        </pc:cxnChg>
        <pc:cxnChg chg="add mod">
          <ac:chgData name="Dash, Eashan" userId="fdec9f51-14cc-47ef-9cd4-1580753c903d" providerId="ADAL" clId="{24BB3BB1-E04A-4EB8-BC65-BE49D769DA53}" dt="2026-09-28T15:23:15.162" v="1229" actId="1038"/>
          <ac:cxnSpMkLst>
            <pc:docMk/>
            <pc:sldMk cId="0" sldId="466"/>
            <ac:cxnSpMk id="73" creationId="{2CC37602-B5D2-748B-2DEC-ED47A3FC2429}"/>
          </ac:cxnSpMkLst>
        </pc:cxnChg>
        <pc:cxnChg chg="add mod">
          <ac:chgData name="Dash, Eashan" userId="fdec9f51-14cc-47ef-9cd4-1580753c903d" providerId="ADAL" clId="{24BB3BB1-E04A-4EB8-BC65-BE49D769DA53}" dt="2026-09-28T15:23:49.410" v="1289" actId="1038"/>
          <ac:cxnSpMkLst>
            <pc:docMk/>
            <pc:sldMk cId="0" sldId="466"/>
            <ac:cxnSpMk id="74" creationId="{9886920E-7989-0AFA-8142-6F7A16F420E1}"/>
          </ac:cxnSpMkLst>
        </pc:cxnChg>
      </pc:sldChg>
      <pc:sldChg chg="addSp delSp modSp mod">
        <pc:chgData name="Dash, Eashan" userId="fdec9f51-14cc-47ef-9cd4-1580753c903d" providerId="ADAL" clId="{24BB3BB1-E04A-4EB8-BC65-BE49D769DA53}" dt="2026-09-28T16:10:36.262" v="2202" actId="207"/>
        <pc:sldMkLst>
          <pc:docMk/>
          <pc:sldMk cId="0" sldId="467"/>
        </pc:sldMkLst>
      </pc:sldChg>
      <pc:sldChg chg="addSp delSp modSp mod">
        <pc:chgData name="Dash, Eashan" userId="fdec9f51-14cc-47ef-9cd4-1580753c903d" providerId="ADAL" clId="{24BB3BB1-E04A-4EB8-BC65-BE49D769DA53}" dt="2026-09-28T16:13:44.296" v="2250" actId="207"/>
        <pc:sldMkLst>
          <pc:docMk/>
          <pc:sldMk cId="0" sldId="468"/>
        </pc:sldMkLst>
      </pc:sldChg>
      <pc:sldChg chg="addSp delSp modSp mod">
        <pc:chgData name="Dash, Eashan" userId="fdec9f51-14cc-47ef-9cd4-1580753c903d" providerId="ADAL" clId="{24BB3BB1-E04A-4EB8-BC65-BE49D769DA53}" dt="2026-09-28T17:53:45.908" v="3053" actId="207"/>
        <pc:sldMkLst>
          <pc:docMk/>
          <pc:sldMk cId="0" sldId="469"/>
        </pc:sldMkLst>
      </pc:sldChg>
      <pc:sldChg chg="addSp delSp modSp mod">
        <pc:chgData name="Dash, Eashan" userId="fdec9f51-14cc-47ef-9cd4-1580753c903d" providerId="ADAL" clId="{24BB3BB1-E04A-4EB8-BC65-BE49D769DA53}" dt="2026-09-28T19:08:06.345" v="3829" actId="20577"/>
        <pc:sldMkLst>
          <pc:docMk/>
          <pc:sldMk cId="0" sldId="470"/>
        </pc:sldMkLst>
      </pc:sldChg>
      <pc:sldChg chg="addSp delSp modSp mod">
        <pc:chgData name="Dash, Eashan" userId="fdec9f51-14cc-47ef-9cd4-1580753c903d" providerId="ADAL" clId="{24BB3BB1-E04A-4EB8-BC65-BE49D769DA53}" dt="2026-09-28T18:22:45.760" v="3478" actId="20577"/>
        <pc:sldMkLst>
          <pc:docMk/>
          <pc:sldMk cId="0" sldId="472"/>
        </pc:sldMkLst>
        <pc:spChg chg="mod">
          <ac:chgData name="Dash, Eashan" userId="fdec9f51-14cc-47ef-9cd4-1580753c903d" providerId="ADAL" clId="{24BB3BB1-E04A-4EB8-BC65-BE49D769DA53}" dt="2026-09-28T17:54:25.736" v="3065" actId="207"/>
          <ac:spMkLst>
            <pc:docMk/>
            <pc:sldMk cId="0" sldId="472"/>
            <ac:spMk id="8" creationId="{00000000-0000-0000-0000-000000000000}"/>
          </ac:spMkLst>
        </pc:spChg>
        <pc:spChg chg="mod">
          <ac:chgData name="Dash, Eashan" userId="fdec9f51-14cc-47ef-9cd4-1580753c903d" providerId="ADAL" clId="{24BB3BB1-E04A-4EB8-BC65-BE49D769DA53}" dt="2026-09-28T18:22:45.760" v="3478" actId="20577"/>
          <ac:spMkLst>
            <pc:docMk/>
            <pc:sldMk cId="0" sldId="472"/>
            <ac:spMk id="9" creationId="{00000000-0000-0000-0000-000000000000}"/>
          </ac:spMkLst>
        </pc:spChg>
        <pc:spChg chg="mod">
          <ac:chgData name="Dash, Eashan" userId="fdec9f51-14cc-47ef-9cd4-1580753c903d" providerId="ADAL" clId="{24BB3BB1-E04A-4EB8-BC65-BE49D769DA53}" dt="2026-09-28T18:05:00.221" v="3204" actId="207"/>
          <ac:spMkLst>
            <pc:docMk/>
            <pc:sldMk cId="0" sldId="472"/>
            <ac:spMk id="13" creationId="{00000000-0000-0000-0000-000000000000}"/>
          </ac:spMkLst>
        </pc:spChg>
        <pc:spChg chg="mod">
          <ac:chgData name="Dash, Eashan" userId="fdec9f51-14cc-47ef-9cd4-1580753c903d" providerId="ADAL" clId="{24BB3BB1-E04A-4EB8-BC65-BE49D769DA53}" dt="2026-09-28T17:57:49.333" v="3092" actId="1076"/>
          <ac:spMkLst>
            <pc:docMk/>
            <pc:sldMk cId="0" sldId="472"/>
            <ac:spMk id="16" creationId="{00000000-0000-0000-0000-000000000000}"/>
          </ac:spMkLst>
        </pc:spChg>
        <pc:spChg chg="mod">
          <ac:chgData name="Dash, Eashan" userId="fdec9f51-14cc-47ef-9cd4-1580753c903d" providerId="ADAL" clId="{24BB3BB1-E04A-4EB8-BC65-BE49D769DA53}" dt="2026-09-28T17:55:59.346" v="3078" actId="164"/>
          <ac:spMkLst>
            <pc:docMk/>
            <pc:sldMk cId="0" sldId="472"/>
            <ac:spMk id="17" creationId="{00000000-0000-0000-0000-000000000000}"/>
          </ac:spMkLst>
        </pc:spChg>
        <pc:spChg chg="mod">
          <ac:chgData name="Dash, Eashan" userId="fdec9f51-14cc-47ef-9cd4-1580753c903d" providerId="ADAL" clId="{24BB3BB1-E04A-4EB8-BC65-BE49D769DA53}" dt="2026-09-28T17:59:25.638" v="3102" actId="207"/>
          <ac:spMkLst>
            <pc:docMk/>
            <pc:sldMk cId="0" sldId="472"/>
            <ac:spMk id="18" creationId="{00000000-0000-0000-0000-000000000000}"/>
          </ac:spMkLst>
        </pc:spChg>
        <pc:spChg chg="mod">
          <ac:chgData name="Dash, Eashan" userId="fdec9f51-14cc-47ef-9cd4-1580753c903d" providerId="ADAL" clId="{24BB3BB1-E04A-4EB8-BC65-BE49D769DA53}" dt="2026-09-28T17:55:59.346" v="3078" actId="164"/>
          <ac:spMkLst>
            <pc:docMk/>
            <pc:sldMk cId="0" sldId="472"/>
            <ac:spMk id="19" creationId="{00000000-0000-0000-0000-000000000000}"/>
          </ac:spMkLst>
        </pc:spChg>
        <pc:spChg chg="mod">
          <ac:chgData name="Dash, Eashan" userId="fdec9f51-14cc-47ef-9cd4-1580753c903d" providerId="ADAL" clId="{24BB3BB1-E04A-4EB8-BC65-BE49D769DA53}" dt="2026-09-28T17:55:59.346" v="3078" actId="164"/>
          <ac:spMkLst>
            <pc:docMk/>
            <pc:sldMk cId="0" sldId="472"/>
            <ac:spMk id="20" creationId="{00000000-0000-0000-0000-000000000000}"/>
          </ac:spMkLst>
        </pc:spChg>
        <pc:spChg chg="mod">
          <ac:chgData name="Dash, Eashan" userId="fdec9f51-14cc-47ef-9cd4-1580753c903d" providerId="ADAL" clId="{24BB3BB1-E04A-4EB8-BC65-BE49D769DA53}" dt="2026-09-28T17:56:59.998" v="3082" actId="207"/>
          <ac:spMkLst>
            <pc:docMk/>
            <pc:sldMk cId="0" sldId="472"/>
            <ac:spMk id="21" creationId="{00000000-0000-0000-0000-000000000000}"/>
          </ac:spMkLst>
        </pc:spChg>
        <pc:spChg chg="mod">
          <ac:chgData name="Dash, Eashan" userId="fdec9f51-14cc-47ef-9cd4-1580753c903d" providerId="ADAL" clId="{24BB3BB1-E04A-4EB8-BC65-BE49D769DA53}" dt="2026-09-28T17:57:03.350" v="3083" actId="207"/>
          <ac:spMkLst>
            <pc:docMk/>
            <pc:sldMk cId="0" sldId="472"/>
            <ac:spMk id="22" creationId="{00000000-0000-0000-0000-000000000000}"/>
          </ac:spMkLst>
        </pc:spChg>
        <pc:spChg chg="mod">
          <ac:chgData name="Dash, Eashan" userId="fdec9f51-14cc-47ef-9cd4-1580753c903d" providerId="ADAL" clId="{24BB3BB1-E04A-4EB8-BC65-BE49D769DA53}" dt="2026-09-28T17:57:55.132" v="3093" actId="1076"/>
          <ac:spMkLst>
            <pc:docMk/>
            <pc:sldMk cId="0" sldId="472"/>
            <ac:spMk id="23" creationId="{00000000-0000-0000-0000-000000000000}"/>
          </ac:spMkLst>
        </pc:spChg>
        <pc:spChg chg="mod">
          <ac:chgData name="Dash, Eashan" userId="fdec9f51-14cc-47ef-9cd4-1580753c903d" providerId="ADAL" clId="{24BB3BB1-E04A-4EB8-BC65-BE49D769DA53}" dt="2026-09-28T17:57:49.333" v="3092" actId="1076"/>
          <ac:spMkLst>
            <pc:docMk/>
            <pc:sldMk cId="0" sldId="472"/>
            <ac:spMk id="25" creationId="{00000000-0000-0000-0000-000000000000}"/>
          </ac:spMkLst>
        </pc:spChg>
        <pc:spChg chg="mod">
          <ac:chgData name="Dash, Eashan" userId="fdec9f51-14cc-47ef-9cd4-1580753c903d" providerId="ADAL" clId="{24BB3BB1-E04A-4EB8-BC65-BE49D769DA53}" dt="2026-09-28T17:56:35.139" v="3080" actId="164"/>
          <ac:spMkLst>
            <pc:docMk/>
            <pc:sldMk cId="0" sldId="472"/>
            <ac:spMk id="26" creationId="{00000000-0000-0000-0000-000000000000}"/>
          </ac:spMkLst>
        </pc:spChg>
        <pc:spChg chg="mod">
          <ac:chgData name="Dash, Eashan" userId="fdec9f51-14cc-47ef-9cd4-1580753c903d" providerId="ADAL" clId="{24BB3BB1-E04A-4EB8-BC65-BE49D769DA53}" dt="2026-09-28T17:59:28.603" v="3103" actId="207"/>
          <ac:spMkLst>
            <pc:docMk/>
            <pc:sldMk cId="0" sldId="472"/>
            <ac:spMk id="27" creationId="{00000000-0000-0000-0000-000000000000}"/>
          </ac:spMkLst>
        </pc:spChg>
        <pc:spChg chg="mod">
          <ac:chgData name="Dash, Eashan" userId="fdec9f51-14cc-47ef-9cd4-1580753c903d" providerId="ADAL" clId="{24BB3BB1-E04A-4EB8-BC65-BE49D769DA53}" dt="2026-09-28T17:56:35.139" v="3080" actId="164"/>
          <ac:spMkLst>
            <pc:docMk/>
            <pc:sldMk cId="0" sldId="472"/>
            <ac:spMk id="28" creationId="{00000000-0000-0000-0000-000000000000}"/>
          </ac:spMkLst>
        </pc:spChg>
        <pc:spChg chg="mod">
          <ac:chgData name="Dash, Eashan" userId="fdec9f51-14cc-47ef-9cd4-1580753c903d" providerId="ADAL" clId="{24BB3BB1-E04A-4EB8-BC65-BE49D769DA53}" dt="2026-09-28T17:56:35.139" v="3080" actId="164"/>
          <ac:spMkLst>
            <pc:docMk/>
            <pc:sldMk cId="0" sldId="472"/>
            <ac:spMk id="29" creationId="{00000000-0000-0000-0000-000000000000}"/>
          </ac:spMkLst>
        </pc:spChg>
        <pc:spChg chg="mod">
          <ac:chgData name="Dash, Eashan" userId="fdec9f51-14cc-47ef-9cd4-1580753c903d" providerId="ADAL" clId="{24BB3BB1-E04A-4EB8-BC65-BE49D769DA53}" dt="2026-09-28T17:57:08.404" v="3084" actId="207"/>
          <ac:spMkLst>
            <pc:docMk/>
            <pc:sldMk cId="0" sldId="472"/>
            <ac:spMk id="30" creationId="{00000000-0000-0000-0000-000000000000}"/>
          </ac:spMkLst>
        </pc:spChg>
        <pc:spChg chg="mod">
          <ac:chgData name="Dash, Eashan" userId="fdec9f51-14cc-47ef-9cd4-1580753c903d" providerId="ADAL" clId="{24BB3BB1-E04A-4EB8-BC65-BE49D769DA53}" dt="2026-09-28T17:57:12.835" v="3085" actId="207"/>
          <ac:spMkLst>
            <pc:docMk/>
            <pc:sldMk cId="0" sldId="472"/>
            <ac:spMk id="31" creationId="{00000000-0000-0000-0000-000000000000}"/>
          </ac:spMkLst>
        </pc:spChg>
        <pc:spChg chg="mod">
          <ac:chgData name="Dash, Eashan" userId="fdec9f51-14cc-47ef-9cd4-1580753c903d" providerId="ADAL" clId="{24BB3BB1-E04A-4EB8-BC65-BE49D769DA53}" dt="2026-09-28T17:57:58.772" v="3094" actId="1076"/>
          <ac:spMkLst>
            <pc:docMk/>
            <pc:sldMk cId="0" sldId="472"/>
            <ac:spMk id="32" creationId="{00000000-0000-0000-0000-000000000000}"/>
          </ac:spMkLst>
        </pc:spChg>
        <pc:spChg chg="mod">
          <ac:chgData name="Dash, Eashan" userId="fdec9f51-14cc-47ef-9cd4-1580753c903d" providerId="ADAL" clId="{24BB3BB1-E04A-4EB8-BC65-BE49D769DA53}" dt="2026-09-28T18:04:50.371" v="3203" actId="207"/>
          <ac:spMkLst>
            <pc:docMk/>
            <pc:sldMk cId="0" sldId="472"/>
            <ac:spMk id="35" creationId="{00000000-0000-0000-0000-000000000000}"/>
          </ac:spMkLst>
        </pc:spChg>
        <pc:spChg chg="mod">
          <ac:chgData name="Dash, Eashan" userId="fdec9f51-14cc-47ef-9cd4-1580753c903d" providerId="ADAL" clId="{24BB3BB1-E04A-4EB8-BC65-BE49D769DA53}" dt="2026-09-28T17:58:25.773" v="3096" actId="14100"/>
          <ac:spMkLst>
            <pc:docMk/>
            <pc:sldMk cId="0" sldId="472"/>
            <ac:spMk id="38" creationId="{00000000-0000-0000-0000-000000000000}"/>
          </ac:spMkLst>
        </pc:spChg>
        <pc:spChg chg="mod">
          <ac:chgData name="Dash, Eashan" userId="fdec9f51-14cc-47ef-9cd4-1580753c903d" providerId="ADAL" clId="{24BB3BB1-E04A-4EB8-BC65-BE49D769DA53}" dt="2026-09-28T17:58:31.668" v="3097" actId="207"/>
          <ac:spMkLst>
            <pc:docMk/>
            <pc:sldMk cId="0" sldId="472"/>
            <ac:spMk id="39" creationId="{00000000-0000-0000-0000-000000000000}"/>
          </ac:spMkLst>
        </pc:spChg>
        <pc:spChg chg="mod">
          <ac:chgData name="Dash, Eashan" userId="fdec9f51-14cc-47ef-9cd4-1580753c903d" providerId="ADAL" clId="{24BB3BB1-E04A-4EB8-BC65-BE49D769DA53}" dt="2026-09-28T17:58:50.956" v="3101" actId="207"/>
          <ac:spMkLst>
            <pc:docMk/>
            <pc:sldMk cId="0" sldId="472"/>
            <ac:spMk id="40" creationId="{00000000-0000-0000-0000-000000000000}"/>
          </ac:spMkLst>
        </pc:spChg>
        <pc:spChg chg="mod">
          <ac:chgData name="Dash, Eashan" userId="fdec9f51-14cc-47ef-9cd4-1580753c903d" providerId="ADAL" clId="{24BB3BB1-E04A-4EB8-BC65-BE49D769DA53}" dt="2026-09-28T17:58:25.773" v="3096" actId="14100"/>
          <ac:spMkLst>
            <pc:docMk/>
            <pc:sldMk cId="0" sldId="472"/>
            <ac:spMk id="42" creationId="{00000000-0000-0000-0000-000000000000}"/>
          </ac:spMkLst>
        </pc:spChg>
        <pc:spChg chg="mod">
          <ac:chgData name="Dash, Eashan" userId="fdec9f51-14cc-47ef-9cd4-1580753c903d" providerId="ADAL" clId="{24BB3BB1-E04A-4EB8-BC65-BE49D769DA53}" dt="2026-09-28T17:58:31.668" v="3097" actId="207"/>
          <ac:spMkLst>
            <pc:docMk/>
            <pc:sldMk cId="0" sldId="472"/>
            <ac:spMk id="43" creationId="{00000000-0000-0000-0000-000000000000}"/>
          </ac:spMkLst>
        </pc:spChg>
        <pc:spChg chg="mod">
          <ac:chgData name="Dash, Eashan" userId="fdec9f51-14cc-47ef-9cd4-1580753c903d" providerId="ADAL" clId="{24BB3BB1-E04A-4EB8-BC65-BE49D769DA53}" dt="2026-09-28T17:58:50.956" v="3101" actId="207"/>
          <ac:spMkLst>
            <pc:docMk/>
            <pc:sldMk cId="0" sldId="472"/>
            <ac:spMk id="44" creationId="{00000000-0000-0000-0000-000000000000}"/>
          </ac:spMkLst>
        </pc:spChg>
        <pc:spChg chg="mod">
          <ac:chgData name="Dash, Eashan" userId="fdec9f51-14cc-47ef-9cd4-1580753c903d" providerId="ADAL" clId="{24BB3BB1-E04A-4EB8-BC65-BE49D769DA53}" dt="2026-09-28T17:58:25.773" v="3096" actId="14100"/>
          <ac:spMkLst>
            <pc:docMk/>
            <pc:sldMk cId="0" sldId="472"/>
            <ac:spMk id="46" creationId="{00000000-0000-0000-0000-000000000000}"/>
          </ac:spMkLst>
        </pc:spChg>
        <pc:spChg chg="mod">
          <ac:chgData name="Dash, Eashan" userId="fdec9f51-14cc-47ef-9cd4-1580753c903d" providerId="ADAL" clId="{24BB3BB1-E04A-4EB8-BC65-BE49D769DA53}" dt="2026-09-28T17:58:31.668" v="3097" actId="207"/>
          <ac:spMkLst>
            <pc:docMk/>
            <pc:sldMk cId="0" sldId="472"/>
            <ac:spMk id="47" creationId="{00000000-0000-0000-0000-000000000000}"/>
          </ac:spMkLst>
        </pc:spChg>
        <pc:spChg chg="mod">
          <ac:chgData name="Dash, Eashan" userId="fdec9f51-14cc-47ef-9cd4-1580753c903d" providerId="ADAL" clId="{24BB3BB1-E04A-4EB8-BC65-BE49D769DA53}" dt="2026-09-28T17:58:50.956" v="3101" actId="207"/>
          <ac:spMkLst>
            <pc:docMk/>
            <pc:sldMk cId="0" sldId="472"/>
            <ac:spMk id="48" creationId="{00000000-0000-0000-0000-000000000000}"/>
          </ac:spMkLst>
        </pc:spChg>
        <pc:spChg chg="mod">
          <ac:chgData name="Dash, Eashan" userId="fdec9f51-14cc-47ef-9cd4-1580753c903d" providerId="ADAL" clId="{24BB3BB1-E04A-4EB8-BC65-BE49D769DA53}" dt="2026-09-28T17:58:25.773" v="3096" actId="14100"/>
          <ac:spMkLst>
            <pc:docMk/>
            <pc:sldMk cId="0" sldId="472"/>
            <ac:spMk id="50" creationId="{00000000-0000-0000-0000-000000000000}"/>
          </ac:spMkLst>
        </pc:spChg>
        <pc:spChg chg="mod">
          <ac:chgData name="Dash, Eashan" userId="fdec9f51-14cc-47ef-9cd4-1580753c903d" providerId="ADAL" clId="{24BB3BB1-E04A-4EB8-BC65-BE49D769DA53}" dt="2026-09-28T17:58:31.668" v="3097" actId="207"/>
          <ac:spMkLst>
            <pc:docMk/>
            <pc:sldMk cId="0" sldId="472"/>
            <ac:spMk id="51" creationId="{00000000-0000-0000-0000-000000000000}"/>
          </ac:spMkLst>
        </pc:spChg>
        <pc:spChg chg="mod">
          <ac:chgData name="Dash, Eashan" userId="fdec9f51-14cc-47ef-9cd4-1580753c903d" providerId="ADAL" clId="{24BB3BB1-E04A-4EB8-BC65-BE49D769DA53}" dt="2026-09-28T17:58:50.956" v="3101" actId="207"/>
          <ac:spMkLst>
            <pc:docMk/>
            <pc:sldMk cId="0" sldId="472"/>
            <ac:spMk id="52" creationId="{00000000-0000-0000-0000-000000000000}"/>
          </ac:spMkLst>
        </pc:spChg>
        <pc:spChg chg="mod">
          <ac:chgData name="Dash, Eashan" userId="fdec9f51-14cc-47ef-9cd4-1580753c903d" providerId="ADAL" clId="{24BB3BB1-E04A-4EB8-BC65-BE49D769DA53}" dt="2026-09-28T18:02:22.566" v="3181" actId="207"/>
          <ac:spMkLst>
            <pc:docMk/>
            <pc:sldMk cId="0" sldId="472"/>
            <ac:spMk id="55" creationId="{00000000-0000-0000-0000-000000000000}"/>
          </ac:spMkLst>
        </pc:spChg>
        <pc:spChg chg="mod">
          <ac:chgData name="Dash, Eashan" userId="fdec9f51-14cc-47ef-9cd4-1580753c903d" providerId="ADAL" clId="{24BB3BB1-E04A-4EB8-BC65-BE49D769DA53}" dt="2026-09-28T18:02:31.961" v="3184" actId="207"/>
          <ac:spMkLst>
            <pc:docMk/>
            <pc:sldMk cId="0" sldId="472"/>
            <ac:spMk id="56" creationId="{00000000-0000-0000-0000-000000000000}"/>
          </ac:spMkLst>
        </pc:spChg>
        <pc:spChg chg="mod">
          <ac:chgData name="Dash, Eashan" userId="fdec9f51-14cc-47ef-9cd4-1580753c903d" providerId="ADAL" clId="{24BB3BB1-E04A-4EB8-BC65-BE49D769DA53}" dt="2026-09-28T18:02:25.038" v="3182" actId="207"/>
          <ac:spMkLst>
            <pc:docMk/>
            <pc:sldMk cId="0" sldId="472"/>
            <ac:spMk id="59" creationId="{00000000-0000-0000-0000-000000000000}"/>
          </ac:spMkLst>
        </pc:spChg>
        <pc:spChg chg="mod">
          <ac:chgData name="Dash, Eashan" userId="fdec9f51-14cc-47ef-9cd4-1580753c903d" providerId="ADAL" clId="{24BB3BB1-E04A-4EB8-BC65-BE49D769DA53}" dt="2026-09-28T18:02:34.343" v="3185" actId="207"/>
          <ac:spMkLst>
            <pc:docMk/>
            <pc:sldMk cId="0" sldId="472"/>
            <ac:spMk id="60" creationId="{00000000-0000-0000-0000-000000000000}"/>
          </ac:spMkLst>
        </pc:spChg>
        <pc:spChg chg="mod">
          <ac:chgData name="Dash, Eashan" userId="fdec9f51-14cc-47ef-9cd4-1580753c903d" providerId="ADAL" clId="{24BB3BB1-E04A-4EB8-BC65-BE49D769DA53}" dt="2026-09-28T18:02:26.790" v="3183" actId="207"/>
          <ac:spMkLst>
            <pc:docMk/>
            <pc:sldMk cId="0" sldId="472"/>
            <ac:spMk id="63" creationId="{00000000-0000-0000-0000-000000000000}"/>
          </ac:spMkLst>
        </pc:spChg>
        <pc:spChg chg="mod">
          <ac:chgData name="Dash, Eashan" userId="fdec9f51-14cc-47ef-9cd4-1580753c903d" providerId="ADAL" clId="{24BB3BB1-E04A-4EB8-BC65-BE49D769DA53}" dt="2026-09-28T18:02:37.174" v="3186" actId="207"/>
          <ac:spMkLst>
            <pc:docMk/>
            <pc:sldMk cId="0" sldId="472"/>
            <ac:spMk id="64" creationId="{00000000-0000-0000-0000-000000000000}"/>
          </ac:spMkLst>
        </pc:spChg>
        <pc:grpChg chg="add mod">
          <ac:chgData name="Dash, Eashan" userId="fdec9f51-14cc-47ef-9cd4-1580753c903d" providerId="ADAL" clId="{24BB3BB1-E04A-4EB8-BC65-BE49D769DA53}" dt="2026-09-28T17:56:10.315" v="3079" actId="14100"/>
          <ac:grpSpMkLst>
            <pc:docMk/>
            <pc:sldMk cId="0" sldId="472"/>
            <ac:grpSpMk id="68" creationId="{A0716589-1E07-03B9-0343-21EFC1C3E9B4}"/>
          </ac:grpSpMkLst>
        </pc:grpChg>
        <pc:grpChg chg="add mod">
          <ac:chgData name="Dash, Eashan" userId="fdec9f51-14cc-47ef-9cd4-1580753c903d" providerId="ADAL" clId="{24BB3BB1-E04A-4EB8-BC65-BE49D769DA53}" dt="2026-09-28T17:56:48.917" v="3081" actId="14100"/>
          <ac:grpSpMkLst>
            <pc:docMk/>
            <pc:sldMk cId="0" sldId="472"/>
            <ac:grpSpMk id="69" creationId="{84A5F019-E549-AFB5-72EF-308B175B547C}"/>
          </ac:grpSpMkLst>
        </pc:grpChg>
        <pc:grpChg chg="add mod">
          <ac:chgData name="Dash, Eashan" userId="fdec9f51-14cc-47ef-9cd4-1580753c903d" providerId="ADAL" clId="{24BB3BB1-E04A-4EB8-BC65-BE49D769DA53}" dt="2026-09-28T18:02:00.249" v="3152" actId="1038"/>
          <ac:grpSpMkLst>
            <pc:docMk/>
            <pc:sldMk cId="0" sldId="472"/>
            <ac:grpSpMk id="70" creationId="{1CA83304-D55A-8033-4249-149975BCE1BD}"/>
          </ac:grpSpMkLst>
        </pc:grpChg>
        <pc:grpChg chg="add mod">
          <ac:chgData name="Dash, Eashan" userId="fdec9f51-14cc-47ef-9cd4-1580753c903d" providerId="ADAL" clId="{24BB3BB1-E04A-4EB8-BC65-BE49D769DA53}" dt="2026-09-28T18:01:50.611" v="3133" actId="164"/>
          <ac:grpSpMkLst>
            <pc:docMk/>
            <pc:sldMk cId="0" sldId="472"/>
            <ac:grpSpMk id="71" creationId="{E1E44B63-26B1-0DC7-B272-4A84192BD51F}"/>
          </ac:grpSpMkLst>
        </pc:grpChg>
        <pc:grpChg chg="add mod">
          <ac:chgData name="Dash, Eashan" userId="fdec9f51-14cc-47ef-9cd4-1580753c903d" providerId="ADAL" clId="{24BB3BB1-E04A-4EB8-BC65-BE49D769DA53}" dt="2026-09-28T18:02:05.693" v="3180" actId="1037"/>
          <ac:grpSpMkLst>
            <pc:docMk/>
            <pc:sldMk cId="0" sldId="472"/>
            <ac:grpSpMk id="72" creationId="{F11E3482-C848-DACA-3C3D-311B2AEC0AB3}"/>
          </ac:grpSpMkLst>
        </pc:grpChg>
        <pc:cxnChg chg="add mod">
          <ac:chgData name="Dash, Eashan" userId="fdec9f51-14cc-47ef-9cd4-1580753c903d" providerId="ADAL" clId="{24BB3BB1-E04A-4EB8-BC65-BE49D769DA53}" dt="2026-09-28T18:03:36.791" v="3194" actId="208"/>
          <ac:cxnSpMkLst>
            <pc:docMk/>
            <pc:sldMk cId="0" sldId="472"/>
            <ac:cxnSpMk id="66" creationId="{85469C1A-DFB1-0164-500C-5C76AC6F4E60}"/>
          </ac:cxnSpMkLst>
        </pc:cxnChg>
        <pc:cxnChg chg="add mod">
          <ac:chgData name="Dash, Eashan" userId="fdec9f51-14cc-47ef-9cd4-1580753c903d" providerId="ADAL" clId="{24BB3BB1-E04A-4EB8-BC65-BE49D769DA53}" dt="2026-09-28T18:03:00.597" v="3190" actId="1076"/>
          <ac:cxnSpMkLst>
            <pc:docMk/>
            <pc:sldMk cId="0" sldId="472"/>
            <ac:cxnSpMk id="73" creationId="{13733EBC-65EC-F1BB-0E8F-CA766F8B33E5}"/>
          </ac:cxnSpMkLst>
        </pc:cxnChg>
        <pc:cxnChg chg="add mod">
          <ac:chgData name="Dash, Eashan" userId="fdec9f51-14cc-47ef-9cd4-1580753c903d" providerId="ADAL" clId="{24BB3BB1-E04A-4EB8-BC65-BE49D769DA53}" dt="2026-09-28T18:03:06.509" v="3192" actId="1076"/>
          <ac:cxnSpMkLst>
            <pc:docMk/>
            <pc:sldMk cId="0" sldId="472"/>
            <ac:cxnSpMk id="75" creationId="{96475E00-B041-4AA6-A1CC-C8FC619FBD54}"/>
          </ac:cxnSpMkLst>
        </pc:cxnChg>
        <pc:cxnChg chg="add mod">
          <ac:chgData name="Dash, Eashan" userId="fdec9f51-14cc-47ef-9cd4-1580753c903d" providerId="ADAL" clId="{24BB3BB1-E04A-4EB8-BC65-BE49D769DA53}" dt="2026-09-28T18:04:29.646" v="3198" actId="208"/>
          <ac:cxnSpMkLst>
            <pc:docMk/>
            <pc:sldMk cId="0" sldId="472"/>
            <ac:cxnSpMk id="76" creationId="{09C7954E-8458-BE0E-A95D-2AD611DC2084}"/>
          </ac:cxnSpMkLst>
        </pc:cxnChg>
        <pc:cxnChg chg="add mod">
          <ac:chgData name="Dash, Eashan" userId="fdec9f51-14cc-47ef-9cd4-1580753c903d" providerId="ADAL" clId="{24BB3BB1-E04A-4EB8-BC65-BE49D769DA53}" dt="2026-09-28T18:04:45.672" v="3201" actId="208"/>
          <ac:cxnSpMkLst>
            <pc:docMk/>
            <pc:sldMk cId="0" sldId="472"/>
            <ac:cxnSpMk id="78" creationId="{F228CB70-36CA-D037-F8A4-7F9568B3AFF8}"/>
          </ac:cxnSpMkLst>
        </pc:cxnChg>
      </pc:sldChg>
      <pc:sldChg chg="addSp delSp modSp mod">
        <pc:chgData name="Dash, Eashan" userId="fdec9f51-14cc-47ef-9cd4-1580753c903d" providerId="ADAL" clId="{24BB3BB1-E04A-4EB8-BC65-BE49D769DA53}" dt="2026-09-28T18:13:52.228" v="3380" actId="1582"/>
        <pc:sldMkLst>
          <pc:docMk/>
          <pc:sldMk cId="0" sldId="473"/>
        </pc:sldMkLst>
        <pc:spChg chg="mod">
          <ac:chgData name="Dash, Eashan" userId="fdec9f51-14cc-47ef-9cd4-1580753c903d" providerId="ADAL" clId="{24BB3BB1-E04A-4EB8-BC65-BE49D769DA53}" dt="2026-09-28T18:05:54.976" v="3244" actId="403"/>
          <ac:spMkLst>
            <pc:docMk/>
            <pc:sldMk cId="0" sldId="473"/>
            <ac:spMk id="8" creationId="{00000000-0000-0000-0000-000000000000}"/>
          </ac:spMkLst>
        </pc:spChg>
        <pc:spChg chg="mod">
          <ac:chgData name="Dash, Eashan" userId="fdec9f51-14cc-47ef-9cd4-1580753c903d" providerId="ADAL" clId="{24BB3BB1-E04A-4EB8-BC65-BE49D769DA53}" dt="2026-09-28T18:06:03.607" v="3247" actId="1076"/>
          <ac:spMkLst>
            <pc:docMk/>
            <pc:sldMk cId="0" sldId="473"/>
            <ac:spMk id="9" creationId="{00000000-0000-0000-0000-000000000000}"/>
          </ac:spMkLst>
        </pc:spChg>
        <pc:spChg chg="mod">
          <ac:chgData name="Dash, Eashan" userId="fdec9f51-14cc-47ef-9cd4-1580753c903d" providerId="ADAL" clId="{24BB3BB1-E04A-4EB8-BC65-BE49D769DA53}" dt="2026-09-28T18:07:32.882" v="3257" actId="207"/>
          <ac:spMkLst>
            <pc:docMk/>
            <pc:sldMk cId="0" sldId="473"/>
            <ac:spMk id="13" creationId="{00000000-0000-0000-0000-000000000000}"/>
          </ac:spMkLst>
        </pc:spChg>
        <pc:spChg chg="mod">
          <ac:chgData name="Dash, Eashan" userId="fdec9f51-14cc-47ef-9cd4-1580753c903d" providerId="ADAL" clId="{24BB3BB1-E04A-4EB8-BC65-BE49D769DA53}" dt="2026-09-28T18:08:18.805" v="3279" actId="1037"/>
          <ac:spMkLst>
            <pc:docMk/>
            <pc:sldMk cId="0" sldId="473"/>
            <ac:spMk id="17" creationId="{00000000-0000-0000-0000-000000000000}"/>
          </ac:spMkLst>
        </pc:spChg>
        <pc:spChg chg="mod">
          <ac:chgData name="Dash, Eashan" userId="fdec9f51-14cc-47ef-9cd4-1580753c903d" providerId="ADAL" clId="{24BB3BB1-E04A-4EB8-BC65-BE49D769DA53}" dt="2026-09-28T18:07:24.148" v="3256" actId="1582"/>
          <ac:spMkLst>
            <pc:docMk/>
            <pc:sldMk cId="0" sldId="473"/>
            <ac:spMk id="23" creationId="{00000000-0000-0000-0000-000000000000}"/>
          </ac:spMkLst>
        </pc:spChg>
        <pc:spChg chg="mod">
          <ac:chgData name="Dash, Eashan" userId="fdec9f51-14cc-47ef-9cd4-1580753c903d" providerId="ADAL" clId="{24BB3BB1-E04A-4EB8-BC65-BE49D769DA53}" dt="2026-09-28T18:07:24.148" v="3256" actId="1582"/>
          <ac:spMkLst>
            <pc:docMk/>
            <pc:sldMk cId="0" sldId="473"/>
            <ac:spMk id="24" creationId="{00000000-0000-0000-0000-000000000000}"/>
          </ac:spMkLst>
        </pc:spChg>
        <pc:spChg chg="mod">
          <ac:chgData name="Dash, Eashan" userId="fdec9f51-14cc-47ef-9cd4-1580753c903d" providerId="ADAL" clId="{24BB3BB1-E04A-4EB8-BC65-BE49D769DA53}" dt="2026-09-28T18:08:18.805" v="3279" actId="1037"/>
          <ac:spMkLst>
            <pc:docMk/>
            <pc:sldMk cId="0" sldId="473"/>
            <ac:spMk id="28" creationId="{00000000-0000-0000-0000-000000000000}"/>
          </ac:spMkLst>
        </pc:spChg>
        <pc:spChg chg="mod">
          <ac:chgData name="Dash, Eashan" userId="fdec9f51-14cc-47ef-9cd4-1580753c903d" providerId="ADAL" clId="{24BB3BB1-E04A-4EB8-BC65-BE49D769DA53}" dt="2026-09-28T18:08:18.805" v="3279" actId="1037"/>
          <ac:spMkLst>
            <pc:docMk/>
            <pc:sldMk cId="0" sldId="473"/>
            <ac:spMk id="29" creationId="{00000000-0000-0000-0000-000000000000}"/>
          </ac:spMkLst>
        </pc:spChg>
        <pc:spChg chg="mod">
          <ac:chgData name="Dash, Eashan" userId="fdec9f51-14cc-47ef-9cd4-1580753c903d" providerId="ADAL" clId="{24BB3BB1-E04A-4EB8-BC65-BE49D769DA53}" dt="2026-09-28T18:08:47.044" v="3290" actId="208"/>
          <ac:spMkLst>
            <pc:docMk/>
            <pc:sldMk cId="0" sldId="473"/>
            <ac:spMk id="31" creationId="{00000000-0000-0000-0000-000000000000}"/>
          </ac:spMkLst>
        </pc:spChg>
        <pc:spChg chg="mod">
          <ac:chgData name="Dash, Eashan" userId="fdec9f51-14cc-47ef-9cd4-1580753c903d" providerId="ADAL" clId="{24BB3BB1-E04A-4EB8-BC65-BE49D769DA53}" dt="2026-09-28T18:09:08.294" v="3293" actId="2085"/>
          <ac:spMkLst>
            <pc:docMk/>
            <pc:sldMk cId="0" sldId="473"/>
            <ac:spMk id="32" creationId="{00000000-0000-0000-0000-000000000000}"/>
          </ac:spMkLst>
        </pc:spChg>
        <pc:spChg chg="mod">
          <ac:chgData name="Dash, Eashan" userId="fdec9f51-14cc-47ef-9cd4-1580753c903d" providerId="ADAL" clId="{24BB3BB1-E04A-4EB8-BC65-BE49D769DA53}" dt="2026-09-28T18:09:08.294" v="3293" actId="2085"/>
          <ac:spMkLst>
            <pc:docMk/>
            <pc:sldMk cId="0" sldId="473"/>
            <ac:spMk id="33" creationId="{00000000-0000-0000-0000-000000000000}"/>
          </ac:spMkLst>
        </pc:spChg>
        <pc:spChg chg="mod">
          <ac:chgData name="Dash, Eashan" userId="fdec9f51-14cc-47ef-9cd4-1580753c903d" providerId="ADAL" clId="{24BB3BB1-E04A-4EB8-BC65-BE49D769DA53}" dt="2026-09-28T18:09:08.294" v="3293" actId="2085"/>
          <ac:spMkLst>
            <pc:docMk/>
            <pc:sldMk cId="0" sldId="473"/>
            <ac:spMk id="34" creationId="{00000000-0000-0000-0000-000000000000}"/>
          </ac:spMkLst>
        </pc:spChg>
        <pc:spChg chg="mod">
          <ac:chgData name="Dash, Eashan" userId="fdec9f51-14cc-47ef-9cd4-1580753c903d" providerId="ADAL" clId="{24BB3BB1-E04A-4EB8-BC65-BE49D769DA53}" dt="2026-09-28T18:09:08.294" v="3293" actId="2085"/>
          <ac:spMkLst>
            <pc:docMk/>
            <pc:sldMk cId="0" sldId="473"/>
            <ac:spMk id="35" creationId="{00000000-0000-0000-0000-000000000000}"/>
          </ac:spMkLst>
        </pc:spChg>
        <pc:spChg chg="mod">
          <ac:chgData name="Dash, Eashan" userId="fdec9f51-14cc-47ef-9cd4-1580753c903d" providerId="ADAL" clId="{24BB3BB1-E04A-4EB8-BC65-BE49D769DA53}" dt="2026-09-28T18:09:08.294" v="3293" actId="2085"/>
          <ac:spMkLst>
            <pc:docMk/>
            <pc:sldMk cId="0" sldId="473"/>
            <ac:spMk id="36" creationId="{00000000-0000-0000-0000-000000000000}"/>
          </ac:spMkLst>
        </pc:spChg>
        <pc:spChg chg="mod">
          <ac:chgData name="Dash, Eashan" userId="fdec9f51-14cc-47ef-9cd4-1580753c903d" providerId="ADAL" clId="{24BB3BB1-E04A-4EB8-BC65-BE49D769DA53}" dt="2026-09-28T18:09:08.294" v="3293" actId="2085"/>
          <ac:spMkLst>
            <pc:docMk/>
            <pc:sldMk cId="0" sldId="473"/>
            <ac:spMk id="37" creationId="{00000000-0000-0000-0000-000000000000}"/>
          </ac:spMkLst>
        </pc:spChg>
        <pc:spChg chg="mod">
          <ac:chgData name="Dash, Eashan" userId="fdec9f51-14cc-47ef-9cd4-1580753c903d" providerId="ADAL" clId="{24BB3BB1-E04A-4EB8-BC65-BE49D769DA53}" dt="2026-09-28T18:08:18.805" v="3279" actId="1037"/>
          <ac:spMkLst>
            <pc:docMk/>
            <pc:sldMk cId="0" sldId="473"/>
            <ac:spMk id="38" creationId="{00000000-0000-0000-0000-000000000000}"/>
          </ac:spMkLst>
        </pc:spChg>
        <pc:spChg chg="mod">
          <ac:chgData name="Dash, Eashan" userId="fdec9f51-14cc-47ef-9cd4-1580753c903d" providerId="ADAL" clId="{24BB3BB1-E04A-4EB8-BC65-BE49D769DA53}" dt="2026-09-28T18:08:18.805" v="3279" actId="1037"/>
          <ac:spMkLst>
            <pc:docMk/>
            <pc:sldMk cId="0" sldId="473"/>
            <ac:spMk id="39" creationId="{00000000-0000-0000-0000-000000000000}"/>
          </ac:spMkLst>
        </pc:spChg>
        <pc:spChg chg="mod">
          <ac:chgData name="Dash, Eashan" userId="fdec9f51-14cc-47ef-9cd4-1580753c903d" providerId="ADAL" clId="{24BB3BB1-E04A-4EB8-BC65-BE49D769DA53}" dt="2026-09-28T18:08:18.805" v="3279" actId="1037"/>
          <ac:spMkLst>
            <pc:docMk/>
            <pc:sldMk cId="0" sldId="473"/>
            <ac:spMk id="41" creationId="{00000000-0000-0000-0000-000000000000}"/>
          </ac:spMkLst>
        </pc:spChg>
        <pc:spChg chg="mod">
          <ac:chgData name="Dash, Eashan" userId="fdec9f51-14cc-47ef-9cd4-1580753c903d" providerId="ADAL" clId="{24BB3BB1-E04A-4EB8-BC65-BE49D769DA53}" dt="2026-09-28T18:08:35.088" v="3289" actId="1035"/>
          <ac:spMkLst>
            <pc:docMk/>
            <pc:sldMk cId="0" sldId="473"/>
            <ac:spMk id="44" creationId="{00000000-0000-0000-0000-000000000000}"/>
          </ac:spMkLst>
        </pc:spChg>
        <pc:spChg chg="mod">
          <ac:chgData name="Dash, Eashan" userId="fdec9f51-14cc-47ef-9cd4-1580753c903d" providerId="ADAL" clId="{24BB3BB1-E04A-4EB8-BC65-BE49D769DA53}" dt="2026-09-28T18:09:14.250" v="3294" actId="207"/>
          <ac:spMkLst>
            <pc:docMk/>
            <pc:sldMk cId="0" sldId="473"/>
            <ac:spMk id="45" creationId="{00000000-0000-0000-0000-000000000000}"/>
          </ac:spMkLst>
        </pc:spChg>
        <pc:spChg chg="mod">
          <ac:chgData name="Dash, Eashan" userId="fdec9f51-14cc-47ef-9cd4-1580753c903d" providerId="ADAL" clId="{24BB3BB1-E04A-4EB8-BC65-BE49D769DA53}" dt="2026-09-28T18:08:30.347" v="3281" actId="207"/>
          <ac:spMkLst>
            <pc:docMk/>
            <pc:sldMk cId="0" sldId="473"/>
            <ac:spMk id="47" creationId="{00000000-0000-0000-0000-000000000000}"/>
          </ac:spMkLst>
        </pc:spChg>
        <pc:spChg chg="mod">
          <ac:chgData name="Dash, Eashan" userId="fdec9f51-14cc-47ef-9cd4-1580753c903d" providerId="ADAL" clId="{24BB3BB1-E04A-4EB8-BC65-BE49D769DA53}" dt="2026-09-28T18:09:34.627" v="3295" actId="207"/>
          <ac:spMkLst>
            <pc:docMk/>
            <pc:sldMk cId="0" sldId="473"/>
            <ac:spMk id="50" creationId="{00000000-0000-0000-0000-000000000000}"/>
          </ac:spMkLst>
        </pc:spChg>
        <pc:spChg chg="mod">
          <ac:chgData name="Dash, Eashan" userId="fdec9f51-14cc-47ef-9cd4-1580753c903d" providerId="ADAL" clId="{24BB3BB1-E04A-4EB8-BC65-BE49D769DA53}" dt="2026-09-28T18:13:52.228" v="3380" actId="1582"/>
          <ac:spMkLst>
            <pc:docMk/>
            <pc:sldMk cId="0" sldId="473"/>
            <ac:spMk id="58"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62"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63"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65"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66"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69" creationId="{00000000-0000-0000-0000-000000000000}"/>
          </ac:spMkLst>
        </pc:spChg>
        <pc:spChg chg="mod">
          <ac:chgData name="Dash, Eashan" userId="fdec9f51-14cc-47ef-9cd4-1580753c903d" providerId="ADAL" clId="{24BB3BB1-E04A-4EB8-BC65-BE49D769DA53}" dt="2026-09-28T18:13:52.228" v="3380" actId="1582"/>
          <ac:spMkLst>
            <pc:docMk/>
            <pc:sldMk cId="0" sldId="473"/>
            <ac:spMk id="71"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72"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86"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87" creationId="{00000000-0000-0000-0000-000000000000}"/>
          </ac:spMkLst>
        </pc:spChg>
        <pc:spChg chg="mod">
          <ac:chgData name="Dash, Eashan" userId="fdec9f51-14cc-47ef-9cd4-1580753c903d" providerId="ADAL" clId="{24BB3BB1-E04A-4EB8-BC65-BE49D769DA53}" dt="2026-09-28T18:10:09.592" v="3330" actId="1037"/>
          <ac:spMkLst>
            <pc:docMk/>
            <pc:sldMk cId="0" sldId="473"/>
            <ac:spMk id="89" creationId="{00000000-0000-0000-0000-000000000000}"/>
          </ac:spMkLst>
        </pc:spChg>
        <pc:spChg chg="mod">
          <ac:chgData name="Dash, Eashan" userId="fdec9f51-14cc-47ef-9cd4-1580753c903d" providerId="ADAL" clId="{24BB3BB1-E04A-4EB8-BC65-BE49D769DA53}" dt="2026-09-28T18:10:23.362" v="3332" actId="403"/>
          <ac:spMkLst>
            <pc:docMk/>
            <pc:sldMk cId="0" sldId="473"/>
            <ac:spMk id="92" creationId="{00000000-0000-0000-0000-000000000000}"/>
          </ac:spMkLst>
        </pc:spChg>
        <pc:spChg chg="mod">
          <ac:chgData name="Dash, Eashan" userId="fdec9f51-14cc-47ef-9cd4-1580753c903d" providerId="ADAL" clId="{24BB3BB1-E04A-4EB8-BC65-BE49D769DA53}" dt="2026-09-28T18:13:08.918" v="3378" actId="207"/>
          <ac:spMkLst>
            <pc:docMk/>
            <pc:sldMk cId="0" sldId="473"/>
            <ac:spMk id="95" creationId="{00000000-0000-0000-0000-000000000000}"/>
          </ac:spMkLst>
        </pc:spChg>
        <pc:spChg chg="mod">
          <ac:chgData name="Dash, Eashan" userId="fdec9f51-14cc-47ef-9cd4-1580753c903d" providerId="ADAL" clId="{24BB3BB1-E04A-4EB8-BC65-BE49D769DA53}" dt="2026-09-28T18:12:56.911" v="3374" actId="207"/>
          <ac:spMkLst>
            <pc:docMk/>
            <pc:sldMk cId="0" sldId="473"/>
            <ac:spMk id="96" creationId="{00000000-0000-0000-0000-000000000000}"/>
          </ac:spMkLst>
        </pc:spChg>
        <pc:spChg chg="mod">
          <ac:chgData name="Dash, Eashan" userId="fdec9f51-14cc-47ef-9cd4-1580753c903d" providerId="ADAL" clId="{24BB3BB1-E04A-4EB8-BC65-BE49D769DA53}" dt="2026-09-28T18:13:11.734" v="3379" actId="207"/>
          <ac:spMkLst>
            <pc:docMk/>
            <pc:sldMk cId="0" sldId="473"/>
            <ac:spMk id="99" creationId="{00000000-0000-0000-0000-000000000000}"/>
          </ac:spMkLst>
        </pc:spChg>
        <pc:spChg chg="mod">
          <ac:chgData name="Dash, Eashan" userId="fdec9f51-14cc-47ef-9cd4-1580753c903d" providerId="ADAL" clId="{24BB3BB1-E04A-4EB8-BC65-BE49D769DA53}" dt="2026-09-28T18:13:00.165" v="3375" actId="207"/>
          <ac:spMkLst>
            <pc:docMk/>
            <pc:sldMk cId="0" sldId="473"/>
            <ac:spMk id="100" creationId="{00000000-0000-0000-0000-000000000000}"/>
          </ac:spMkLst>
        </pc:spChg>
        <pc:spChg chg="add mod ord">
          <ac:chgData name="Dash, Eashan" userId="fdec9f51-14cc-47ef-9cd4-1580753c903d" providerId="ADAL" clId="{24BB3BB1-E04A-4EB8-BC65-BE49D769DA53}" dt="2026-09-28T18:12:23.740" v="3370" actId="14100"/>
          <ac:spMkLst>
            <pc:docMk/>
            <pc:sldMk cId="0" sldId="473"/>
            <ac:spMk id="108" creationId="{1F089959-2AEC-EB45-55D2-34B0DD686124}"/>
          </ac:spMkLst>
        </pc:spChg>
        <pc:cxnChg chg="add mod">
          <ac:chgData name="Dash, Eashan" userId="fdec9f51-14cc-47ef-9cd4-1580753c903d" providerId="ADAL" clId="{24BB3BB1-E04A-4EB8-BC65-BE49D769DA53}" dt="2026-09-28T18:10:02.654" v="3319" actId="1037"/>
          <ac:cxnSpMkLst>
            <pc:docMk/>
            <pc:sldMk cId="0" sldId="473"/>
            <ac:cxnSpMk id="101" creationId="{354520A7-C752-D97E-D8BE-4698E4B3E5F5}"/>
          </ac:cxnSpMkLst>
        </pc:cxnChg>
        <pc:cxnChg chg="add mod">
          <ac:chgData name="Dash, Eashan" userId="fdec9f51-14cc-47ef-9cd4-1580753c903d" providerId="ADAL" clId="{24BB3BB1-E04A-4EB8-BC65-BE49D769DA53}" dt="2026-09-28T18:09:47.082" v="3298" actId="14100"/>
          <ac:cxnSpMkLst>
            <pc:docMk/>
            <pc:sldMk cId="0" sldId="473"/>
            <ac:cxnSpMk id="102" creationId="{594B1018-8B34-D84A-C462-E0AB6AE7A3F7}"/>
          </ac:cxnSpMkLst>
        </pc:cxnChg>
        <pc:cxnChg chg="add mod">
          <ac:chgData name="Dash, Eashan" userId="fdec9f51-14cc-47ef-9cd4-1580753c903d" providerId="ADAL" clId="{24BB3BB1-E04A-4EB8-BC65-BE49D769DA53}" dt="2026-09-28T18:09:53.170" v="3300" actId="1076"/>
          <ac:cxnSpMkLst>
            <pc:docMk/>
            <pc:sldMk cId="0" sldId="473"/>
            <ac:cxnSpMk id="104" creationId="{01199BB1-44D9-D4CE-30A9-C4DA1D156685}"/>
          </ac:cxnSpMkLst>
        </pc:cxnChg>
        <pc:cxnChg chg="add mod">
          <ac:chgData name="Dash, Eashan" userId="fdec9f51-14cc-47ef-9cd4-1580753c903d" providerId="ADAL" clId="{24BB3BB1-E04A-4EB8-BC65-BE49D769DA53}" dt="2026-09-28T18:11:47.779" v="3347" actId="1076"/>
          <ac:cxnSpMkLst>
            <pc:docMk/>
            <pc:sldMk cId="0" sldId="473"/>
            <ac:cxnSpMk id="105" creationId="{2542BEA8-DF20-9CAE-85C2-6C8A79294045}"/>
          </ac:cxnSpMkLst>
        </pc:cxnChg>
      </pc:sldChg>
      <pc:sldChg chg="addSp delSp modSp mod">
        <pc:chgData name="Dash, Eashan" userId="fdec9f51-14cc-47ef-9cd4-1580753c903d" providerId="ADAL" clId="{24BB3BB1-E04A-4EB8-BC65-BE49D769DA53}" dt="2026-09-28T18:50:46.716" v="3766" actId="20577"/>
        <pc:sldMkLst>
          <pc:docMk/>
          <pc:sldMk cId="0" sldId="474"/>
        </pc:sldMkLst>
        <pc:spChg chg="mod">
          <ac:chgData name="Dash, Eashan" userId="fdec9f51-14cc-47ef-9cd4-1580753c903d" providerId="ADAL" clId="{24BB3BB1-E04A-4EB8-BC65-BE49D769DA53}" dt="2026-09-28T18:23:08.516" v="3485" actId="20577"/>
          <ac:spMkLst>
            <pc:docMk/>
            <pc:sldMk cId="0" sldId="474"/>
            <ac:spMk id="8" creationId="{00000000-0000-0000-0000-000000000000}"/>
          </ac:spMkLst>
        </pc:spChg>
        <pc:spChg chg="mod">
          <ac:chgData name="Dash, Eashan" userId="fdec9f51-14cc-47ef-9cd4-1580753c903d" providerId="ADAL" clId="{24BB3BB1-E04A-4EB8-BC65-BE49D769DA53}" dt="2026-09-28T18:20:14.849" v="3451" actId="1076"/>
          <ac:spMkLst>
            <pc:docMk/>
            <pc:sldMk cId="0" sldId="474"/>
            <ac:spMk id="9" creationId="{00000000-0000-0000-0000-000000000000}"/>
          </ac:spMkLst>
        </pc:spChg>
        <pc:spChg chg="mod">
          <ac:chgData name="Dash, Eashan" userId="fdec9f51-14cc-47ef-9cd4-1580753c903d" providerId="ADAL" clId="{24BB3BB1-E04A-4EB8-BC65-BE49D769DA53}" dt="2026-09-28T18:15:34.741" v="3417" actId="207"/>
          <ac:spMkLst>
            <pc:docMk/>
            <pc:sldMk cId="0" sldId="474"/>
            <ac:spMk id="13" creationId="{00000000-0000-0000-0000-000000000000}"/>
          </ac:spMkLst>
        </pc:spChg>
        <pc:spChg chg="mod">
          <ac:chgData name="Dash, Eashan" userId="fdec9f51-14cc-47ef-9cd4-1580753c903d" providerId="ADAL" clId="{24BB3BB1-E04A-4EB8-BC65-BE49D769DA53}" dt="2026-09-28T18:15:59.817" v="3419" actId="207"/>
          <ac:spMkLst>
            <pc:docMk/>
            <pc:sldMk cId="0" sldId="474"/>
            <ac:spMk id="20" creationId="{00000000-0000-0000-0000-000000000000}"/>
          </ac:spMkLst>
        </pc:spChg>
        <pc:spChg chg="mod">
          <ac:chgData name="Dash, Eashan" userId="fdec9f51-14cc-47ef-9cd4-1580753c903d" providerId="ADAL" clId="{24BB3BB1-E04A-4EB8-BC65-BE49D769DA53}" dt="2026-09-28T18:16:23.017" v="3420" actId="207"/>
          <ac:spMkLst>
            <pc:docMk/>
            <pc:sldMk cId="0" sldId="474"/>
            <ac:spMk id="21" creationId="{00000000-0000-0000-0000-000000000000}"/>
          </ac:spMkLst>
        </pc:spChg>
        <pc:spChg chg="mod">
          <ac:chgData name="Dash, Eashan" userId="fdec9f51-14cc-47ef-9cd4-1580753c903d" providerId="ADAL" clId="{24BB3BB1-E04A-4EB8-BC65-BE49D769DA53}" dt="2026-09-28T18:16:31.500" v="3421" actId="207"/>
          <ac:spMkLst>
            <pc:docMk/>
            <pc:sldMk cId="0" sldId="474"/>
            <ac:spMk id="22" creationId="{00000000-0000-0000-0000-000000000000}"/>
          </ac:spMkLst>
        </pc:spChg>
        <pc:spChg chg="mod">
          <ac:chgData name="Dash, Eashan" userId="fdec9f51-14cc-47ef-9cd4-1580753c903d" providerId="ADAL" clId="{24BB3BB1-E04A-4EB8-BC65-BE49D769DA53}" dt="2026-09-28T18:16:41.433" v="3422" actId="207"/>
          <ac:spMkLst>
            <pc:docMk/>
            <pc:sldMk cId="0" sldId="474"/>
            <ac:spMk id="23" creationId="{00000000-0000-0000-0000-000000000000}"/>
          </ac:spMkLst>
        </pc:spChg>
        <pc:spChg chg="mod">
          <ac:chgData name="Dash, Eashan" userId="fdec9f51-14cc-47ef-9cd4-1580753c903d" providerId="ADAL" clId="{24BB3BB1-E04A-4EB8-BC65-BE49D769DA53}" dt="2026-09-28T18:15:59.817" v="3419" actId="207"/>
          <ac:spMkLst>
            <pc:docMk/>
            <pc:sldMk cId="0" sldId="474"/>
            <ac:spMk id="25" creationId="{00000000-0000-0000-0000-000000000000}"/>
          </ac:spMkLst>
        </pc:spChg>
        <pc:spChg chg="mod">
          <ac:chgData name="Dash, Eashan" userId="fdec9f51-14cc-47ef-9cd4-1580753c903d" providerId="ADAL" clId="{24BB3BB1-E04A-4EB8-BC65-BE49D769DA53}" dt="2026-09-28T18:16:23.017" v="3420" actId="207"/>
          <ac:spMkLst>
            <pc:docMk/>
            <pc:sldMk cId="0" sldId="474"/>
            <ac:spMk id="26" creationId="{00000000-0000-0000-0000-000000000000}"/>
          </ac:spMkLst>
        </pc:spChg>
        <pc:spChg chg="mod">
          <ac:chgData name="Dash, Eashan" userId="fdec9f51-14cc-47ef-9cd4-1580753c903d" providerId="ADAL" clId="{24BB3BB1-E04A-4EB8-BC65-BE49D769DA53}" dt="2026-09-28T18:16:31.500" v="3421" actId="207"/>
          <ac:spMkLst>
            <pc:docMk/>
            <pc:sldMk cId="0" sldId="474"/>
            <ac:spMk id="27" creationId="{00000000-0000-0000-0000-000000000000}"/>
          </ac:spMkLst>
        </pc:spChg>
        <pc:spChg chg="mod">
          <ac:chgData name="Dash, Eashan" userId="fdec9f51-14cc-47ef-9cd4-1580753c903d" providerId="ADAL" clId="{24BB3BB1-E04A-4EB8-BC65-BE49D769DA53}" dt="2026-09-28T18:16:41.433" v="3422" actId="207"/>
          <ac:spMkLst>
            <pc:docMk/>
            <pc:sldMk cId="0" sldId="474"/>
            <ac:spMk id="28" creationId="{00000000-0000-0000-0000-000000000000}"/>
          </ac:spMkLst>
        </pc:spChg>
        <pc:spChg chg="mod">
          <ac:chgData name="Dash, Eashan" userId="fdec9f51-14cc-47ef-9cd4-1580753c903d" providerId="ADAL" clId="{24BB3BB1-E04A-4EB8-BC65-BE49D769DA53}" dt="2026-09-28T18:15:59.817" v="3419" actId="207"/>
          <ac:spMkLst>
            <pc:docMk/>
            <pc:sldMk cId="0" sldId="474"/>
            <ac:spMk id="30" creationId="{00000000-0000-0000-0000-000000000000}"/>
          </ac:spMkLst>
        </pc:spChg>
        <pc:spChg chg="mod">
          <ac:chgData name="Dash, Eashan" userId="fdec9f51-14cc-47ef-9cd4-1580753c903d" providerId="ADAL" clId="{24BB3BB1-E04A-4EB8-BC65-BE49D769DA53}" dt="2026-09-28T18:16:23.017" v="3420" actId="207"/>
          <ac:spMkLst>
            <pc:docMk/>
            <pc:sldMk cId="0" sldId="474"/>
            <ac:spMk id="31" creationId="{00000000-0000-0000-0000-000000000000}"/>
          </ac:spMkLst>
        </pc:spChg>
        <pc:spChg chg="mod">
          <ac:chgData name="Dash, Eashan" userId="fdec9f51-14cc-47ef-9cd4-1580753c903d" providerId="ADAL" clId="{24BB3BB1-E04A-4EB8-BC65-BE49D769DA53}" dt="2026-09-28T18:16:31.500" v="3421" actId="207"/>
          <ac:spMkLst>
            <pc:docMk/>
            <pc:sldMk cId="0" sldId="474"/>
            <ac:spMk id="32" creationId="{00000000-0000-0000-0000-000000000000}"/>
          </ac:spMkLst>
        </pc:spChg>
        <pc:spChg chg="mod">
          <ac:chgData name="Dash, Eashan" userId="fdec9f51-14cc-47ef-9cd4-1580753c903d" providerId="ADAL" clId="{24BB3BB1-E04A-4EB8-BC65-BE49D769DA53}" dt="2026-09-28T18:16:41.433" v="3422" actId="207"/>
          <ac:spMkLst>
            <pc:docMk/>
            <pc:sldMk cId="0" sldId="474"/>
            <ac:spMk id="33" creationId="{00000000-0000-0000-0000-000000000000}"/>
          </ac:spMkLst>
        </pc:spChg>
        <pc:spChg chg="mod">
          <ac:chgData name="Dash, Eashan" userId="fdec9f51-14cc-47ef-9cd4-1580753c903d" providerId="ADAL" clId="{24BB3BB1-E04A-4EB8-BC65-BE49D769DA53}" dt="2026-09-28T18:16:45.712" v="3423" actId="207"/>
          <ac:spMkLst>
            <pc:docMk/>
            <pc:sldMk cId="0" sldId="474"/>
            <ac:spMk id="35" creationId="{00000000-0000-0000-0000-000000000000}"/>
          </ac:spMkLst>
        </pc:spChg>
        <pc:spChg chg="mod">
          <ac:chgData name="Dash, Eashan" userId="fdec9f51-14cc-47ef-9cd4-1580753c903d" providerId="ADAL" clId="{24BB3BB1-E04A-4EB8-BC65-BE49D769DA53}" dt="2026-09-28T18:16:57.674" v="3433" actId="1036"/>
          <ac:spMkLst>
            <pc:docMk/>
            <pc:sldMk cId="0" sldId="474"/>
            <ac:spMk id="36" creationId="{00000000-0000-0000-0000-000000000000}"/>
          </ac:spMkLst>
        </pc:spChg>
        <pc:spChg chg="mod">
          <ac:chgData name="Dash, Eashan" userId="fdec9f51-14cc-47ef-9cd4-1580753c903d" providerId="ADAL" clId="{24BB3BB1-E04A-4EB8-BC65-BE49D769DA53}" dt="2026-09-28T18:21:41.660" v="3467" actId="207"/>
          <ac:spMkLst>
            <pc:docMk/>
            <pc:sldMk cId="0" sldId="474"/>
            <ac:spMk id="37" creationId="{00000000-0000-0000-0000-000000000000}"/>
          </ac:spMkLst>
        </pc:spChg>
        <pc:spChg chg="mod">
          <ac:chgData name="Dash, Eashan" userId="fdec9f51-14cc-47ef-9cd4-1580753c903d" providerId="ADAL" clId="{24BB3BB1-E04A-4EB8-BC65-BE49D769DA53}" dt="2026-09-28T18:21:41.660" v="3467" actId="207"/>
          <ac:spMkLst>
            <pc:docMk/>
            <pc:sldMk cId="0" sldId="474"/>
            <ac:spMk id="39" creationId="{00000000-0000-0000-0000-000000000000}"/>
          </ac:spMkLst>
        </pc:spChg>
        <pc:spChg chg="mod">
          <ac:chgData name="Dash, Eashan" userId="fdec9f51-14cc-47ef-9cd4-1580753c903d" providerId="ADAL" clId="{24BB3BB1-E04A-4EB8-BC65-BE49D769DA53}" dt="2026-09-28T18:21:41.660" v="3467" actId="207"/>
          <ac:spMkLst>
            <pc:docMk/>
            <pc:sldMk cId="0" sldId="474"/>
            <ac:spMk id="40" creationId="{00000000-0000-0000-0000-000000000000}"/>
          </ac:spMkLst>
        </pc:spChg>
        <pc:spChg chg="mod">
          <ac:chgData name="Dash, Eashan" userId="fdec9f51-14cc-47ef-9cd4-1580753c903d" providerId="ADAL" clId="{24BB3BB1-E04A-4EB8-BC65-BE49D769DA53}" dt="2026-09-28T18:21:41.660" v="3467" actId="207"/>
          <ac:spMkLst>
            <pc:docMk/>
            <pc:sldMk cId="0" sldId="474"/>
            <ac:spMk id="41" creationId="{00000000-0000-0000-0000-000000000000}"/>
          </ac:spMkLst>
        </pc:spChg>
        <pc:spChg chg="mod">
          <ac:chgData name="Dash, Eashan" userId="fdec9f51-14cc-47ef-9cd4-1580753c903d" providerId="ADAL" clId="{24BB3BB1-E04A-4EB8-BC65-BE49D769DA53}" dt="2026-09-28T18:21:41.660" v="3467" actId="207"/>
          <ac:spMkLst>
            <pc:docMk/>
            <pc:sldMk cId="0" sldId="474"/>
            <ac:spMk id="42" creationId="{00000000-0000-0000-0000-000000000000}"/>
          </ac:spMkLst>
        </pc:spChg>
        <pc:spChg chg="mod">
          <ac:chgData name="Dash, Eashan" userId="fdec9f51-14cc-47ef-9cd4-1580753c903d" providerId="ADAL" clId="{24BB3BB1-E04A-4EB8-BC65-BE49D769DA53}" dt="2026-09-28T18:21:41.660" v="3467" actId="207"/>
          <ac:spMkLst>
            <pc:docMk/>
            <pc:sldMk cId="0" sldId="474"/>
            <ac:spMk id="43" creationId="{00000000-0000-0000-0000-000000000000}"/>
          </ac:spMkLst>
        </pc:spChg>
        <pc:spChg chg="mod">
          <ac:chgData name="Dash, Eashan" userId="fdec9f51-14cc-47ef-9cd4-1580753c903d" providerId="ADAL" clId="{24BB3BB1-E04A-4EB8-BC65-BE49D769DA53}" dt="2026-09-28T18:20:26.094" v="3454" actId="1036"/>
          <ac:spMkLst>
            <pc:docMk/>
            <pc:sldMk cId="0" sldId="474"/>
            <ac:spMk id="49" creationId="{00000000-0000-0000-0000-000000000000}"/>
          </ac:spMkLst>
        </pc:spChg>
        <pc:spChg chg="mod">
          <ac:chgData name="Dash, Eashan" userId="fdec9f51-14cc-47ef-9cd4-1580753c903d" providerId="ADAL" clId="{24BB3BB1-E04A-4EB8-BC65-BE49D769DA53}" dt="2026-09-28T18:20:26.094" v="3454" actId="1036"/>
          <ac:spMkLst>
            <pc:docMk/>
            <pc:sldMk cId="0" sldId="474"/>
            <ac:spMk id="53" creationId="{00000000-0000-0000-0000-000000000000}"/>
          </ac:spMkLst>
        </pc:spChg>
        <pc:spChg chg="mod">
          <ac:chgData name="Dash, Eashan" userId="fdec9f51-14cc-47ef-9cd4-1580753c903d" providerId="ADAL" clId="{24BB3BB1-E04A-4EB8-BC65-BE49D769DA53}" dt="2026-09-28T18:20:48.647" v="3461" actId="207"/>
          <ac:spMkLst>
            <pc:docMk/>
            <pc:sldMk cId="0" sldId="474"/>
            <ac:spMk id="54" creationId="{00000000-0000-0000-0000-000000000000}"/>
          </ac:spMkLst>
        </pc:spChg>
        <pc:spChg chg="mod">
          <ac:chgData name="Dash, Eashan" userId="fdec9f51-14cc-47ef-9cd4-1580753c903d" providerId="ADAL" clId="{24BB3BB1-E04A-4EB8-BC65-BE49D769DA53}" dt="2026-09-28T18:20:26.094" v="3454" actId="1036"/>
          <ac:spMkLst>
            <pc:docMk/>
            <pc:sldMk cId="0" sldId="474"/>
            <ac:spMk id="55" creationId="{00000000-0000-0000-0000-000000000000}"/>
          </ac:spMkLst>
        </pc:spChg>
        <pc:spChg chg="mod">
          <ac:chgData name="Dash, Eashan" userId="fdec9f51-14cc-47ef-9cd4-1580753c903d" providerId="ADAL" clId="{24BB3BB1-E04A-4EB8-BC65-BE49D769DA53}" dt="2026-09-28T18:20:52.492" v="3462" actId="207"/>
          <ac:spMkLst>
            <pc:docMk/>
            <pc:sldMk cId="0" sldId="474"/>
            <ac:spMk id="57" creationId="{00000000-0000-0000-0000-000000000000}"/>
          </ac:spMkLst>
        </pc:spChg>
        <pc:spChg chg="mod">
          <ac:chgData name="Dash, Eashan" userId="fdec9f51-14cc-47ef-9cd4-1580753c903d" providerId="ADAL" clId="{24BB3BB1-E04A-4EB8-BC65-BE49D769DA53}" dt="2026-09-28T18:20:26.094" v="3454" actId="1036"/>
          <ac:spMkLst>
            <pc:docMk/>
            <pc:sldMk cId="0" sldId="474"/>
            <ac:spMk id="60" creationId="{00000000-0000-0000-0000-000000000000}"/>
          </ac:spMkLst>
        </pc:spChg>
        <pc:spChg chg="mod">
          <ac:chgData name="Dash, Eashan" userId="fdec9f51-14cc-47ef-9cd4-1580753c903d" providerId="ADAL" clId="{24BB3BB1-E04A-4EB8-BC65-BE49D769DA53}" dt="2026-09-28T18:20:58.151" v="3463" actId="207"/>
          <ac:spMkLst>
            <pc:docMk/>
            <pc:sldMk cId="0" sldId="474"/>
            <ac:spMk id="61" creationId="{00000000-0000-0000-0000-000000000000}"/>
          </ac:spMkLst>
        </pc:spChg>
        <pc:spChg chg="mod">
          <ac:chgData name="Dash, Eashan" userId="fdec9f51-14cc-47ef-9cd4-1580753c903d" providerId="ADAL" clId="{24BB3BB1-E04A-4EB8-BC65-BE49D769DA53}" dt="2026-09-28T18:21:01.068" v="3464" actId="207"/>
          <ac:spMkLst>
            <pc:docMk/>
            <pc:sldMk cId="0" sldId="474"/>
            <ac:spMk id="64" creationId="{00000000-0000-0000-0000-000000000000}"/>
          </ac:spMkLst>
        </pc:spChg>
        <pc:spChg chg="mod">
          <ac:chgData name="Dash, Eashan" userId="fdec9f51-14cc-47ef-9cd4-1580753c903d" providerId="ADAL" clId="{24BB3BB1-E04A-4EB8-BC65-BE49D769DA53}" dt="2026-09-28T18:20:26.094" v="3454" actId="1036"/>
          <ac:spMkLst>
            <pc:docMk/>
            <pc:sldMk cId="0" sldId="474"/>
            <ac:spMk id="67" creationId="{00000000-0000-0000-0000-000000000000}"/>
          </ac:spMkLst>
        </pc:spChg>
        <pc:spChg chg="mod">
          <ac:chgData name="Dash, Eashan" userId="fdec9f51-14cc-47ef-9cd4-1580753c903d" providerId="ADAL" clId="{24BB3BB1-E04A-4EB8-BC65-BE49D769DA53}" dt="2026-09-28T18:19:25.877" v="3446" actId="207"/>
          <ac:spMkLst>
            <pc:docMk/>
            <pc:sldMk cId="0" sldId="474"/>
            <ac:spMk id="70" creationId="{00000000-0000-0000-0000-000000000000}"/>
          </ac:spMkLst>
        </pc:spChg>
        <pc:spChg chg="mod">
          <ac:chgData name="Dash, Eashan" userId="fdec9f51-14cc-47ef-9cd4-1580753c903d" providerId="ADAL" clId="{24BB3BB1-E04A-4EB8-BC65-BE49D769DA53}" dt="2026-09-28T18:18:17.909" v="3437" actId="207"/>
          <ac:spMkLst>
            <pc:docMk/>
            <pc:sldMk cId="0" sldId="474"/>
            <ac:spMk id="77" creationId="{00000000-0000-0000-0000-000000000000}"/>
          </ac:spMkLst>
        </pc:spChg>
        <pc:spChg chg="mod">
          <ac:chgData name="Dash, Eashan" userId="fdec9f51-14cc-47ef-9cd4-1580753c903d" providerId="ADAL" clId="{24BB3BB1-E04A-4EB8-BC65-BE49D769DA53}" dt="2026-09-28T18:18:40.747" v="3440" actId="207"/>
          <ac:spMkLst>
            <pc:docMk/>
            <pc:sldMk cId="0" sldId="474"/>
            <ac:spMk id="78" creationId="{00000000-0000-0000-0000-000000000000}"/>
          </ac:spMkLst>
        </pc:spChg>
        <pc:spChg chg="mod">
          <ac:chgData name="Dash, Eashan" userId="fdec9f51-14cc-47ef-9cd4-1580753c903d" providerId="ADAL" clId="{24BB3BB1-E04A-4EB8-BC65-BE49D769DA53}" dt="2026-09-28T18:17:53.569" v="3436" actId="1038"/>
          <ac:spMkLst>
            <pc:docMk/>
            <pc:sldMk cId="0" sldId="474"/>
            <ac:spMk id="79" creationId="{00000000-0000-0000-0000-000000000000}"/>
          </ac:spMkLst>
        </pc:spChg>
        <pc:spChg chg="mod">
          <ac:chgData name="Dash, Eashan" userId="fdec9f51-14cc-47ef-9cd4-1580753c903d" providerId="ADAL" clId="{24BB3BB1-E04A-4EB8-BC65-BE49D769DA53}" dt="2026-09-28T18:19:05.556" v="3444" actId="207"/>
          <ac:spMkLst>
            <pc:docMk/>
            <pc:sldMk cId="0" sldId="474"/>
            <ac:spMk id="80" creationId="{00000000-0000-0000-0000-000000000000}"/>
          </ac:spMkLst>
        </pc:spChg>
        <pc:spChg chg="mod">
          <ac:chgData name="Dash, Eashan" userId="fdec9f51-14cc-47ef-9cd4-1580753c903d" providerId="ADAL" clId="{24BB3BB1-E04A-4EB8-BC65-BE49D769DA53}" dt="2026-09-28T18:18:17.909" v="3437" actId="207"/>
          <ac:spMkLst>
            <pc:docMk/>
            <pc:sldMk cId="0" sldId="474"/>
            <ac:spMk id="82" creationId="{00000000-0000-0000-0000-000000000000}"/>
          </ac:spMkLst>
        </pc:spChg>
        <pc:spChg chg="mod">
          <ac:chgData name="Dash, Eashan" userId="fdec9f51-14cc-47ef-9cd4-1580753c903d" providerId="ADAL" clId="{24BB3BB1-E04A-4EB8-BC65-BE49D769DA53}" dt="2026-09-28T18:18:42.954" v="3441" actId="207"/>
          <ac:spMkLst>
            <pc:docMk/>
            <pc:sldMk cId="0" sldId="474"/>
            <ac:spMk id="83" creationId="{00000000-0000-0000-0000-000000000000}"/>
          </ac:spMkLst>
        </pc:spChg>
        <pc:spChg chg="mod">
          <ac:chgData name="Dash, Eashan" userId="fdec9f51-14cc-47ef-9cd4-1580753c903d" providerId="ADAL" clId="{24BB3BB1-E04A-4EB8-BC65-BE49D769DA53}" dt="2026-09-28T18:17:53.569" v="3436" actId="1038"/>
          <ac:spMkLst>
            <pc:docMk/>
            <pc:sldMk cId="0" sldId="474"/>
            <ac:spMk id="84" creationId="{00000000-0000-0000-0000-000000000000}"/>
          </ac:spMkLst>
        </pc:spChg>
        <pc:spChg chg="mod">
          <ac:chgData name="Dash, Eashan" userId="fdec9f51-14cc-47ef-9cd4-1580753c903d" providerId="ADAL" clId="{24BB3BB1-E04A-4EB8-BC65-BE49D769DA53}" dt="2026-09-28T18:19:05.556" v="3444" actId="207"/>
          <ac:spMkLst>
            <pc:docMk/>
            <pc:sldMk cId="0" sldId="474"/>
            <ac:spMk id="85" creationId="{00000000-0000-0000-0000-000000000000}"/>
          </ac:spMkLst>
        </pc:spChg>
        <pc:spChg chg="mod">
          <ac:chgData name="Dash, Eashan" userId="fdec9f51-14cc-47ef-9cd4-1580753c903d" providerId="ADAL" clId="{24BB3BB1-E04A-4EB8-BC65-BE49D769DA53}" dt="2026-09-28T18:18:17.909" v="3437" actId="207"/>
          <ac:spMkLst>
            <pc:docMk/>
            <pc:sldMk cId="0" sldId="474"/>
            <ac:spMk id="87" creationId="{00000000-0000-0000-0000-000000000000}"/>
          </ac:spMkLst>
        </pc:spChg>
        <pc:spChg chg="mod">
          <ac:chgData name="Dash, Eashan" userId="fdec9f51-14cc-47ef-9cd4-1580753c903d" providerId="ADAL" clId="{24BB3BB1-E04A-4EB8-BC65-BE49D769DA53}" dt="2026-09-28T18:18:44.763" v="3442" actId="207"/>
          <ac:spMkLst>
            <pc:docMk/>
            <pc:sldMk cId="0" sldId="474"/>
            <ac:spMk id="88" creationId="{00000000-0000-0000-0000-000000000000}"/>
          </ac:spMkLst>
        </pc:spChg>
        <pc:spChg chg="mod">
          <ac:chgData name="Dash, Eashan" userId="fdec9f51-14cc-47ef-9cd4-1580753c903d" providerId="ADAL" clId="{24BB3BB1-E04A-4EB8-BC65-BE49D769DA53}" dt="2026-09-28T18:17:53.569" v="3436" actId="1038"/>
          <ac:spMkLst>
            <pc:docMk/>
            <pc:sldMk cId="0" sldId="474"/>
            <ac:spMk id="89" creationId="{00000000-0000-0000-0000-000000000000}"/>
          </ac:spMkLst>
        </pc:spChg>
        <pc:spChg chg="mod">
          <ac:chgData name="Dash, Eashan" userId="fdec9f51-14cc-47ef-9cd4-1580753c903d" providerId="ADAL" clId="{24BB3BB1-E04A-4EB8-BC65-BE49D769DA53}" dt="2026-09-28T18:19:05.556" v="3444" actId="207"/>
          <ac:spMkLst>
            <pc:docMk/>
            <pc:sldMk cId="0" sldId="474"/>
            <ac:spMk id="90" creationId="{00000000-0000-0000-0000-000000000000}"/>
          </ac:spMkLst>
        </pc:spChg>
        <pc:spChg chg="mod">
          <ac:chgData name="Dash, Eashan" userId="fdec9f51-14cc-47ef-9cd4-1580753c903d" providerId="ADAL" clId="{24BB3BB1-E04A-4EB8-BC65-BE49D769DA53}" dt="2026-09-28T18:18:17.909" v="3437" actId="207"/>
          <ac:spMkLst>
            <pc:docMk/>
            <pc:sldMk cId="0" sldId="474"/>
            <ac:spMk id="92" creationId="{00000000-0000-0000-0000-000000000000}"/>
          </ac:spMkLst>
        </pc:spChg>
        <pc:spChg chg="mod">
          <ac:chgData name="Dash, Eashan" userId="fdec9f51-14cc-47ef-9cd4-1580753c903d" providerId="ADAL" clId="{24BB3BB1-E04A-4EB8-BC65-BE49D769DA53}" dt="2026-09-28T18:18:46.698" v="3443" actId="207"/>
          <ac:spMkLst>
            <pc:docMk/>
            <pc:sldMk cId="0" sldId="474"/>
            <ac:spMk id="93" creationId="{00000000-0000-0000-0000-000000000000}"/>
          </ac:spMkLst>
        </pc:spChg>
        <pc:spChg chg="mod">
          <ac:chgData name="Dash, Eashan" userId="fdec9f51-14cc-47ef-9cd4-1580753c903d" providerId="ADAL" clId="{24BB3BB1-E04A-4EB8-BC65-BE49D769DA53}" dt="2026-09-28T18:17:53.569" v="3436" actId="1038"/>
          <ac:spMkLst>
            <pc:docMk/>
            <pc:sldMk cId="0" sldId="474"/>
            <ac:spMk id="94" creationId="{00000000-0000-0000-0000-000000000000}"/>
          </ac:spMkLst>
        </pc:spChg>
        <pc:spChg chg="mod">
          <ac:chgData name="Dash, Eashan" userId="fdec9f51-14cc-47ef-9cd4-1580753c903d" providerId="ADAL" clId="{24BB3BB1-E04A-4EB8-BC65-BE49D769DA53}" dt="2026-09-28T18:19:05.556" v="3444" actId="207"/>
          <ac:spMkLst>
            <pc:docMk/>
            <pc:sldMk cId="0" sldId="474"/>
            <ac:spMk id="95" creationId="{00000000-0000-0000-0000-000000000000}"/>
          </ac:spMkLst>
        </pc:spChg>
        <pc:spChg chg="mod">
          <ac:chgData name="Dash, Eashan" userId="fdec9f51-14cc-47ef-9cd4-1580753c903d" providerId="ADAL" clId="{24BB3BB1-E04A-4EB8-BC65-BE49D769DA53}" dt="2026-09-28T18:19:20.008" v="3445" actId="1076"/>
          <ac:spMkLst>
            <pc:docMk/>
            <pc:sldMk cId="0" sldId="474"/>
            <ac:spMk id="97" creationId="{00000000-0000-0000-0000-000000000000}"/>
          </ac:spMkLst>
        </pc:spChg>
        <pc:spChg chg="mod">
          <ac:chgData name="Dash, Eashan" userId="fdec9f51-14cc-47ef-9cd4-1580753c903d" providerId="ADAL" clId="{24BB3BB1-E04A-4EB8-BC65-BE49D769DA53}" dt="2026-09-28T18:16:57.674" v="3433" actId="1036"/>
          <ac:spMkLst>
            <pc:docMk/>
            <pc:sldMk cId="0" sldId="474"/>
            <ac:spMk id="98" creationId="{00000000-0000-0000-0000-000000000000}"/>
          </ac:spMkLst>
        </pc:spChg>
        <pc:spChg chg="mod">
          <ac:chgData name="Dash, Eashan" userId="fdec9f51-14cc-47ef-9cd4-1580753c903d" providerId="ADAL" clId="{24BB3BB1-E04A-4EB8-BC65-BE49D769DA53}" dt="2026-09-28T18:21:41.660" v="3467" actId="207"/>
          <ac:spMkLst>
            <pc:docMk/>
            <pc:sldMk cId="0" sldId="474"/>
            <ac:spMk id="99" creationId="{00000000-0000-0000-0000-000000000000}"/>
          </ac:spMkLst>
        </pc:spChg>
        <pc:spChg chg="mod">
          <ac:chgData name="Dash, Eashan" userId="fdec9f51-14cc-47ef-9cd4-1580753c903d" providerId="ADAL" clId="{24BB3BB1-E04A-4EB8-BC65-BE49D769DA53}" dt="2026-09-28T18:21:41.660" v="3467" actId="207"/>
          <ac:spMkLst>
            <pc:docMk/>
            <pc:sldMk cId="0" sldId="474"/>
            <ac:spMk id="101" creationId="{00000000-0000-0000-0000-000000000000}"/>
          </ac:spMkLst>
        </pc:spChg>
        <pc:spChg chg="mod">
          <ac:chgData name="Dash, Eashan" userId="fdec9f51-14cc-47ef-9cd4-1580753c903d" providerId="ADAL" clId="{24BB3BB1-E04A-4EB8-BC65-BE49D769DA53}" dt="2026-09-28T18:21:41.660" v="3467" actId="207"/>
          <ac:spMkLst>
            <pc:docMk/>
            <pc:sldMk cId="0" sldId="474"/>
            <ac:spMk id="102" creationId="{00000000-0000-0000-0000-000000000000}"/>
          </ac:spMkLst>
        </pc:spChg>
        <pc:spChg chg="mod">
          <ac:chgData name="Dash, Eashan" userId="fdec9f51-14cc-47ef-9cd4-1580753c903d" providerId="ADAL" clId="{24BB3BB1-E04A-4EB8-BC65-BE49D769DA53}" dt="2026-09-28T18:20:36.061" v="3460" actId="1036"/>
          <ac:spMkLst>
            <pc:docMk/>
            <pc:sldMk cId="0" sldId="474"/>
            <ac:spMk id="103" creationId="{00000000-0000-0000-0000-000000000000}"/>
          </ac:spMkLst>
        </pc:spChg>
        <pc:spChg chg="mod">
          <ac:chgData name="Dash, Eashan" userId="fdec9f51-14cc-47ef-9cd4-1580753c903d" providerId="ADAL" clId="{24BB3BB1-E04A-4EB8-BC65-BE49D769DA53}" dt="2026-09-28T18:21:41.660" v="3467" actId="207"/>
          <ac:spMkLst>
            <pc:docMk/>
            <pc:sldMk cId="0" sldId="474"/>
            <ac:spMk id="104" creationId="{00000000-0000-0000-0000-000000000000}"/>
          </ac:spMkLst>
        </pc:spChg>
        <pc:spChg chg="mod">
          <ac:chgData name="Dash, Eashan" userId="fdec9f51-14cc-47ef-9cd4-1580753c903d" providerId="ADAL" clId="{24BB3BB1-E04A-4EB8-BC65-BE49D769DA53}" dt="2026-09-28T18:20:36.061" v="3460" actId="1036"/>
          <ac:spMkLst>
            <pc:docMk/>
            <pc:sldMk cId="0" sldId="474"/>
            <ac:spMk id="106" creationId="{00000000-0000-0000-0000-000000000000}"/>
          </ac:spMkLst>
        </pc:spChg>
        <pc:spChg chg="mod">
          <ac:chgData name="Dash, Eashan" userId="fdec9f51-14cc-47ef-9cd4-1580753c903d" providerId="ADAL" clId="{24BB3BB1-E04A-4EB8-BC65-BE49D769DA53}" dt="2026-09-28T18:21:15.061" v="3466" actId="207"/>
          <ac:spMkLst>
            <pc:docMk/>
            <pc:sldMk cId="0" sldId="474"/>
            <ac:spMk id="111" creationId="{00000000-0000-0000-0000-000000000000}"/>
          </ac:spMkLst>
        </pc:spChg>
        <pc:spChg chg="mod">
          <ac:chgData name="Dash, Eashan" userId="fdec9f51-14cc-47ef-9cd4-1580753c903d" providerId="ADAL" clId="{24BB3BB1-E04A-4EB8-BC65-BE49D769DA53}" dt="2026-09-28T18:20:36.061" v="3460" actId="1036"/>
          <ac:spMkLst>
            <pc:docMk/>
            <pc:sldMk cId="0" sldId="474"/>
            <ac:spMk id="113" creationId="{00000000-0000-0000-0000-000000000000}"/>
          </ac:spMkLst>
        </pc:spChg>
        <pc:spChg chg="mod">
          <ac:chgData name="Dash, Eashan" userId="fdec9f51-14cc-47ef-9cd4-1580753c903d" providerId="ADAL" clId="{24BB3BB1-E04A-4EB8-BC65-BE49D769DA53}" dt="2026-09-28T18:20:36.061" v="3460" actId="1036"/>
          <ac:spMkLst>
            <pc:docMk/>
            <pc:sldMk cId="0" sldId="474"/>
            <ac:spMk id="114" creationId="{00000000-0000-0000-0000-000000000000}"/>
          </ac:spMkLst>
        </pc:spChg>
        <pc:spChg chg="mod">
          <ac:chgData name="Dash, Eashan" userId="fdec9f51-14cc-47ef-9cd4-1580753c903d" providerId="ADAL" clId="{24BB3BB1-E04A-4EB8-BC65-BE49D769DA53}" dt="2026-09-28T18:20:36.061" v="3460" actId="1036"/>
          <ac:spMkLst>
            <pc:docMk/>
            <pc:sldMk cId="0" sldId="474"/>
            <ac:spMk id="115" creationId="{00000000-0000-0000-0000-000000000000}"/>
          </ac:spMkLst>
        </pc:spChg>
        <pc:spChg chg="mod">
          <ac:chgData name="Dash, Eashan" userId="fdec9f51-14cc-47ef-9cd4-1580753c903d" providerId="ADAL" clId="{24BB3BB1-E04A-4EB8-BC65-BE49D769DA53}" dt="2026-09-28T18:20:36.061" v="3460" actId="1036"/>
          <ac:spMkLst>
            <pc:docMk/>
            <pc:sldMk cId="0" sldId="474"/>
            <ac:spMk id="116" creationId="{00000000-0000-0000-0000-000000000000}"/>
          </ac:spMkLst>
        </pc:spChg>
        <pc:spChg chg="mod">
          <ac:chgData name="Dash, Eashan" userId="fdec9f51-14cc-47ef-9cd4-1580753c903d" providerId="ADAL" clId="{24BB3BB1-E04A-4EB8-BC65-BE49D769DA53}" dt="2026-09-28T18:25:35.506" v="3554" actId="207"/>
          <ac:spMkLst>
            <pc:docMk/>
            <pc:sldMk cId="0" sldId="474"/>
            <ac:spMk id="117" creationId="{00000000-0000-0000-0000-000000000000}"/>
          </ac:spMkLst>
        </pc:spChg>
        <pc:spChg chg="add mod">
          <ac:chgData name="Dash, Eashan" userId="fdec9f51-14cc-47ef-9cd4-1580753c903d" providerId="ADAL" clId="{24BB3BB1-E04A-4EB8-BC65-BE49D769DA53}" dt="2026-09-28T18:50:46.716" v="3766" actId="20577"/>
          <ac:spMkLst>
            <pc:docMk/>
            <pc:sldMk cId="0" sldId="474"/>
            <ac:spMk id="124" creationId="{ACF9C7AC-E547-4BB6-7309-C5CE66F2C11A}"/>
          </ac:spMkLst>
        </pc:spChg>
        <pc:cxnChg chg="add mod">
          <ac:chgData name="Dash, Eashan" userId="fdec9f51-14cc-47ef-9cd4-1580753c903d" providerId="ADAL" clId="{24BB3BB1-E04A-4EB8-BC65-BE49D769DA53}" dt="2026-09-28T18:24:32.629" v="3542" actId="14100"/>
          <ac:cxnSpMkLst>
            <pc:docMk/>
            <pc:sldMk cId="0" sldId="474"/>
            <ac:cxnSpMk id="118" creationId="{FD481FC8-3081-FC77-7928-B344117CBFB5}"/>
          </ac:cxnSpMkLst>
        </pc:cxnChg>
        <pc:cxnChg chg="add mod">
          <ac:chgData name="Dash, Eashan" userId="fdec9f51-14cc-47ef-9cd4-1580753c903d" providerId="ADAL" clId="{24BB3BB1-E04A-4EB8-BC65-BE49D769DA53}" dt="2026-09-28T18:19:53.281" v="3448" actId="1076"/>
          <ac:cxnSpMkLst>
            <pc:docMk/>
            <pc:sldMk cId="0" sldId="474"/>
            <ac:cxnSpMk id="121" creationId="{DC3A80F1-FFCE-C177-AC1D-CF1B9414085B}"/>
          </ac:cxnSpMkLst>
        </pc:cxnChg>
        <pc:cxnChg chg="add mod">
          <ac:chgData name="Dash, Eashan" userId="fdec9f51-14cc-47ef-9cd4-1580753c903d" providerId="ADAL" clId="{24BB3BB1-E04A-4EB8-BC65-BE49D769DA53}" dt="2026-09-28T18:19:58.577" v="3449" actId="1076"/>
          <ac:cxnSpMkLst>
            <pc:docMk/>
            <pc:sldMk cId="0" sldId="474"/>
            <ac:cxnSpMk id="122" creationId="{ED75481B-2CB7-DB97-604F-5FA023B23E21}"/>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10/10/2026 9:37 PM</a:t>
            </a:fld>
            <a:endParaRPr lang="en-US"/>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10/10/2026 9:36 PM</a:t>
            </a:fld>
            <a:endParaRPr lang="en-US"/>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8813303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9342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1115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AFD824D3-B0BF-F030-6A67-C1DF579938E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9800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and drop your photo here</a:t>
            </a:r>
            <a:br>
              <a:rPr lang="en-US"/>
            </a:br>
            <a:r>
              <a:rPr lang="en-US"/>
              <a:t>or click or tap icon below</a:t>
            </a:r>
            <a:br>
              <a:rPr lang="en-US"/>
            </a:br>
            <a:r>
              <a:rPr lang="en-US"/>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a:t>Drag &amp; drop a</a:t>
            </a:r>
            <a:br>
              <a:rPr lang="en-US"/>
            </a:br>
            <a:r>
              <a:rPr lang="en-US"/>
              <a:t>screenshot here</a:t>
            </a:r>
            <a:br>
              <a:rPr lang="en-US"/>
            </a:br>
            <a:r>
              <a:rPr lang="en-US"/>
              <a:t>or click or tap icon</a:t>
            </a:r>
            <a:br>
              <a:rPr lang="en-US"/>
            </a:br>
            <a:r>
              <a:rPr lang="en-US"/>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spTree>
    <p:extLst>
      <p:ext uri="{BB962C8B-B14F-4D97-AF65-F5344CB8AC3E}">
        <p14:creationId xmlns:p14="http://schemas.microsoft.com/office/powerpoint/2010/main" val="373518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035218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sp>
        <p:nvSpPr>
          <p:cNvPr id="36" name="TextBox 35">
            <a:extLst>
              <a:ext uri="{FF2B5EF4-FFF2-40B4-BE49-F238E27FC236}">
                <a16:creationId xmlns:a16="http://schemas.microsoft.com/office/drawing/2014/main" id="{A0E3178B-8D4C-C05A-414D-91C55004235D}"/>
              </a:ext>
            </a:extLst>
          </p:cNvPr>
          <p:cNvSpPr txBox="1"/>
          <p:nvPr userDrawn="1">
            <p:extLst>
              <p:ext uri="{1162E1C5-73C7-4A58-AE30-91384D911F3F}">
                <p184:classification xmlns:p184="http://schemas.microsoft.com/office/powerpoint/2018/4/main" val="hdr"/>
              </p:ext>
            </p:extLst>
          </p:nvPr>
        </p:nvSpPr>
        <p:spPr>
          <a:xfrm>
            <a:off x="63500" y="63500"/>
            <a:ext cx="371475" cy="152400"/>
          </a:xfrm>
          <a:prstGeom prst="rect">
            <a:avLst/>
          </a:prstGeom>
        </p:spPr>
        <p:txBody>
          <a:bodyPr horzOverflow="overflow" lIns="0" tIns="0" rIns="0" bIns="0">
            <a:spAutoFit/>
          </a:bodyPr>
          <a:lstStyle/>
          <a:p>
            <a:pPr algn="l"/>
            <a:r>
              <a:rPr lang="en-IN" sz="1000">
                <a:solidFill>
                  <a:srgbClr val="0000FF">
                    <a:alpha val="50000"/>
                  </a:srgbClr>
                </a:solidFill>
                <a:latin typeface="Aptos" panose="020B0004020202020204" pitchFamily="34" charset="0"/>
              </a:rPr>
              <a:t>Public</a:t>
            </a: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926" r:id="rId2"/>
    <p:sldLayoutId id="2147484928"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9"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32" r:id="rId26"/>
    <p:sldLayoutId id="2147484927" r:id="rId27"/>
    <p:sldLayoutId id="2147484671" r:id="rId28"/>
    <p:sldLayoutId id="2147484585" r:id="rId29"/>
    <p:sldLayoutId id="2147484924" r:id="rId30"/>
    <p:sldLayoutId id="2147484299"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8.xml"/><Relationship Id="rId5" Type="http://schemas.openxmlformats.org/officeDocument/2006/relationships/image" Target="../media/image7.gif"/><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pn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pn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hyperlink" Target="https://www.amd.com/en/developer/resources/technical-articles/2026/amd-pace-integrates-with-vllm.html" TargetMode="External"/><Relationship Id="rId2" Type="http://schemas.openxmlformats.org/officeDocument/2006/relationships/hyperlink" Target="https://www.amd.com/en/developer/resources/technical-articles/2026/amd-pace---high-performance-platform-aware-compute-engine.html" TargetMode="External"/><Relationship Id="rId1" Type="http://schemas.openxmlformats.org/officeDocument/2006/relationships/slideLayout" Target="../slideLayouts/slideLayout28.xml"/><Relationship Id="rId4" Type="http://schemas.openxmlformats.org/officeDocument/2006/relationships/hyperlink" Target="https://github.com/amd/AMD-PAC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8.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8.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customXml" Target="../../customXml/item65.xml"/><Relationship Id="rId1" Type="http://schemas.openxmlformats.org/officeDocument/2006/relationships/customXml" Target="../../customXml/item6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customXml" Target="../../customXml/item67.xml"/><Relationship Id="rId1" Type="http://schemas.openxmlformats.org/officeDocument/2006/relationships/customXml" Target="../../customXml/item6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69.xml"/><Relationship Id="rId1" Type="http://schemas.openxmlformats.org/officeDocument/2006/relationships/customXml" Target="../../customXml/item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210076" y="1891695"/>
            <a:ext cx="5046581" cy="1298448"/>
          </a:xfrm>
          <a:prstGeom prst="rect">
            <a:avLst/>
          </a:prstGeom>
          <a:noFill/>
        </p:spPr>
        <p:txBody>
          <a:bodyPr wrap="square" lIns="25400" tIns="12700" rIns="25400" bIns="12700" anchor="t">
            <a:noAutofit/>
          </a:bodyPr>
          <a:lstStyle/>
          <a:p>
            <a:r>
              <a:rPr lang="en-US" sz="2000" b="1" dirty="0"/>
              <a:t>Beyond Inference: </a:t>
            </a:r>
          </a:p>
          <a:p>
            <a:r>
              <a:rPr lang="en-US" sz="2000" b="1" dirty="0"/>
              <a:t>Benchmarking, Evaluation, and Acceleration for Agentic AI Systems</a:t>
            </a:r>
          </a:p>
        </p:txBody>
      </p:sp>
      <p:sp>
        <p:nvSpPr>
          <p:cNvPr id="3" name="TextBox 2">
            <a:extLst>
              <a:ext uri="{FF2B5EF4-FFF2-40B4-BE49-F238E27FC236}">
                <a16:creationId xmlns:a16="http://schemas.microsoft.com/office/drawing/2014/main" id="{3B88D691-BDD8-7CAF-09CF-504B6C8EB348}"/>
              </a:ext>
            </a:extLst>
          </p:cNvPr>
          <p:cNvSpPr txBox="1"/>
          <p:nvPr/>
        </p:nvSpPr>
        <p:spPr>
          <a:xfrm>
            <a:off x="7382595" y="3861371"/>
            <a:ext cx="4233672" cy="338554"/>
          </a:xfrm>
          <a:prstGeom prst="rect">
            <a:avLst/>
          </a:prstGeom>
          <a:noFill/>
        </p:spPr>
        <p:txBody>
          <a:bodyPr wrap="square">
            <a:spAutoFit/>
          </a:bodyPr>
          <a:lstStyle/>
          <a:p>
            <a:pPr algn="l"/>
            <a:r>
              <a:rPr sz="1600" b="0">
                <a:solidFill>
                  <a:srgbClr val="A6A6A6"/>
                </a:solidFill>
                <a:latin typeface="Aptos"/>
              </a:rPr>
              <a:t>¹ AMD India     ² Indian Institute of Science </a:t>
            </a:r>
          </a:p>
        </p:txBody>
      </p:sp>
      <p:sp>
        <p:nvSpPr>
          <p:cNvPr id="4" name="Rectangle 3"/>
          <p:cNvSpPr/>
          <p:nvPr/>
        </p:nvSpPr>
        <p:spPr>
          <a:xfrm>
            <a:off x="6210076" y="1832989"/>
            <a:ext cx="5503388"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8" name="Group 17">
            <a:extLst>
              <a:ext uri="{FF2B5EF4-FFF2-40B4-BE49-F238E27FC236}">
                <a16:creationId xmlns:a16="http://schemas.microsoft.com/office/drawing/2014/main" id="{5BB82C3F-63B5-7FDA-64B9-B9669111F31D}"/>
              </a:ext>
            </a:extLst>
          </p:cNvPr>
          <p:cNvGrpSpPr/>
          <p:nvPr/>
        </p:nvGrpSpPr>
        <p:grpSpPr>
          <a:xfrm>
            <a:off x="6231467" y="3182113"/>
            <a:ext cx="5555923" cy="653288"/>
            <a:chOff x="7114032" y="1518032"/>
            <a:chExt cx="4315968" cy="1307592"/>
          </a:xfrm>
        </p:grpSpPr>
        <p:sp>
          <p:nvSpPr>
            <p:cNvPr id="5" name="Rounded Rectangle 4"/>
            <p:cNvSpPr/>
            <p:nvPr/>
          </p:nvSpPr>
          <p:spPr>
            <a:xfrm>
              <a:off x="7114032" y="1527176"/>
              <a:ext cx="4315968" cy="1298448"/>
            </a:xfrm>
            <a:prstGeom prst="roundRect">
              <a:avLst>
                <a:gd name="adj" fmla="val 6000"/>
              </a:avLst>
            </a:prstGeom>
            <a:solidFill>
              <a:srgbClr val="1D2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114032" y="1518032"/>
              <a:ext cx="36000" cy="129844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42632" y="1746632"/>
              <a:ext cx="3794760" cy="960120"/>
            </a:xfrm>
            <a:prstGeom prst="rect">
              <a:avLst/>
            </a:prstGeom>
            <a:noFill/>
          </p:spPr>
          <p:txBody>
            <a:bodyPr wrap="square" lIns="25400" tIns="12700" rIns="25400" bIns="12700" anchor="t">
              <a:noAutofit/>
            </a:bodyPr>
            <a:lstStyle/>
            <a:p>
              <a:r>
                <a:rPr lang="en-US" sz="2100" b="1" dirty="0">
                  <a:solidFill>
                    <a:schemeClr val="tx1">
                      <a:lumMod val="95000"/>
                    </a:schemeClr>
                  </a:solidFill>
                  <a:latin typeface="Calibri"/>
                </a:rPr>
                <a:t>Eashan Dash¹ </a:t>
              </a:r>
              <a:r>
                <a:rPr lang="en-IN" sz="2100" b="1" dirty="0">
                  <a:solidFill>
                    <a:schemeClr val="tx1">
                      <a:lumMod val="95000"/>
                    </a:schemeClr>
                  </a:solidFill>
                  <a:latin typeface="Calibri"/>
                </a:rPr>
                <a:t>        </a:t>
              </a:r>
              <a:r>
                <a:rPr lang="en-US" sz="2100" b="1" dirty="0">
                  <a:solidFill>
                    <a:schemeClr val="tx1">
                      <a:lumMod val="95000"/>
                    </a:schemeClr>
                  </a:solidFill>
                  <a:latin typeface="Calibri"/>
                </a:rPr>
                <a:t>Arun Ramachandran¹</a:t>
              </a:r>
              <a:r>
                <a:rPr lang="en-US" sz="2100" b="1" baseline="30000" dirty="0">
                  <a:solidFill>
                    <a:schemeClr val="tx1">
                      <a:lumMod val="95000"/>
                    </a:schemeClr>
                  </a:solidFill>
                  <a:latin typeface="Calibri"/>
                </a:rPr>
                <a:t>,</a:t>
              </a:r>
              <a:r>
                <a:rPr lang="en-US" sz="2100" b="1" dirty="0">
                  <a:solidFill>
                    <a:schemeClr val="tx1">
                      <a:lumMod val="95000"/>
                    </a:schemeClr>
                  </a:solidFill>
                  <a:latin typeface="Calibri"/>
                </a:rPr>
                <a:t>²</a:t>
              </a:r>
              <a:endParaRPr sz="2100" b="1" i="0" dirty="0">
                <a:solidFill>
                  <a:srgbClr val="F2F4F8"/>
                </a:solidFill>
                <a:latin typeface="Calibri"/>
              </a:endParaRPr>
            </a:p>
          </p:txBody>
        </p:sp>
      </p:grpSp>
    </p:spTree>
    <p:extLst>
      <p:ext uri="{BB962C8B-B14F-4D97-AF65-F5344CB8AC3E}">
        <p14:creationId xmlns:p14="http://schemas.microsoft.com/office/powerpoint/2010/main" val="285906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8C0AF-720E-B2B1-A6B0-8160B9A48CA8}"/>
              </a:ext>
            </a:extLst>
          </p:cNvPr>
          <p:cNvSpPr txBox="1">
            <a:spLocks/>
          </p:cNvSpPr>
          <p:nvPr/>
        </p:nvSpPr>
        <p:spPr>
          <a:xfrm>
            <a:off x="588263" y="591790"/>
            <a:ext cx="11018520" cy="430887"/>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IN"/>
              <a:t>Agenda</a:t>
            </a:r>
          </a:p>
        </p:txBody>
      </p:sp>
      <p:sp>
        <p:nvSpPr>
          <p:cNvPr id="3" name="Rectangle 2">
            <a:extLst>
              <a:ext uri="{FF2B5EF4-FFF2-40B4-BE49-F238E27FC236}">
                <a16:creationId xmlns:a16="http://schemas.microsoft.com/office/drawing/2014/main" id="{CF52E01B-1A15-3BC8-E7EA-97529630C32D}"/>
              </a:ext>
            </a:extLst>
          </p:cNvPr>
          <p:cNvSpPr/>
          <p:nvPr/>
        </p:nvSpPr>
        <p:spPr>
          <a:xfrm>
            <a:off x="502920" y="1234440"/>
            <a:ext cx="11155680" cy="27432"/>
          </a:xfrm>
          <a:prstGeom prst="rect">
            <a:avLst/>
          </a:prstGeom>
          <a:solidFill>
            <a:srgbClr val="3D9B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4">
            <a:extLst>
              <a:ext uri="{FF2B5EF4-FFF2-40B4-BE49-F238E27FC236}">
                <a16:creationId xmlns:a16="http://schemas.microsoft.com/office/drawing/2014/main" id="{B9D1506F-B029-E805-D8D4-68B6A23C4942}"/>
              </a:ext>
            </a:extLst>
          </p:cNvPr>
          <p:cNvSpPr/>
          <p:nvPr/>
        </p:nvSpPr>
        <p:spPr>
          <a:xfrm>
            <a:off x="502920" y="1508760"/>
            <a:ext cx="5349240" cy="804672"/>
          </a:xfrm>
          <a:prstGeom prst="roundRect">
            <a:avLst/>
          </a:prstGeom>
          <a:solidFill>
            <a:srgbClr val="2E2E2E"/>
          </a:solidFill>
          <a:ln w="952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5">
            <a:extLst>
              <a:ext uri="{FF2B5EF4-FFF2-40B4-BE49-F238E27FC236}">
                <a16:creationId xmlns:a16="http://schemas.microsoft.com/office/drawing/2014/main" id="{7AA65BD9-4E85-A4E1-CAC4-3D486A9D9068}"/>
              </a:ext>
            </a:extLst>
          </p:cNvPr>
          <p:cNvSpPr/>
          <p:nvPr/>
        </p:nvSpPr>
        <p:spPr>
          <a:xfrm>
            <a:off x="667512" y="1627631"/>
            <a:ext cx="566928" cy="566928"/>
          </a:xfrm>
          <a:prstGeom prst="roundRect">
            <a:avLst/>
          </a:prstGeom>
          <a:solidFill>
            <a:srgbClr val="4CC24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1A1A1A"/>
                </a:solidFill>
              </a:rPr>
              <a:t>01</a:t>
            </a:r>
          </a:p>
        </p:txBody>
      </p:sp>
      <p:sp>
        <p:nvSpPr>
          <p:cNvPr id="6" name="TextBox 5">
            <a:extLst>
              <a:ext uri="{FF2B5EF4-FFF2-40B4-BE49-F238E27FC236}">
                <a16:creationId xmlns:a16="http://schemas.microsoft.com/office/drawing/2014/main" id="{386F1139-6521-81F9-D447-80C639D19F3C}"/>
              </a:ext>
            </a:extLst>
          </p:cNvPr>
          <p:cNvSpPr txBox="1"/>
          <p:nvPr/>
        </p:nvSpPr>
        <p:spPr>
          <a:xfrm>
            <a:off x="1463040" y="1751075"/>
            <a:ext cx="4187951" cy="320040"/>
          </a:xfrm>
          <a:prstGeom prst="rect">
            <a:avLst/>
          </a:prstGeom>
          <a:noFill/>
        </p:spPr>
        <p:txBody>
          <a:bodyPr wrap="square" anchor="t">
            <a:spAutoFit/>
          </a:bodyPr>
          <a:lstStyle/>
          <a:p>
            <a:pPr algn="l"/>
            <a:r>
              <a:rPr lang="en-US" sz="1400" b="1" dirty="0">
                <a:solidFill>
                  <a:srgbClr val="FFFFFF"/>
                </a:solidFill>
              </a:rPr>
              <a:t>LLM Inference Library -  AMD PACE </a:t>
            </a:r>
            <a:endParaRPr sz="1400" b="1" dirty="0">
              <a:solidFill>
                <a:srgbClr val="FFFFFF"/>
              </a:solidFill>
            </a:endParaRPr>
          </a:p>
        </p:txBody>
      </p:sp>
      <p:sp>
        <p:nvSpPr>
          <p:cNvPr id="8" name="Rounded Rectangle 8">
            <a:extLst>
              <a:ext uri="{FF2B5EF4-FFF2-40B4-BE49-F238E27FC236}">
                <a16:creationId xmlns:a16="http://schemas.microsoft.com/office/drawing/2014/main" id="{507CF7C1-AF76-7F18-16E2-3E888F71821B}"/>
              </a:ext>
            </a:extLst>
          </p:cNvPr>
          <p:cNvSpPr/>
          <p:nvPr/>
        </p:nvSpPr>
        <p:spPr>
          <a:xfrm>
            <a:off x="502920" y="2478024"/>
            <a:ext cx="5349240" cy="804672"/>
          </a:xfrm>
          <a:prstGeom prst="roundRect">
            <a:avLst/>
          </a:prstGeom>
          <a:solidFill>
            <a:srgbClr val="2E2E2E"/>
          </a:solidFill>
          <a:ln w="952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9">
            <a:extLst>
              <a:ext uri="{FF2B5EF4-FFF2-40B4-BE49-F238E27FC236}">
                <a16:creationId xmlns:a16="http://schemas.microsoft.com/office/drawing/2014/main" id="{94D3C5E7-437C-9E7D-90D2-EEBBF7A72261}"/>
              </a:ext>
            </a:extLst>
          </p:cNvPr>
          <p:cNvSpPr/>
          <p:nvPr/>
        </p:nvSpPr>
        <p:spPr>
          <a:xfrm>
            <a:off x="667512" y="2596896"/>
            <a:ext cx="566928" cy="566928"/>
          </a:xfrm>
          <a:prstGeom prst="roundRect">
            <a:avLst/>
          </a:prstGeom>
          <a:solidFill>
            <a:srgbClr val="4CC24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800" b="1">
                <a:solidFill>
                  <a:srgbClr val="1A1A1A"/>
                </a:solidFill>
              </a:rPr>
              <a:t>02</a:t>
            </a:r>
          </a:p>
        </p:txBody>
      </p:sp>
      <p:sp>
        <p:nvSpPr>
          <p:cNvPr id="25" name="TextBox 24">
            <a:extLst>
              <a:ext uri="{FF2B5EF4-FFF2-40B4-BE49-F238E27FC236}">
                <a16:creationId xmlns:a16="http://schemas.microsoft.com/office/drawing/2014/main" id="{1D3FE03B-817D-2D1D-FC7C-0DA304ADB06F}"/>
              </a:ext>
            </a:extLst>
          </p:cNvPr>
          <p:cNvSpPr txBox="1"/>
          <p:nvPr/>
        </p:nvSpPr>
        <p:spPr>
          <a:xfrm>
            <a:off x="1463040" y="2720340"/>
            <a:ext cx="4187951" cy="320040"/>
          </a:xfrm>
          <a:prstGeom prst="rect">
            <a:avLst/>
          </a:prstGeom>
          <a:noFill/>
        </p:spPr>
        <p:txBody>
          <a:bodyPr wrap="square" anchor="t">
            <a:spAutoFit/>
          </a:bodyPr>
          <a:lstStyle/>
          <a:p>
            <a:pPr algn="l"/>
            <a:r>
              <a:rPr lang="en-US" sz="1400" b="1" dirty="0">
                <a:solidFill>
                  <a:srgbClr val="FFFFFF"/>
                </a:solidFill>
              </a:rPr>
              <a:t>Agentic Systems and Benchmarking </a:t>
            </a:r>
            <a:endParaRPr sz="1400" b="1" dirty="0">
              <a:solidFill>
                <a:srgbClr val="FFFFFF"/>
              </a:solidFill>
            </a:endParaRPr>
          </a:p>
        </p:txBody>
      </p:sp>
    </p:spTree>
    <p:extLst>
      <p:ext uri="{BB962C8B-B14F-4D97-AF65-F5344CB8AC3E}">
        <p14:creationId xmlns:p14="http://schemas.microsoft.com/office/powerpoint/2010/main" val="34030597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4E5DBA-C6C6-8F5D-8B6F-2458200C29DA}"/>
              </a:ext>
            </a:extLst>
          </p:cNvPr>
          <p:cNvSpPr/>
          <p:nvPr/>
        </p:nvSpPr>
        <p:spPr>
          <a:xfrm>
            <a:off x="0" y="0"/>
            <a:ext cx="109728" cy="6858000"/>
          </a:xfrm>
          <a:prstGeom prst="rect">
            <a:avLst/>
          </a:prstGeom>
          <a:solidFill>
            <a:srgbClr val="F0333B"/>
          </a:solidFill>
          <a:ln>
            <a:noFill/>
          </a:ln>
        </p:spPr>
        <p:txBody>
          <a:bodyPr rtlCol="0" anchor="ctr"/>
          <a:lstStyle/>
          <a:p>
            <a:pPr algn="ctr"/>
            <a:endParaRPr/>
          </a:p>
        </p:txBody>
      </p:sp>
      <p:sp>
        <p:nvSpPr>
          <p:cNvPr id="5" name="TextBox 4">
            <a:extLst>
              <a:ext uri="{FF2B5EF4-FFF2-40B4-BE49-F238E27FC236}">
                <a16:creationId xmlns:a16="http://schemas.microsoft.com/office/drawing/2014/main" id="{3187E40D-2680-157A-1D3E-0D3DD267041C}"/>
              </a:ext>
            </a:extLst>
          </p:cNvPr>
          <p:cNvSpPr txBox="1"/>
          <p:nvPr/>
        </p:nvSpPr>
        <p:spPr>
          <a:xfrm>
            <a:off x="640080" y="1965960"/>
            <a:ext cx="3657600" cy="777240"/>
          </a:xfrm>
          <a:prstGeom prst="rect">
            <a:avLst/>
          </a:prstGeom>
          <a:noFill/>
        </p:spPr>
        <p:txBody>
          <a:bodyPr wrap="square" lIns="36576" tIns="18288" rIns="36576" bIns="18288" anchor="t"/>
          <a:lstStyle/>
          <a:p>
            <a:pPr algn="l">
              <a:lnSpc>
                <a:spcPct val="100000"/>
              </a:lnSpc>
              <a:spcBef>
                <a:spcPts val="0"/>
              </a:spcBef>
              <a:spcAft>
                <a:spcPts val="0"/>
              </a:spcAft>
            </a:pPr>
            <a:r>
              <a:rPr sz="6000" b="1" i="0">
                <a:solidFill>
                  <a:srgbClr val="F0333B"/>
                </a:solidFill>
                <a:latin typeface="Calibri"/>
              </a:rPr>
              <a:t>01</a:t>
            </a:r>
          </a:p>
        </p:txBody>
      </p:sp>
      <p:sp>
        <p:nvSpPr>
          <p:cNvPr id="7" name="TextBox 6">
            <a:extLst>
              <a:ext uri="{FF2B5EF4-FFF2-40B4-BE49-F238E27FC236}">
                <a16:creationId xmlns:a16="http://schemas.microsoft.com/office/drawing/2014/main" id="{8D974E67-4AC7-5A55-AC7B-E96EF99DC903}"/>
              </a:ext>
            </a:extLst>
          </p:cNvPr>
          <p:cNvSpPr txBox="1"/>
          <p:nvPr/>
        </p:nvSpPr>
        <p:spPr>
          <a:xfrm>
            <a:off x="640080" y="2834640"/>
            <a:ext cx="10607040" cy="640080"/>
          </a:xfrm>
          <a:prstGeom prst="rect">
            <a:avLst/>
          </a:prstGeom>
          <a:noFill/>
        </p:spPr>
        <p:txBody>
          <a:bodyPr wrap="square" lIns="36576" tIns="18288" rIns="36576" bIns="18288" anchor="t"/>
          <a:lstStyle/>
          <a:p>
            <a:pPr algn="l">
              <a:lnSpc>
                <a:spcPct val="100000"/>
              </a:lnSpc>
              <a:spcBef>
                <a:spcPts val="0"/>
              </a:spcBef>
              <a:spcAft>
                <a:spcPts val="0"/>
              </a:spcAft>
            </a:pPr>
            <a:r>
              <a:rPr sz="3200" b="1" i="0">
                <a:solidFill>
                  <a:srgbClr val="F5F7FA"/>
                </a:solidFill>
                <a:latin typeface="Calibri"/>
              </a:rPr>
              <a:t>Introduction to AMD PACE</a:t>
            </a:r>
          </a:p>
        </p:txBody>
      </p:sp>
      <p:sp>
        <p:nvSpPr>
          <p:cNvPr id="9" name="TextBox 8">
            <a:extLst>
              <a:ext uri="{FF2B5EF4-FFF2-40B4-BE49-F238E27FC236}">
                <a16:creationId xmlns:a16="http://schemas.microsoft.com/office/drawing/2014/main" id="{77AEF50D-8FBD-D331-E470-E9447761E6B6}"/>
              </a:ext>
            </a:extLst>
          </p:cNvPr>
          <p:cNvSpPr txBox="1"/>
          <p:nvPr/>
        </p:nvSpPr>
        <p:spPr>
          <a:xfrm>
            <a:off x="640080" y="3566160"/>
            <a:ext cx="9875520" cy="640080"/>
          </a:xfrm>
          <a:prstGeom prst="rect">
            <a:avLst/>
          </a:prstGeom>
          <a:noFill/>
        </p:spPr>
        <p:txBody>
          <a:bodyPr wrap="square" lIns="36576" tIns="18288" rIns="36576" bIns="18288" anchor="t"/>
          <a:lstStyle/>
          <a:p>
            <a:pPr algn="l">
              <a:lnSpc>
                <a:spcPct val="100000"/>
              </a:lnSpc>
              <a:spcBef>
                <a:spcPts val="0"/>
              </a:spcBef>
              <a:spcAft>
                <a:spcPts val="0"/>
              </a:spcAft>
            </a:pPr>
            <a:r>
              <a:rPr sz="1800" b="0" i="0">
                <a:solidFill>
                  <a:srgbClr val="AEB6C2"/>
                </a:solidFill>
                <a:latin typeface="Calibri"/>
              </a:rPr>
              <a:t>The engine, four shifts in how data moves, and the six principles the kernels are built on.</a:t>
            </a:r>
          </a:p>
        </p:txBody>
      </p:sp>
    </p:spTree>
    <p:extLst>
      <p:ext uri="{BB962C8B-B14F-4D97-AF65-F5344CB8AC3E}">
        <p14:creationId xmlns:p14="http://schemas.microsoft.com/office/powerpoint/2010/main" val="327738090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A605D9-55AC-7978-FACA-75CE3965AD4C}"/>
              </a:ext>
            </a:extLst>
          </p:cNvPr>
          <p:cNvSpPr txBox="1"/>
          <p:nvPr/>
        </p:nvSpPr>
        <p:spPr>
          <a:xfrm>
            <a:off x="548640" y="365760"/>
            <a:ext cx="10972800" cy="420624"/>
          </a:xfrm>
          <a:prstGeom prst="rect">
            <a:avLst/>
          </a:prstGeom>
          <a:noFill/>
        </p:spPr>
        <p:txBody>
          <a:bodyPr wrap="none" lIns="0" tIns="0" rIns="0" bIns="0" anchor="ctr"/>
          <a:lstStyle/>
          <a:p>
            <a:pPr algn="l"/>
            <a:r>
              <a:rPr lang="en-US" sz="2800" b="1" dirty="0">
                <a:solidFill>
                  <a:srgbClr val="F5F7FA"/>
                </a:solidFill>
                <a:latin typeface="Arial"/>
              </a:rPr>
              <a:t>AMD PACE Overview - </a:t>
            </a:r>
            <a:r>
              <a:rPr sz="2800" b="1" dirty="0">
                <a:solidFill>
                  <a:srgbClr val="F5F7FA"/>
                </a:solidFill>
                <a:latin typeface="Arial"/>
              </a:rPr>
              <a:t>Engine + </a:t>
            </a:r>
            <a:r>
              <a:rPr lang="en-US" sz="2800" b="1" dirty="0">
                <a:solidFill>
                  <a:srgbClr val="F5F7FA"/>
                </a:solidFill>
                <a:latin typeface="Arial"/>
              </a:rPr>
              <a:t>A</a:t>
            </a:r>
            <a:r>
              <a:rPr sz="2800" b="1" dirty="0">
                <a:solidFill>
                  <a:srgbClr val="F5F7FA"/>
                </a:solidFill>
                <a:latin typeface="Arial"/>
              </a:rPr>
              <a:t>gent framework</a:t>
            </a:r>
          </a:p>
        </p:txBody>
      </p:sp>
      <p:grpSp>
        <p:nvGrpSpPr>
          <p:cNvPr id="3" name="Group 2">
            <a:extLst>
              <a:ext uri="{FF2B5EF4-FFF2-40B4-BE49-F238E27FC236}">
                <a16:creationId xmlns:a16="http://schemas.microsoft.com/office/drawing/2014/main" id="{1BA5E286-80D8-4192-7E1F-8E935850A76F}"/>
              </a:ext>
            </a:extLst>
          </p:cNvPr>
          <p:cNvGrpSpPr/>
          <p:nvPr/>
        </p:nvGrpSpPr>
        <p:grpSpPr>
          <a:xfrm>
            <a:off x="2974798" y="1415480"/>
            <a:ext cx="8236674" cy="1996082"/>
            <a:chOff x="484632" y="1243584"/>
            <a:chExt cx="11045952" cy="2642616"/>
          </a:xfrm>
        </p:grpSpPr>
        <p:sp>
          <p:nvSpPr>
            <p:cNvPr id="4" name="Rounded Rectangle 6">
              <a:extLst>
                <a:ext uri="{FF2B5EF4-FFF2-40B4-BE49-F238E27FC236}">
                  <a16:creationId xmlns:a16="http://schemas.microsoft.com/office/drawing/2014/main" id="{25A4BFCB-70B7-C41A-D387-AF69BE65691E}"/>
                </a:ext>
              </a:extLst>
            </p:cNvPr>
            <p:cNvSpPr/>
            <p:nvPr/>
          </p:nvSpPr>
          <p:spPr>
            <a:xfrm>
              <a:off x="566928" y="1243584"/>
              <a:ext cx="1874519" cy="292608"/>
            </a:xfrm>
            <a:prstGeom prst="roundRect">
              <a:avLst>
                <a:gd name="adj" fmla="val 12000"/>
              </a:avLst>
            </a:prstGeom>
            <a:solidFill>
              <a:srgbClr val="4A5060"/>
            </a:solidFill>
            <a:ln>
              <a:noFill/>
            </a:ln>
          </p:spPr>
          <p:txBody>
            <a:bodyPr rtlCol="0" anchor="ctr"/>
            <a:lstStyle/>
            <a:p>
              <a:pPr algn="ctr"/>
              <a:endParaRPr/>
            </a:p>
          </p:txBody>
        </p:sp>
        <p:sp>
          <p:nvSpPr>
            <p:cNvPr id="5" name="TextBox 4">
              <a:extLst>
                <a:ext uri="{FF2B5EF4-FFF2-40B4-BE49-F238E27FC236}">
                  <a16:creationId xmlns:a16="http://schemas.microsoft.com/office/drawing/2014/main" id="{D831F6A7-9B87-365B-C96A-BADD191C8D66}"/>
                </a:ext>
              </a:extLst>
            </p:cNvPr>
            <p:cNvSpPr txBox="1"/>
            <p:nvPr/>
          </p:nvSpPr>
          <p:spPr>
            <a:xfrm>
              <a:off x="566928" y="1243584"/>
              <a:ext cx="1874519" cy="292608"/>
            </a:xfrm>
            <a:prstGeom prst="rect">
              <a:avLst/>
            </a:prstGeom>
            <a:noFill/>
          </p:spPr>
          <p:txBody>
            <a:bodyPr wrap="none" lIns="0" tIns="0" rIns="0" bIns="0" anchor="ctr"/>
            <a:lstStyle/>
            <a:p>
              <a:pPr algn="ctr"/>
              <a:r>
                <a:rPr sz="1200" b="1" dirty="0">
                  <a:solidFill>
                    <a:srgbClr val="F5F7FA"/>
                  </a:solidFill>
                  <a:latin typeface="Arial"/>
                </a:rPr>
                <a:t>Agent serving</a:t>
              </a:r>
            </a:p>
          </p:txBody>
        </p:sp>
        <p:sp>
          <p:nvSpPr>
            <p:cNvPr id="6" name="Rounded Rectangle 8">
              <a:extLst>
                <a:ext uri="{FF2B5EF4-FFF2-40B4-BE49-F238E27FC236}">
                  <a16:creationId xmlns:a16="http://schemas.microsoft.com/office/drawing/2014/main" id="{B363425C-D224-32D2-D09B-D6CB145AC2F0}"/>
                </a:ext>
              </a:extLst>
            </p:cNvPr>
            <p:cNvSpPr/>
            <p:nvPr/>
          </p:nvSpPr>
          <p:spPr>
            <a:xfrm>
              <a:off x="2532888" y="1243584"/>
              <a:ext cx="8394192" cy="292608"/>
            </a:xfrm>
            <a:prstGeom prst="roundRect">
              <a:avLst>
                <a:gd name="adj" fmla="val 12000"/>
              </a:avLst>
            </a:prstGeom>
            <a:solidFill>
              <a:srgbClr val="2B2F3A"/>
            </a:solidFill>
            <a:ln>
              <a:noFill/>
            </a:ln>
          </p:spPr>
          <p:txBody>
            <a:bodyPr rtlCol="0" anchor="ctr"/>
            <a:lstStyle/>
            <a:p>
              <a:pPr algn="ctr"/>
              <a:endParaRPr/>
            </a:p>
          </p:txBody>
        </p:sp>
        <p:sp>
          <p:nvSpPr>
            <p:cNvPr id="7" name="TextBox 6">
              <a:extLst>
                <a:ext uri="{FF2B5EF4-FFF2-40B4-BE49-F238E27FC236}">
                  <a16:creationId xmlns:a16="http://schemas.microsoft.com/office/drawing/2014/main" id="{78469F85-10C2-F344-6905-767DC89C05F6}"/>
                </a:ext>
              </a:extLst>
            </p:cNvPr>
            <p:cNvSpPr txBox="1"/>
            <p:nvPr/>
          </p:nvSpPr>
          <p:spPr>
            <a:xfrm>
              <a:off x="2532888" y="1243584"/>
              <a:ext cx="8394192" cy="292608"/>
            </a:xfrm>
            <a:prstGeom prst="rect">
              <a:avLst/>
            </a:prstGeom>
            <a:noFill/>
          </p:spPr>
          <p:txBody>
            <a:bodyPr wrap="none" lIns="0" tIns="0" rIns="0" bIns="0" anchor="ctr"/>
            <a:lstStyle/>
            <a:p>
              <a:pPr algn="ctr"/>
              <a:r>
                <a:rPr sz="1200" b="0">
                  <a:solidFill>
                    <a:srgbClr val="F5F7FA"/>
                  </a:solidFill>
                  <a:latin typeface="Arial"/>
                </a:rPr>
                <a:t>Lemonade</a:t>
              </a:r>
            </a:p>
          </p:txBody>
        </p:sp>
        <p:sp>
          <p:nvSpPr>
            <p:cNvPr id="8" name="Rounded Rectangle 10">
              <a:extLst>
                <a:ext uri="{FF2B5EF4-FFF2-40B4-BE49-F238E27FC236}">
                  <a16:creationId xmlns:a16="http://schemas.microsoft.com/office/drawing/2014/main" id="{0E2594FE-85D2-F98A-6F1E-4BE8C6F86A8C}"/>
                </a:ext>
              </a:extLst>
            </p:cNvPr>
            <p:cNvSpPr/>
            <p:nvPr/>
          </p:nvSpPr>
          <p:spPr>
            <a:xfrm>
              <a:off x="566928" y="1609344"/>
              <a:ext cx="1874519" cy="292608"/>
            </a:xfrm>
            <a:prstGeom prst="roundRect">
              <a:avLst>
                <a:gd name="adj" fmla="val 12000"/>
              </a:avLst>
            </a:prstGeom>
            <a:solidFill>
              <a:srgbClr val="4A5060"/>
            </a:solidFill>
            <a:ln>
              <a:noFill/>
            </a:ln>
          </p:spPr>
          <p:txBody>
            <a:bodyPr rtlCol="0" anchor="ctr"/>
            <a:lstStyle/>
            <a:p>
              <a:pPr algn="ctr"/>
              <a:endParaRPr/>
            </a:p>
          </p:txBody>
        </p:sp>
        <p:sp>
          <p:nvSpPr>
            <p:cNvPr id="9" name="TextBox 8">
              <a:extLst>
                <a:ext uri="{FF2B5EF4-FFF2-40B4-BE49-F238E27FC236}">
                  <a16:creationId xmlns:a16="http://schemas.microsoft.com/office/drawing/2014/main" id="{08A54C09-DC08-3179-83B2-DBC0AB5D7685}"/>
                </a:ext>
              </a:extLst>
            </p:cNvPr>
            <p:cNvSpPr txBox="1"/>
            <p:nvPr/>
          </p:nvSpPr>
          <p:spPr>
            <a:xfrm>
              <a:off x="566928" y="1609344"/>
              <a:ext cx="1874519" cy="292608"/>
            </a:xfrm>
            <a:prstGeom prst="rect">
              <a:avLst/>
            </a:prstGeom>
            <a:noFill/>
          </p:spPr>
          <p:txBody>
            <a:bodyPr wrap="none" lIns="0" tIns="0" rIns="0" bIns="0" anchor="ctr"/>
            <a:lstStyle/>
            <a:p>
              <a:pPr algn="ctr"/>
              <a:r>
                <a:rPr sz="1200" b="1">
                  <a:solidFill>
                    <a:srgbClr val="F5F7FA"/>
                  </a:solidFill>
                  <a:latin typeface="Arial"/>
                </a:rPr>
                <a:t>Dev + tracing</a:t>
              </a:r>
            </a:p>
          </p:txBody>
        </p:sp>
        <p:sp>
          <p:nvSpPr>
            <p:cNvPr id="10" name="Rounded Rectangle 12">
              <a:extLst>
                <a:ext uri="{FF2B5EF4-FFF2-40B4-BE49-F238E27FC236}">
                  <a16:creationId xmlns:a16="http://schemas.microsoft.com/office/drawing/2014/main" id="{40C8B440-520A-5F63-2752-3AF2CD0BDD8E}"/>
                </a:ext>
              </a:extLst>
            </p:cNvPr>
            <p:cNvSpPr/>
            <p:nvPr/>
          </p:nvSpPr>
          <p:spPr>
            <a:xfrm>
              <a:off x="2532888" y="1609344"/>
              <a:ext cx="4232453" cy="292608"/>
            </a:xfrm>
            <a:prstGeom prst="roundRect">
              <a:avLst>
                <a:gd name="adj" fmla="val 12000"/>
              </a:avLst>
            </a:prstGeom>
            <a:solidFill>
              <a:srgbClr val="2B2F3A"/>
            </a:solidFill>
            <a:ln>
              <a:noFill/>
            </a:ln>
          </p:spPr>
          <p:txBody>
            <a:bodyPr rtlCol="0" anchor="ctr"/>
            <a:lstStyle/>
            <a:p>
              <a:pPr algn="ctr"/>
              <a:endParaRPr/>
            </a:p>
          </p:txBody>
        </p:sp>
        <p:sp>
          <p:nvSpPr>
            <p:cNvPr id="11" name="TextBox 10">
              <a:extLst>
                <a:ext uri="{FF2B5EF4-FFF2-40B4-BE49-F238E27FC236}">
                  <a16:creationId xmlns:a16="http://schemas.microsoft.com/office/drawing/2014/main" id="{C9EE8C0C-97E5-B02C-CAD3-5EDF4D3391B2}"/>
                </a:ext>
              </a:extLst>
            </p:cNvPr>
            <p:cNvSpPr txBox="1"/>
            <p:nvPr/>
          </p:nvSpPr>
          <p:spPr>
            <a:xfrm>
              <a:off x="2532888" y="1609344"/>
              <a:ext cx="4232453" cy="292608"/>
            </a:xfrm>
            <a:prstGeom prst="rect">
              <a:avLst/>
            </a:prstGeom>
            <a:noFill/>
          </p:spPr>
          <p:txBody>
            <a:bodyPr wrap="none" lIns="0" tIns="0" rIns="0" bIns="0" anchor="ctr"/>
            <a:lstStyle/>
            <a:p>
              <a:pPr algn="ctr"/>
              <a:r>
                <a:rPr sz="1200" b="0">
                  <a:solidFill>
                    <a:srgbClr val="F5F7FA"/>
                  </a:solidFill>
                  <a:latin typeface="Arial"/>
                </a:rPr>
                <a:t>Agent Scope</a:t>
              </a:r>
            </a:p>
          </p:txBody>
        </p:sp>
        <p:sp>
          <p:nvSpPr>
            <p:cNvPr id="12" name="Rounded Rectangle 14">
              <a:extLst>
                <a:ext uri="{FF2B5EF4-FFF2-40B4-BE49-F238E27FC236}">
                  <a16:creationId xmlns:a16="http://schemas.microsoft.com/office/drawing/2014/main" id="{E63AD0C0-462A-9DF6-DB0B-31806D9AD8D6}"/>
                </a:ext>
              </a:extLst>
            </p:cNvPr>
            <p:cNvSpPr/>
            <p:nvPr/>
          </p:nvSpPr>
          <p:spPr>
            <a:xfrm>
              <a:off x="6838493" y="1609344"/>
              <a:ext cx="4088586" cy="292608"/>
            </a:xfrm>
            <a:prstGeom prst="roundRect">
              <a:avLst>
                <a:gd name="adj" fmla="val 12000"/>
              </a:avLst>
            </a:prstGeom>
            <a:solidFill>
              <a:srgbClr val="2B2F3A"/>
            </a:solidFill>
            <a:ln>
              <a:noFill/>
            </a:ln>
          </p:spPr>
          <p:txBody>
            <a:bodyPr rtlCol="0" anchor="ctr"/>
            <a:lstStyle/>
            <a:p>
              <a:pPr algn="ctr"/>
              <a:endParaRPr/>
            </a:p>
          </p:txBody>
        </p:sp>
        <p:sp>
          <p:nvSpPr>
            <p:cNvPr id="13" name="TextBox 12">
              <a:extLst>
                <a:ext uri="{FF2B5EF4-FFF2-40B4-BE49-F238E27FC236}">
                  <a16:creationId xmlns:a16="http://schemas.microsoft.com/office/drawing/2014/main" id="{A8B623E1-E538-83B9-2B2E-893480525315}"/>
                </a:ext>
              </a:extLst>
            </p:cNvPr>
            <p:cNvSpPr txBox="1"/>
            <p:nvPr/>
          </p:nvSpPr>
          <p:spPr>
            <a:xfrm>
              <a:off x="6838493" y="1609344"/>
              <a:ext cx="4088586" cy="292608"/>
            </a:xfrm>
            <a:prstGeom prst="rect">
              <a:avLst/>
            </a:prstGeom>
            <a:noFill/>
          </p:spPr>
          <p:txBody>
            <a:bodyPr wrap="none" lIns="0" tIns="0" rIns="0" bIns="0" anchor="ctr"/>
            <a:lstStyle/>
            <a:p>
              <a:pPr algn="ctr"/>
              <a:r>
                <a:rPr sz="1200" b="0">
                  <a:solidFill>
                    <a:srgbClr val="F5F7FA"/>
                  </a:solidFill>
                  <a:latin typeface="Arial"/>
                </a:rPr>
                <a:t>LangSmith</a:t>
              </a:r>
            </a:p>
          </p:txBody>
        </p:sp>
        <p:sp>
          <p:nvSpPr>
            <p:cNvPr id="14" name="Rounded Rectangle 16">
              <a:extLst>
                <a:ext uri="{FF2B5EF4-FFF2-40B4-BE49-F238E27FC236}">
                  <a16:creationId xmlns:a16="http://schemas.microsoft.com/office/drawing/2014/main" id="{8DB1FF75-E57D-3C93-FB18-0303E6338DB0}"/>
                </a:ext>
              </a:extLst>
            </p:cNvPr>
            <p:cNvSpPr/>
            <p:nvPr/>
          </p:nvSpPr>
          <p:spPr>
            <a:xfrm>
              <a:off x="566928" y="2066544"/>
              <a:ext cx="1874519" cy="292608"/>
            </a:xfrm>
            <a:prstGeom prst="roundRect">
              <a:avLst>
                <a:gd name="adj" fmla="val 12000"/>
              </a:avLst>
            </a:prstGeom>
            <a:solidFill>
              <a:srgbClr val="62D6A8"/>
            </a:solidFill>
            <a:ln>
              <a:noFill/>
            </a:ln>
          </p:spPr>
          <p:txBody>
            <a:bodyPr rtlCol="0" anchor="ctr"/>
            <a:lstStyle/>
            <a:p>
              <a:pPr algn="ctr"/>
              <a:endParaRPr/>
            </a:p>
          </p:txBody>
        </p:sp>
        <p:sp>
          <p:nvSpPr>
            <p:cNvPr id="15" name="TextBox 14">
              <a:extLst>
                <a:ext uri="{FF2B5EF4-FFF2-40B4-BE49-F238E27FC236}">
                  <a16:creationId xmlns:a16="http://schemas.microsoft.com/office/drawing/2014/main" id="{EB63D203-CCEA-A940-D394-ACCB9C3BEC3C}"/>
                </a:ext>
              </a:extLst>
            </p:cNvPr>
            <p:cNvSpPr txBox="1"/>
            <p:nvPr/>
          </p:nvSpPr>
          <p:spPr>
            <a:xfrm>
              <a:off x="566928" y="2066544"/>
              <a:ext cx="1874519" cy="292608"/>
            </a:xfrm>
            <a:prstGeom prst="rect">
              <a:avLst/>
            </a:prstGeom>
            <a:noFill/>
          </p:spPr>
          <p:txBody>
            <a:bodyPr wrap="none" lIns="0" tIns="0" rIns="0" bIns="0" anchor="ctr"/>
            <a:lstStyle/>
            <a:p>
              <a:pPr algn="ctr"/>
              <a:r>
                <a:rPr sz="1200" b="1" dirty="0">
                  <a:solidFill>
                    <a:srgbClr val="0B0C10"/>
                  </a:solidFill>
                  <a:latin typeface="Arial"/>
                </a:rPr>
                <a:t>Benchmarks</a:t>
              </a:r>
            </a:p>
          </p:txBody>
        </p:sp>
        <p:sp>
          <p:nvSpPr>
            <p:cNvPr id="16" name="Rounded Rectangle 18">
              <a:extLst>
                <a:ext uri="{FF2B5EF4-FFF2-40B4-BE49-F238E27FC236}">
                  <a16:creationId xmlns:a16="http://schemas.microsoft.com/office/drawing/2014/main" id="{9C35D321-065E-B302-5ABD-79E605138B9C}"/>
                </a:ext>
              </a:extLst>
            </p:cNvPr>
            <p:cNvSpPr/>
            <p:nvPr/>
          </p:nvSpPr>
          <p:spPr>
            <a:xfrm>
              <a:off x="2532888" y="2066544"/>
              <a:ext cx="2225339" cy="292608"/>
            </a:xfrm>
            <a:prstGeom prst="roundRect">
              <a:avLst>
                <a:gd name="adj" fmla="val 12000"/>
              </a:avLst>
            </a:prstGeom>
            <a:solidFill>
              <a:srgbClr val="1B5E4F"/>
            </a:solidFill>
            <a:ln>
              <a:noFill/>
            </a:ln>
          </p:spPr>
          <p:txBody>
            <a:bodyPr rtlCol="0" anchor="ctr"/>
            <a:lstStyle/>
            <a:p>
              <a:pPr algn="ctr"/>
              <a:endParaRPr/>
            </a:p>
          </p:txBody>
        </p:sp>
        <p:sp>
          <p:nvSpPr>
            <p:cNvPr id="17" name="TextBox 16">
              <a:extLst>
                <a:ext uri="{FF2B5EF4-FFF2-40B4-BE49-F238E27FC236}">
                  <a16:creationId xmlns:a16="http://schemas.microsoft.com/office/drawing/2014/main" id="{98BD9718-B667-4407-BB4F-F64A98D5C9D1}"/>
                </a:ext>
              </a:extLst>
            </p:cNvPr>
            <p:cNvSpPr txBox="1"/>
            <p:nvPr/>
          </p:nvSpPr>
          <p:spPr>
            <a:xfrm>
              <a:off x="2532888" y="2066544"/>
              <a:ext cx="2225339" cy="292608"/>
            </a:xfrm>
            <a:prstGeom prst="rect">
              <a:avLst/>
            </a:prstGeom>
            <a:noFill/>
          </p:spPr>
          <p:txBody>
            <a:bodyPr wrap="none" lIns="0" tIns="0" rIns="0" bIns="0" anchor="ctr"/>
            <a:lstStyle/>
            <a:p>
              <a:pPr algn="ctr"/>
              <a:r>
                <a:rPr sz="1200" b="0" dirty="0" err="1">
                  <a:solidFill>
                    <a:srgbClr val="F5F7FA"/>
                  </a:solidFill>
                  <a:latin typeface="Arial"/>
                </a:rPr>
                <a:t>WebVoyager</a:t>
              </a:r>
              <a:endParaRPr sz="1200" b="0" dirty="0">
                <a:solidFill>
                  <a:srgbClr val="F5F7FA"/>
                </a:solidFill>
                <a:latin typeface="Arial"/>
              </a:endParaRPr>
            </a:p>
          </p:txBody>
        </p:sp>
        <p:sp>
          <p:nvSpPr>
            <p:cNvPr id="18" name="Rounded Rectangle 20">
              <a:extLst>
                <a:ext uri="{FF2B5EF4-FFF2-40B4-BE49-F238E27FC236}">
                  <a16:creationId xmlns:a16="http://schemas.microsoft.com/office/drawing/2014/main" id="{629D7367-B246-11E5-FEE6-0099C5262DFB}"/>
                </a:ext>
              </a:extLst>
            </p:cNvPr>
            <p:cNvSpPr/>
            <p:nvPr/>
          </p:nvSpPr>
          <p:spPr>
            <a:xfrm>
              <a:off x="4831379" y="2066544"/>
              <a:ext cx="1730492" cy="292608"/>
            </a:xfrm>
            <a:prstGeom prst="roundRect">
              <a:avLst>
                <a:gd name="adj" fmla="val 12000"/>
              </a:avLst>
            </a:prstGeom>
            <a:solidFill>
              <a:srgbClr val="1B5E4F"/>
            </a:solidFill>
            <a:ln>
              <a:noFill/>
            </a:ln>
          </p:spPr>
          <p:txBody>
            <a:bodyPr rtlCol="0" anchor="ctr"/>
            <a:lstStyle/>
            <a:p>
              <a:pPr algn="ctr"/>
              <a:endParaRPr/>
            </a:p>
          </p:txBody>
        </p:sp>
        <p:sp>
          <p:nvSpPr>
            <p:cNvPr id="19" name="TextBox 18">
              <a:extLst>
                <a:ext uri="{FF2B5EF4-FFF2-40B4-BE49-F238E27FC236}">
                  <a16:creationId xmlns:a16="http://schemas.microsoft.com/office/drawing/2014/main" id="{363D03DA-1BC0-7FDE-8C7D-F98B16A68F52}"/>
                </a:ext>
              </a:extLst>
            </p:cNvPr>
            <p:cNvSpPr txBox="1"/>
            <p:nvPr/>
          </p:nvSpPr>
          <p:spPr>
            <a:xfrm>
              <a:off x="4831379" y="2066544"/>
              <a:ext cx="1730492" cy="292608"/>
            </a:xfrm>
            <a:prstGeom prst="rect">
              <a:avLst/>
            </a:prstGeom>
            <a:noFill/>
          </p:spPr>
          <p:txBody>
            <a:bodyPr wrap="none" lIns="0" tIns="0" rIns="0" bIns="0" anchor="ctr"/>
            <a:lstStyle/>
            <a:p>
              <a:pPr algn="ctr"/>
              <a:r>
                <a:rPr sz="1200" b="0">
                  <a:solidFill>
                    <a:srgbClr val="F5F7FA"/>
                  </a:solidFill>
                  <a:latin typeface="Arial"/>
                </a:rPr>
                <a:t>GAIA</a:t>
              </a:r>
            </a:p>
          </p:txBody>
        </p:sp>
        <p:sp>
          <p:nvSpPr>
            <p:cNvPr id="20" name="Rounded Rectangle 22">
              <a:extLst>
                <a:ext uri="{FF2B5EF4-FFF2-40B4-BE49-F238E27FC236}">
                  <a16:creationId xmlns:a16="http://schemas.microsoft.com/office/drawing/2014/main" id="{FE269036-766D-4CFB-4009-9E4F0FCAF26C}"/>
                </a:ext>
              </a:extLst>
            </p:cNvPr>
            <p:cNvSpPr/>
            <p:nvPr/>
          </p:nvSpPr>
          <p:spPr>
            <a:xfrm>
              <a:off x="6635023" y="2066544"/>
              <a:ext cx="2033252" cy="292608"/>
            </a:xfrm>
            <a:prstGeom prst="roundRect">
              <a:avLst>
                <a:gd name="adj" fmla="val 12000"/>
              </a:avLst>
            </a:prstGeom>
            <a:solidFill>
              <a:srgbClr val="1B5E4F"/>
            </a:solidFill>
            <a:ln>
              <a:noFill/>
            </a:ln>
          </p:spPr>
          <p:txBody>
            <a:bodyPr rtlCol="0" anchor="ctr"/>
            <a:lstStyle/>
            <a:p>
              <a:pPr algn="ctr"/>
              <a:endParaRPr/>
            </a:p>
          </p:txBody>
        </p:sp>
        <p:sp>
          <p:nvSpPr>
            <p:cNvPr id="21" name="TextBox 20">
              <a:extLst>
                <a:ext uri="{FF2B5EF4-FFF2-40B4-BE49-F238E27FC236}">
                  <a16:creationId xmlns:a16="http://schemas.microsoft.com/office/drawing/2014/main" id="{FC0ACA4F-665B-178A-274B-B6E6E98DDE3B}"/>
                </a:ext>
              </a:extLst>
            </p:cNvPr>
            <p:cNvSpPr txBox="1"/>
            <p:nvPr/>
          </p:nvSpPr>
          <p:spPr>
            <a:xfrm>
              <a:off x="6635023" y="2066544"/>
              <a:ext cx="2033252" cy="292608"/>
            </a:xfrm>
            <a:prstGeom prst="rect">
              <a:avLst/>
            </a:prstGeom>
            <a:noFill/>
          </p:spPr>
          <p:txBody>
            <a:bodyPr wrap="none" lIns="0" tIns="0" rIns="0" bIns="0" anchor="ctr"/>
            <a:lstStyle/>
            <a:p>
              <a:pPr algn="ctr"/>
              <a:r>
                <a:rPr sz="1200" b="0">
                  <a:solidFill>
                    <a:srgbClr val="F5F7FA"/>
                  </a:solidFill>
                  <a:latin typeface="Arial"/>
                </a:rPr>
                <a:t>tau-bench</a:t>
              </a:r>
            </a:p>
          </p:txBody>
        </p:sp>
        <p:sp>
          <p:nvSpPr>
            <p:cNvPr id="22" name="Rounded Rectangle 24">
              <a:extLst>
                <a:ext uri="{FF2B5EF4-FFF2-40B4-BE49-F238E27FC236}">
                  <a16:creationId xmlns:a16="http://schemas.microsoft.com/office/drawing/2014/main" id="{379CAA5F-C67F-E5E8-5288-99291863542D}"/>
                </a:ext>
              </a:extLst>
            </p:cNvPr>
            <p:cNvSpPr/>
            <p:nvPr/>
          </p:nvSpPr>
          <p:spPr>
            <a:xfrm>
              <a:off x="8741427" y="2066544"/>
              <a:ext cx="2185652" cy="292608"/>
            </a:xfrm>
            <a:prstGeom prst="roundRect">
              <a:avLst>
                <a:gd name="adj" fmla="val 12000"/>
              </a:avLst>
            </a:prstGeom>
            <a:solidFill>
              <a:srgbClr val="1B5E4F"/>
            </a:solidFill>
            <a:ln>
              <a:noFill/>
            </a:ln>
          </p:spPr>
          <p:txBody>
            <a:bodyPr rtlCol="0" anchor="ctr"/>
            <a:lstStyle/>
            <a:p>
              <a:pPr algn="ctr"/>
              <a:endParaRPr/>
            </a:p>
          </p:txBody>
        </p:sp>
        <p:sp>
          <p:nvSpPr>
            <p:cNvPr id="23" name="TextBox 22">
              <a:extLst>
                <a:ext uri="{FF2B5EF4-FFF2-40B4-BE49-F238E27FC236}">
                  <a16:creationId xmlns:a16="http://schemas.microsoft.com/office/drawing/2014/main" id="{574F19DF-E4AD-723B-3994-2F504159CAB7}"/>
                </a:ext>
              </a:extLst>
            </p:cNvPr>
            <p:cNvSpPr txBox="1"/>
            <p:nvPr/>
          </p:nvSpPr>
          <p:spPr>
            <a:xfrm>
              <a:off x="8741427" y="2066544"/>
              <a:ext cx="2185652" cy="292608"/>
            </a:xfrm>
            <a:prstGeom prst="rect">
              <a:avLst/>
            </a:prstGeom>
            <a:noFill/>
          </p:spPr>
          <p:txBody>
            <a:bodyPr wrap="none" lIns="0" tIns="0" rIns="0" bIns="0" anchor="ctr"/>
            <a:lstStyle/>
            <a:p>
              <a:pPr algn="ctr"/>
              <a:r>
                <a:rPr sz="1200" b="0">
                  <a:solidFill>
                    <a:srgbClr val="F5F7FA"/>
                  </a:solidFill>
                  <a:latin typeface="Arial"/>
                </a:rPr>
                <a:t>AgentBench</a:t>
              </a:r>
            </a:p>
          </p:txBody>
        </p:sp>
        <p:sp>
          <p:nvSpPr>
            <p:cNvPr id="24" name="Rounded Rectangle 26">
              <a:extLst>
                <a:ext uri="{FF2B5EF4-FFF2-40B4-BE49-F238E27FC236}">
                  <a16:creationId xmlns:a16="http://schemas.microsoft.com/office/drawing/2014/main" id="{184B6879-653E-C072-8028-2B9D3E15E012}"/>
                </a:ext>
              </a:extLst>
            </p:cNvPr>
            <p:cNvSpPr/>
            <p:nvPr/>
          </p:nvSpPr>
          <p:spPr>
            <a:xfrm>
              <a:off x="566928" y="2432304"/>
              <a:ext cx="1874519" cy="292608"/>
            </a:xfrm>
            <a:prstGeom prst="roundRect">
              <a:avLst>
                <a:gd name="adj" fmla="val 12000"/>
              </a:avLst>
            </a:prstGeom>
            <a:solidFill>
              <a:srgbClr val="62D6A8"/>
            </a:solidFill>
            <a:ln>
              <a:noFill/>
            </a:ln>
          </p:spPr>
          <p:txBody>
            <a:bodyPr rtlCol="0" anchor="ctr"/>
            <a:lstStyle/>
            <a:p>
              <a:pPr algn="ctr"/>
              <a:endParaRPr/>
            </a:p>
          </p:txBody>
        </p:sp>
        <p:sp>
          <p:nvSpPr>
            <p:cNvPr id="25" name="TextBox 24">
              <a:extLst>
                <a:ext uri="{FF2B5EF4-FFF2-40B4-BE49-F238E27FC236}">
                  <a16:creationId xmlns:a16="http://schemas.microsoft.com/office/drawing/2014/main" id="{349372F8-44DB-5850-0E50-7DCF1EBD12CF}"/>
                </a:ext>
              </a:extLst>
            </p:cNvPr>
            <p:cNvSpPr txBox="1"/>
            <p:nvPr/>
          </p:nvSpPr>
          <p:spPr>
            <a:xfrm>
              <a:off x="566928" y="2432304"/>
              <a:ext cx="1874519" cy="292608"/>
            </a:xfrm>
            <a:prstGeom prst="rect">
              <a:avLst/>
            </a:prstGeom>
            <a:noFill/>
          </p:spPr>
          <p:txBody>
            <a:bodyPr wrap="none" lIns="0" tIns="0" rIns="0" bIns="0" anchor="ctr"/>
            <a:lstStyle/>
            <a:p>
              <a:pPr algn="ctr"/>
              <a:r>
                <a:rPr sz="1200" b="1" dirty="0">
                  <a:solidFill>
                    <a:srgbClr val="0B0C10"/>
                  </a:solidFill>
                  <a:latin typeface="Arial"/>
                </a:rPr>
                <a:t>Profile</a:t>
              </a:r>
            </a:p>
          </p:txBody>
        </p:sp>
        <p:sp>
          <p:nvSpPr>
            <p:cNvPr id="26" name="Rounded Rectangle 28">
              <a:extLst>
                <a:ext uri="{FF2B5EF4-FFF2-40B4-BE49-F238E27FC236}">
                  <a16:creationId xmlns:a16="http://schemas.microsoft.com/office/drawing/2014/main" id="{26586C0F-93C2-F89F-7AE5-2F32262A9DF3}"/>
                </a:ext>
              </a:extLst>
            </p:cNvPr>
            <p:cNvSpPr/>
            <p:nvPr/>
          </p:nvSpPr>
          <p:spPr>
            <a:xfrm>
              <a:off x="2532888" y="2432304"/>
              <a:ext cx="3368799" cy="292608"/>
            </a:xfrm>
            <a:prstGeom prst="roundRect">
              <a:avLst>
                <a:gd name="adj" fmla="val 12000"/>
              </a:avLst>
            </a:prstGeom>
            <a:solidFill>
              <a:srgbClr val="1B5E4F"/>
            </a:solidFill>
            <a:ln>
              <a:noFill/>
            </a:ln>
          </p:spPr>
          <p:txBody>
            <a:bodyPr rtlCol="0" anchor="ctr"/>
            <a:lstStyle/>
            <a:p>
              <a:pPr algn="ctr"/>
              <a:endParaRPr/>
            </a:p>
          </p:txBody>
        </p:sp>
        <p:sp>
          <p:nvSpPr>
            <p:cNvPr id="27" name="TextBox 26">
              <a:extLst>
                <a:ext uri="{FF2B5EF4-FFF2-40B4-BE49-F238E27FC236}">
                  <a16:creationId xmlns:a16="http://schemas.microsoft.com/office/drawing/2014/main" id="{4E4FE5D9-B944-D954-AA7C-CFAEE4A72452}"/>
                </a:ext>
              </a:extLst>
            </p:cNvPr>
            <p:cNvSpPr txBox="1"/>
            <p:nvPr/>
          </p:nvSpPr>
          <p:spPr>
            <a:xfrm>
              <a:off x="2532888" y="2432304"/>
              <a:ext cx="3368799" cy="292608"/>
            </a:xfrm>
            <a:prstGeom prst="rect">
              <a:avLst/>
            </a:prstGeom>
            <a:noFill/>
          </p:spPr>
          <p:txBody>
            <a:bodyPr wrap="none" lIns="0" tIns="0" rIns="0" bIns="0" anchor="ctr"/>
            <a:lstStyle/>
            <a:p>
              <a:pPr algn="ctr"/>
              <a:r>
                <a:rPr sz="1200" b="0">
                  <a:solidFill>
                    <a:srgbClr val="F5F7FA"/>
                  </a:solidFill>
                  <a:latin typeface="Arial"/>
                </a:rPr>
                <a:t>Trace record + replay</a:t>
              </a:r>
            </a:p>
          </p:txBody>
        </p:sp>
        <p:sp>
          <p:nvSpPr>
            <p:cNvPr id="28" name="Rounded Rectangle 30">
              <a:extLst>
                <a:ext uri="{FF2B5EF4-FFF2-40B4-BE49-F238E27FC236}">
                  <a16:creationId xmlns:a16="http://schemas.microsoft.com/office/drawing/2014/main" id="{51BEAA07-09DA-3C05-37CB-FE0FAEA90ACF}"/>
                </a:ext>
              </a:extLst>
            </p:cNvPr>
            <p:cNvSpPr/>
            <p:nvPr/>
          </p:nvSpPr>
          <p:spPr>
            <a:xfrm>
              <a:off x="5974839" y="2432304"/>
              <a:ext cx="2582391" cy="292608"/>
            </a:xfrm>
            <a:prstGeom prst="roundRect">
              <a:avLst>
                <a:gd name="adj" fmla="val 12000"/>
              </a:avLst>
            </a:prstGeom>
            <a:solidFill>
              <a:srgbClr val="1B5E4F"/>
            </a:solidFill>
            <a:ln>
              <a:noFill/>
            </a:ln>
          </p:spPr>
          <p:txBody>
            <a:bodyPr rtlCol="0" anchor="ctr"/>
            <a:lstStyle/>
            <a:p>
              <a:pPr algn="ctr"/>
              <a:endParaRPr/>
            </a:p>
          </p:txBody>
        </p:sp>
        <p:sp>
          <p:nvSpPr>
            <p:cNvPr id="29" name="TextBox 28">
              <a:extLst>
                <a:ext uri="{FF2B5EF4-FFF2-40B4-BE49-F238E27FC236}">
                  <a16:creationId xmlns:a16="http://schemas.microsoft.com/office/drawing/2014/main" id="{32F8DB5C-19DE-B07B-88F2-981457C6545E}"/>
                </a:ext>
              </a:extLst>
            </p:cNvPr>
            <p:cNvSpPr txBox="1"/>
            <p:nvPr/>
          </p:nvSpPr>
          <p:spPr>
            <a:xfrm>
              <a:off x="5974839" y="2432304"/>
              <a:ext cx="2582391" cy="292608"/>
            </a:xfrm>
            <a:prstGeom prst="rect">
              <a:avLst/>
            </a:prstGeom>
            <a:noFill/>
          </p:spPr>
          <p:txBody>
            <a:bodyPr wrap="none" lIns="0" tIns="0" rIns="0" bIns="0" anchor="ctr"/>
            <a:lstStyle/>
            <a:p>
              <a:pPr algn="ctr"/>
              <a:r>
                <a:rPr sz="1200" b="0">
                  <a:solidFill>
                    <a:srgbClr val="F5F7FA"/>
                  </a:solidFill>
                  <a:latin typeface="Arial"/>
                </a:rPr>
                <a:t>Telemetry</a:t>
              </a:r>
            </a:p>
          </p:txBody>
        </p:sp>
        <p:sp>
          <p:nvSpPr>
            <p:cNvPr id="30" name="Rounded Rectangle 32">
              <a:extLst>
                <a:ext uri="{FF2B5EF4-FFF2-40B4-BE49-F238E27FC236}">
                  <a16:creationId xmlns:a16="http://schemas.microsoft.com/office/drawing/2014/main" id="{297EA7CC-58D8-E904-A195-02C1CB47B048}"/>
                </a:ext>
              </a:extLst>
            </p:cNvPr>
            <p:cNvSpPr/>
            <p:nvPr/>
          </p:nvSpPr>
          <p:spPr>
            <a:xfrm>
              <a:off x="8630382" y="2432304"/>
              <a:ext cx="2296697" cy="292608"/>
            </a:xfrm>
            <a:prstGeom prst="roundRect">
              <a:avLst>
                <a:gd name="adj" fmla="val 12000"/>
              </a:avLst>
            </a:prstGeom>
            <a:solidFill>
              <a:srgbClr val="1B5E4F"/>
            </a:solidFill>
            <a:ln>
              <a:noFill/>
            </a:ln>
          </p:spPr>
          <p:txBody>
            <a:bodyPr rtlCol="0" anchor="ctr"/>
            <a:lstStyle/>
            <a:p>
              <a:pPr algn="ctr"/>
              <a:endParaRPr/>
            </a:p>
          </p:txBody>
        </p:sp>
        <p:sp>
          <p:nvSpPr>
            <p:cNvPr id="31" name="TextBox 30">
              <a:extLst>
                <a:ext uri="{FF2B5EF4-FFF2-40B4-BE49-F238E27FC236}">
                  <a16:creationId xmlns:a16="http://schemas.microsoft.com/office/drawing/2014/main" id="{7EC8D331-42FF-4275-9D8E-937D8863CE1F}"/>
                </a:ext>
              </a:extLst>
            </p:cNvPr>
            <p:cNvSpPr txBox="1"/>
            <p:nvPr/>
          </p:nvSpPr>
          <p:spPr>
            <a:xfrm>
              <a:off x="8630382" y="2432304"/>
              <a:ext cx="2296697" cy="292608"/>
            </a:xfrm>
            <a:prstGeom prst="rect">
              <a:avLst/>
            </a:prstGeom>
            <a:noFill/>
          </p:spPr>
          <p:txBody>
            <a:bodyPr wrap="none" lIns="0" tIns="0" rIns="0" bIns="0" anchor="ctr"/>
            <a:lstStyle/>
            <a:p>
              <a:pPr algn="ctr"/>
              <a:r>
                <a:rPr sz="1200" b="0">
                  <a:solidFill>
                    <a:srgbClr val="F5F7FA"/>
                  </a:solidFill>
                  <a:latin typeface="Arial"/>
                </a:rPr>
                <a:t>uProf</a:t>
              </a:r>
            </a:p>
          </p:txBody>
        </p:sp>
        <p:sp>
          <p:nvSpPr>
            <p:cNvPr id="32" name="Rounded Rectangle 34">
              <a:extLst>
                <a:ext uri="{FF2B5EF4-FFF2-40B4-BE49-F238E27FC236}">
                  <a16:creationId xmlns:a16="http://schemas.microsoft.com/office/drawing/2014/main" id="{ACAFC7ED-52B5-F11B-D10F-B720FBF44AAA}"/>
                </a:ext>
              </a:extLst>
            </p:cNvPr>
            <p:cNvSpPr/>
            <p:nvPr/>
          </p:nvSpPr>
          <p:spPr>
            <a:xfrm>
              <a:off x="566928" y="2798064"/>
              <a:ext cx="1874519" cy="292608"/>
            </a:xfrm>
            <a:prstGeom prst="roundRect">
              <a:avLst>
                <a:gd name="adj" fmla="val 12000"/>
              </a:avLst>
            </a:prstGeom>
            <a:solidFill>
              <a:srgbClr val="62D6A8"/>
            </a:solidFill>
            <a:ln>
              <a:noFill/>
            </a:ln>
          </p:spPr>
          <p:txBody>
            <a:bodyPr rtlCol="0" anchor="ctr"/>
            <a:lstStyle/>
            <a:p>
              <a:pPr algn="ctr"/>
              <a:endParaRPr/>
            </a:p>
          </p:txBody>
        </p:sp>
        <p:sp>
          <p:nvSpPr>
            <p:cNvPr id="33" name="TextBox 32">
              <a:extLst>
                <a:ext uri="{FF2B5EF4-FFF2-40B4-BE49-F238E27FC236}">
                  <a16:creationId xmlns:a16="http://schemas.microsoft.com/office/drawing/2014/main" id="{83DD4078-EF71-11DD-8630-DA3572F344C8}"/>
                </a:ext>
              </a:extLst>
            </p:cNvPr>
            <p:cNvSpPr txBox="1"/>
            <p:nvPr/>
          </p:nvSpPr>
          <p:spPr>
            <a:xfrm>
              <a:off x="566928" y="2798064"/>
              <a:ext cx="1874519" cy="292608"/>
            </a:xfrm>
            <a:prstGeom prst="rect">
              <a:avLst/>
            </a:prstGeom>
            <a:noFill/>
          </p:spPr>
          <p:txBody>
            <a:bodyPr wrap="none" lIns="0" tIns="0" rIns="0" bIns="0" anchor="ctr"/>
            <a:lstStyle/>
            <a:p>
              <a:pPr algn="ctr"/>
              <a:r>
                <a:rPr sz="1200" b="1">
                  <a:solidFill>
                    <a:srgbClr val="0B0C10"/>
                  </a:solidFill>
                  <a:latin typeface="Arial"/>
                </a:rPr>
                <a:t>Agent</a:t>
              </a:r>
            </a:p>
          </p:txBody>
        </p:sp>
        <p:sp>
          <p:nvSpPr>
            <p:cNvPr id="34" name="Rounded Rectangle 36">
              <a:extLst>
                <a:ext uri="{FF2B5EF4-FFF2-40B4-BE49-F238E27FC236}">
                  <a16:creationId xmlns:a16="http://schemas.microsoft.com/office/drawing/2014/main" id="{95A7035A-A6DC-6E32-7D7D-55512B0765C4}"/>
                </a:ext>
              </a:extLst>
            </p:cNvPr>
            <p:cNvSpPr/>
            <p:nvPr/>
          </p:nvSpPr>
          <p:spPr>
            <a:xfrm>
              <a:off x="2532888" y="2798064"/>
              <a:ext cx="8394192" cy="292608"/>
            </a:xfrm>
            <a:prstGeom prst="roundRect">
              <a:avLst>
                <a:gd name="adj" fmla="val 12000"/>
              </a:avLst>
            </a:prstGeom>
            <a:solidFill>
              <a:srgbClr val="1B5E4F"/>
            </a:solidFill>
            <a:ln>
              <a:noFill/>
            </a:ln>
          </p:spPr>
          <p:txBody>
            <a:bodyPr rtlCol="0" anchor="ctr"/>
            <a:lstStyle/>
            <a:p>
              <a:pPr algn="ctr"/>
              <a:endParaRPr/>
            </a:p>
          </p:txBody>
        </p:sp>
        <p:sp>
          <p:nvSpPr>
            <p:cNvPr id="35" name="TextBox 34">
              <a:extLst>
                <a:ext uri="{FF2B5EF4-FFF2-40B4-BE49-F238E27FC236}">
                  <a16:creationId xmlns:a16="http://schemas.microsoft.com/office/drawing/2014/main" id="{D8FAE6C0-FF1E-9AD9-3F85-5031BA6C50E2}"/>
                </a:ext>
              </a:extLst>
            </p:cNvPr>
            <p:cNvSpPr txBox="1"/>
            <p:nvPr/>
          </p:nvSpPr>
          <p:spPr>
            <a:xfrm>
              <a:off x="2532888" y="2798064"/>
              <a:ext cx="8394192" cy="292608"/>
            </a:xfrm>
            <a:prstGeom prst="rect">
              <a:avLst/>
            </a:prstGeom>
            <a:noFill/>
          </p:spPr>
          <p:txBody>
            <a:bodyPr wrap="none" lIns="0" tIns="0" rIns="0" bIns="0" anchor="ctr"/>
            <a:lstStyle/>
            <a:p>
              <a:pPr algn="ctr"/>
              <a:r>
                <a:rPr sz="1200" b="0">
                  <a:solidFill>
                    <a:srgbClr val="F5F7FA"/>
                  </a:solidFill>
                  <a:latin typeface="Arial"/>
                </a:rPr>
                <a:t>LangGraph</a:t>
              </a:r>
            </a:p>
          </p:txBody>
        </p:sp>
        <p:sp>
          <p:nvSpPr>
            <p:cNvPr id="36" name="Rounded Rectangle 38">
              <a:extLst>
                <a:ext uri="{FF2B5EF4-FFF2-40B4-BE49-F238E27FC236}">
                  <a16:creationId xmlns:a16="http://schemas.microsoft.com/office/drawing/2014/main" id="{F7015E2C-1293-C628-80B6-6BE4B8A21230}"/>
                </a:ext>
              </a:extLst>
            </p:cNvPr>
            <p:cNvSpPr/>
            <p:nvPr/>
          </p:nvSpPr>
          <p:spPr>
            <a:xfrm>
              <a:off x="566928" y="3163824"/>
              <a:ext cx="1874519" cy="292608"/>
            </a:xfrm>
            <a:prstGeom prst="roundRect">
              <a:avLst>
                <a:gd name="adj" fmla="val 12000"/>
              </a:avLst>
            </a:prstGeom>
            <a:solidFill>
              <a:srgbClr val="62D6A8"/>
            </a:solidFill>
            <a:ln>
              <a:noFill/>
            </a:ln>
          </p:spPr>
          <p:txBody>
            <a:bodyPr rtlCol="0" anchor="ctr"/>
            <a:lstStyle/>
            <a:p>
              <a:pPr algn="ctr"/>
              <a:endParaRPr/>
            </a:p>
          </p:txBody>
        </p:sp>
        <p:sp>
          <p:nvSpPr>
            <p:cNvPr id="37" name="TextBox 36">
              <a:extLst>
                <a:ext uri="{FF2B5EF4-FFF2-40B4-BE49-F238E27FC236}">
                  <a16:creationId xmlns:a16="http://schemas.microsoft.com/office/drawing/2014/main" id="{8FC200EE-5920-AD22-084B-1C373AB7E4FB}"/>
                </a:ext>
              </a:extLst>
            </p:cNvPr>
            <p:cNvSpPr txBox="1"/>
            <p:nvPr/>
          </p:nvSpPr>
          <p:spPr>
            <a:xfrm>
              <a:off x="566928" y="3163824"/>
              <a:ext cx="1874519" cy="292608"/>
            </a:xfrm>
            <a:prstGeom prst="rect">
              <a:avLst/>
            </a:prstGeom>
            <a:noFill/>
          </p:spPr>
          <p:txBody>
            <a:bodyPr wrap="none" lIns="0" tIns="0" rIns="0" bIns="0" anchor="ctr"/>
            <a:lstStyle/>
            <a:p>
              <a:pPr algn="ctr"/>
              <a:r>
                <a:rPr sz="1200" b="1">
                  <a:solidFill>
                    <a:srgbClr val="0B0C10"/>
                  </a:solidFill>
                  <a:latin typeface="Arial"/>
                </a:rPr>
                <a:t>Tool optimizations</a:t>
              </a:r>
            </a:p>
          </p:txBody>
        </p:sp>
        <p:sp>
          <p:nvSpPr>
            <p:cNvPr id="38" name="Rounded Rectangle 40">
              <a:extLst>
                <a:ext uri="{FF2B5EF4-FFF2-40B4-BE49-F238E27FC236}">
                  <a16:creationId xmlns:a16="http://schemas.microsoft.com/office/drawing/2014/main" id="{E67FC0F7-1A24-B596-9AED-F0FEF93B6D29}"/>
                </a:ext>
              </a:extLst>
            </p:cNvPr>
            <p:cNvSpPr/>
            <p:nvPr/>
          </p:nvSpPr>
          <p:spPr>
            <a:xfrm>
              <a:off x="2532888" y="3163824"/>
              <a:ext cx="2230116" cy="292608"/>
            </a:xfrm>
            <a:prstGeom prst="roundRect">
              <a:avLst>
                <a:gd name="adj" fmla="val 12000"/>
              </a:avLst>
            </a:prstGeom>
            <a:solidFill>
              <a:srgbClr val="1B5E4F"/>
            </a:solidFill>
            <a:ln>
              <a:noFill/>
            </a:ln>
          </p:spPr>
          <p:txBody>
            <a:bodyPr rtlCol="0" anchor="ctr"/>
            <a:lstStyle/>
            <a:p>
              <a:pPr algn="ctr"/>
              <a:endParaRPr/>
            </a:p>
          </p:txBody>
        </p:sp>
        <p:sp>
          <p:nvSpPr>
            <p:cNvPr id="39" name="TextBox 38">
              <a:extLst>
                <a:ext uri="{FF2B5EF4-FFF2-40B4-BE49-F238E27FC236}">
                  <a16:creationId xmlns:a16="http://schemas.microsoft.com/office/drawing/2014/main" id="{63BAF41D-FCB7-5293-C51D-8DDBC6F862C2}"/>
                </a:ext>
              </a:extLst>
            </p:cNvPr>
            <p:cNvSpPr txBox="1"/>
            <p:nvPr/>
          </p:nvSpPr>
          <p:spPr>
            <a:xfrm>
              <a:off x="2532888" y="3163824"/>
              <a:ext cx="2230116" cy="292608"/>
            </a:xfrm>
            <a:prstGeom prst="rect">
              <a:avLst/>
            </a:prstGeom>
            <a:noFill/>
          </p:spPr>
          <p:txBody>
            <a:bodyPr wrap="none" lIns="0" tIns="0" rIns="0" bIns="0" anchor="ctr"/>
            <a:lstStyle/>
            <a:p>
              <a:pPr algn="ctr"/>
              <a:r>
                <a:rPr sz="1200" b="0">
                  <a:solidFill>
                    <a:srgbClr val="F5F7FA"/>
                  </a:solidFill>
                  <a:latin typeface="Arial"/>
                </a:rPr>
                <a:t>Vectorization</a:t>
              </a:r>
            </a:p>
          </p:txBody>
        </p:sp>
        <p:sp>
          <p:nvSpPr>
            <p:cNvPr id="40" name="Rounded Rectangle 42">
              <a:extLst>
                <a:ext uri="{FF2B5EF4-FFF2-40B4-BE49-F238E27FC236}">
                  <a16:creationId xmlns:a16="http://schemas.microsoft.com/office/drawing/2014/main" id="{9873E1DD-DF16-1114-B87A-5BDBA9D871E6}"/>
                </a:ext>
              </a:extLst>
            </p:cNvPr>
            <p:cNvSpPr/>
            <p:nvPr/>
          </p:nvSpPr>
          <p:spPr>
            <a:xfrm>
              <a:off x="4836156" y="3163824"/>
              <a:ext cx="1916584" cy="292608"/>
            </a:xfrm>
            <a:prstGeom prst="roundRect">
              <a:avLst>
                <a:gd name="adj" fmla="val 12000"/>
              </a:avLst>
            </a:prstGeom>
            <a:solidFill>
              <a:srgbClr val="1B5E4F"/>
            </a:solidFill>
            <a:ln>
              <a:noFill/>
            </a:ln>
          </p:spPr>
          <p:txBody>
            <a:bodyPr rtlCol="0" anchor="ctr"/>
            <a:lstStyle/>
            <a:p>
              <a:pPr algn="ctr"/>
              <a:endParaRPr/>
            </a:p>
          </p:txBody>
        </p:sp>
        <p:sp>
          <p:nvSpPr>
            <p:cNvPr id="41" name="TextBox 40">
              <a:extLst>
                <a:ext uri="{FF2B5EF4-FFF2-40B4-BE49-F238E27FC236}">
                  <a16:creationId xmlns:a16="http://schemas.microsoft.com/office/drawing/2014/main" id="{C32D1FD9-1362-2848-0E49-D0EB3F09F566}"/>
                </a:ext>
              </a:extLst>
            </p:cNvPr>
            <p:cNvSpPr txBox="1"/>
            <p:nvPr/>
          </p:nvSpPr>
          <p:spPr>
            <a:xfrm>
              <a:off x="4836156" y="3163824"/>
              <a:ext cx="1916584" cy="292608"/>
            </a:xfrm>
            <a:prstGeom prst="rect">
              <a:avLst/>
            </a:prstGeom>
            <a:noFill/>
          </p:spPr>
          <p:txBody>
            <a:bodyPr wrap="none" lIns="0" tIns="0" rIns="0" bIns="0" anchor="ctr"/>
            <a:lstStyle/>
            <a:p>
              <a:pPr algn="ctr"/>
              <a:r>
                <a:rPr sz="1200" b="0">
                  <a:solidFill>
                    <a:srgbClr val="F5F7FA"/>
                  </a:solidFill>
                  <a:latin typeface="Arial"/>
                </a:rPr>
                <a:t>Batched</a:t>
              </a:r>
            </a:p>
          </p:txBody>
        </p:sp>
        <p:sp>
          <p:nvSpPr>
            <p:cNvPr id="42" name="Rounded Rectangle 44">
              <a:extLst>
                <a:ext uri="{FF2B5EF4-FFF2-40B4-BE49-F238E27FC236}">
                  <a16:creationId xmlns:a16="http://schemas.microsoft.com/office/drawing/2014/main" id="{4EA5C091-7206-255B-178B-6FEDBAC33E89}"/>
                </a:ext>
              </a:extLst>
            </p:cNvPr>
            <p:cNvSpPr/>
            <p:nvPr/>
          </p:nvSpPr>
          <p:spPr>
            <a:xfrm>
              <a:off x="6825892" y="3163824"/>
              <a:ext cx="1899717" cy="292608"/>
            </a:xfrm>
            <a:prstGeom prst="roundRect">
              <a:avLst>
                <a:gd name="adj" fmla="val 12000"/>
              </a:avLst>
            </a:prstGeom>
            <a:solidFill>
              <a:srgbClr val="1B5E4F"/>
            </a:solidFill>
            <a:ln>
              <a:noFill/>
            </a:ln>
          </p:spPr>
          <p:txBody>
            <a:bodyPr rtlCol="0" anchor="ctr"/>
            <a:lstStyle/>
            <a:p>
              <a:pPr algn="ctr"/>
              <a:endParaRPr/>
            </a:p>
          </p:txBody>
        </p:sp>
        <p:sp>
          <p:nvSpPr>
            <p:cNvPr id="43" name="TextBox 42">
              <a:extLst>
                <a:ext uri="{FF2B5EF4-FFF2-40B4-BE49-F238E27FC236}">
                  <a16:creationId xmlns:a16="http://schemas.microsoft.com/office/drawing/2014/main" id="{B3782ACB-EFE5-2C89-4D1B-DEE52A7182B8}"/>
                </a:ext>
              </a:extLst>
            </p:cNvPr>
            <p:cNvSpPr txBox="1"/>
            <p:nvPr/>
          </p:nvSpPr>
          <p:spPr>
            <a:xfrm>
              <a:off x="6825892" y="3163824"/>
              <a:ext cx="1899717" cy="292608"/>
            </a:xfrm>
            <a:prstGeom prst="rect">
              <a:avLst/>
            </a:prstGeom>
            <a:noFill/>
          </p:spPr>
          <p:txBody>
            <a:bodyPr wrap="none" lIns="0" tIns="0" rIns="0" bIns="0" anchor="ctr"/>
            <a:lstStyle/>
            <a:p>
              <a:pPr algn="ctr"/>
              <a:r>
                <a:rPr sz="1200" b="0">
                  <a:solidFill>
                    <a:srgbClr val="F5F7FA"/>
                  </a:solidFill>
                  <a:latin typeface="Arial"/>
                </a:rPr>
                <a:t>Filtering</a:t>
              </a:r>
            </a:p>
          </p:txBody>
        </p:sp>
        <p:sp>
          <p:nvSpPr>
            <p:cNvPr id="44" name="Rounded Rectangle 46">
              <a:extLst>
                <a:ext uri="{FF2B5EF4-FFF2-40B4-BE49-F238E27FC236}">
                  <a16:creationId xmlns:a16="http://schemas.microsoft.com/office/drawing/2014/main" id="{A477ACA5-F2DD-109B-FC5D-4A1CB50523B4}"/>
                </a:ext>
              </a:extLst>
            </p:cNvPr>
            <p:cNvSpPr/>
            <p:nvPr/>
          </p:nvSpPr>
          <p:spPr>
            <a:xfrm>
              <a:off x="8798762" y="3163824"/>
              <a:ext cx="2128317" cy="292608"/>
            </a:xfrm>
            <a:prstGeom prst="roundRect">
              <a:avLst>
                <a:gd name="adj" fmla="val 12000"/>
              </a:avLst>
            </a:prstGeom>
            <a:solidFill>
              <a:srgbClr val="1B5E4F"/>
            </a:solidFill>
            <a:ln>
              <a:noFill/>
            </a:ln>
          </p:spPr>
          <p:txBody>
            <a:bodyPr rtlCol="0" anchor="ctr"/>
            <a:lstStyle/>
            <a:p>
              <a:pPr algn="ctr"/>
              <a:endParaRPr/>
            </a:p>
          </p:txBody>
        </p:sp>
        <p:sp>
          <p:nvSpPr>
            <p:cNvPr id="45" name="TextBox 44">
              <a:extLst>
                <a:ext uri="{FF2B5EF4-FFF2-40B4-BE49-F238E27FC236}">
                  <a16:creationId xmlns:a16="http://schemas.microsoft.com/office/drawing/2014/main" id="{1BCC7BE3-4259-D769-CD28-6F4BA815D9FF}"/>
                </a:ext>
              </a:extLst>
            </p:cNvPr>
            <p:cNvSpPr txBox="1"/>
            <p:nvPr/>
          </p:nvSpPr>
          <p:spPr>
            <a:xfrm>
              <a:off x="8798762" y="3163824"/>
              <a:ext cx="2128317" cy="292608"/>
            </a:xfrm>
            <a:prstGeom prst="rect">
              <a:avLst/>
            </a:prstGeom>
            <a:noFill/>
          </p:spPr>
          <p:txBody>
            <a:bodyPr wrap="none" lIns="0" tIns="0" rIns="0" bIns="0" anchor="ctr"/>
            <a:lstStyle/>
            <a:p>
              <a:pPr algn="ctr"/>
              <a:r>
                <a:rPr sz="1200" b="0">
                  <a:solidFill>
                    <a:srgbClr val="F5F7FA"/>
                  </a:solidFill>
                  <a:latin typeface="Arial"/>
                </a:rPr>
                <a:t>Data layout</a:t>
              </a:r>
            </a:p>
          </p:txBody>
        </p:sp>
        <p:sp>
          <p:nvSpPr>
            <p:cNvPr id="46" name="Rounded Rectangle 48">
              <a:extLst>
                <a:ext uri="{FF2B5EF4-FFF2-40B4-BE49-F238E27FC236}">
                  <a16:creationId xmlns:a16="http://schemas.microsoft.com/office/drawing/2014/main" id="{AB687DCE-4F00-405C-3966-B738BF1190BD}"/>
                </a:ext>
              </a:extLst>
            </p:cNvPr>
            <p:cNvSpPr/>
            <p:nvPr/>
          </p:nvSpPr>
          <p:spPr>
            <a:xfrm>
              <a:off x="566928" y="3529584"/>
              <a:ext cx="1874519" cy="292608"/>
            </a:xfrm>
            <a:prstGeom prst="roundRect">
              <a:avLst>
                <a:gd name="adj" fmla="val 12000"/>
              </a:avLst>
            </a:prstGeom>
            <a:solidFill>
              <a:srgbClr val="62D6A8"/>
            </a:solidFill>
            <a:ln>
              <a:noFill/>
            </a:ln>
          </p:spPr>
          <p:txBody>
            <a:bodyPr rtlCol="0" anchor="ctr"/>
            <a:lstStyle/>
            <a:p>
              <a:pPr algn="ctr"/>
              <a:endParaRPr/>
            </a:p>
          </p:txBody>
        </p:sp>
        <p:sp>
          <p:nvSpPr>
            <p:cNvPr id="47" name="TextBox 46">
              <a:extLst>
                <a:ext uri="{FF2B5EF4-FFF2-40B4-BE49-F238E27FC236}">
                  <a16:creationId xmlns:a16="http://schemas.microsoft.com/office/drawing/2014/main" id="{C447C638-F8B8-8CCC-8A1C-4744DEB9FF6D}"/>
                </a:ext>
              </a:extLst>
            </p:cNvPr>
            <p:cNvSpPr txBox="1"/>
            <p:nvPr/>
          </p:nvSpPr>
          <p:spPr>
            <a:xfrm>
              <a:off x="566928" y="3529584"/>
              <a:ext cx="1874519" cy="292608"/>
            </a:xfrm>
            <a:prstGeom prst="rect">
              <a:avLst/>
            </a:prstGeom>
            <a:noFill/>
          </p:spPr>
          <p:txBody>
            <a:bodyPr wrap="none" lIns="0" tIns="0" rIns="0" bIns="0" anchor="ctr"/>
            <a:lstStyle/>
            <a:p>
              <a:pPr algn="ctr"/>
              <a:r>
                <a:rPr sz="1200" b="1">
                  <a:solidFill>
                    <a:srgbClr val="0B0C10"/>
                  </a:solidFill>
                  <a:latin typeface="Arial"/>
                </a:rPr>
                <a:t>Efficiency</a:t>
              </a:r>
            </a:p>
          </p:txBody>
        </p:sp>
        <p:sp>
          <p:nvSpPr>
            <p:cNvPr id="48" name="Rounded Rectangle 50">
              <a:extLst>
                <a:ext uri="{FF2B5EF4-FFF2-40B4-BE49-F238E27FC236}">
                  <a16:creationId xmlns:a16="http://schemas.microsoft.com/office/drawing/2014/main" id="{28A968B3-1C27-8C16-AC2B-2B20F7026B40}"/>
                </a:ext>
              </a:extLst>
            </p:cNvPr>
            <p:cNvSpPr/>
            <p:nvPr/>
          </p:nvSpPr>
          <p:spPr>
            <a:xfrm>
              <a:off x="2532888" y="3529584"/>
              <a:ext cx="2122564" cy="292608"/>
            </a:xfrm>
            <a:prstGeom prst="roundRect">
              <a:avLst>
                <a:gd name="adj" fmla="val 12000"/>
              </a:avLst>
            </a:prstGeom>
            <a:solidFill>
              <a:srgbClr val="1B5E4F"/>
            </a:solidFill>
            <a:ln>
              <a:noFill/>
            </a:ln>
          </p:spPr>
          <p:txBody>
            <a:bodyPr rtlCol="0" anchor="ctr"/>
            <a:lstStyle/>
            <a:p>
              <a:pPr algn="ctr"/>
              <a:endParaRPr/>
            </a:p>
          </p:txBody>
        </p:sp>
        <p:sp>
          <p:nvSpPr>
            <p:cNvPr id="49" name="TextBox 48">
              <a:extLst>
                <a:ext uri="{FF2B5EF4-FFF2-40B4-BE49-F238E27FC236}">
                  <a16:creationId xmlns:a16="http://schemas.microsoft.com/office/drawing/2014/main" id="{C90E4CD2-6FFA-10A9-A5D4-C023DBA24C82}"/>
                </a:ext>
              </a:extLst>
            </p:cNvPr>
            <p:cNvSpPr txBox="1"/>
            <p:nvPr/>
          </p:nvSpPr>
          <p:spPr>
            <a:xfrm>
              <a:off x="2532888" y="3529584"/>
              <a:ext cx="2122564" cy="292608"/>
            </a:xfrm>
            <a:prstGeom prst="rect">
              <a:avLst/>
            </a:prstGeom>
            <a:noFill/>
          </p:spPr>
          <p:txBody>
            <a:bodyPr wrap="none" lIns="0" tIns="0" rIns="0" bIns="0" anchor="ctr"/>
            <a:lstStyle/>
            <a:p>
              <a:pPr algn="ctr"/>
              <a:r>
                <a:rPr sz="1200" b="0">
                  <a:solidFill>
                    <a:srgbClr val="F5F7FA"/>
                  </a:solidFill>
                  <a:latin typeface="Arial"/>
                </a:rPr>
                <a:t>RoleKV</a:t>
              </a:r>
            </a:p>
          </p:txBody>
        </p:sp>
        <p:sp>
          <p:nvSpPr>
            <p:cNvPr id="50" name="Rounded Rectangle 52">
              <a:extLst>
                <a:ext uri="{FF2B5EF4-FFF2-40B4-BE49-F238E27FC236}">
                  <a16:creationId xmlns:a16="http://schemas.microsoft.com/office/drawing/2014/main" id="{BE6003BF-68A6-9C96-4B9E-5498A198F4E7}"/>
                </a:ext>
              </a:extLst>
            </p:cNvPr>
            <p:cNvSpPr/>
            <p:nvPr/>
          </p:nvSpPr>
          <p:spPr>
            <a:xfrm>
              <a:off x="4728604" y="3529584"/>
              <a:ext cx="3376093" cy="292608"/>
            </a:xfrm>
            <a:prstGeom prst="roundRect">
              <a:avLst>
                <a:gd name="adj" fmla="val 12000"/>
              </a:avLst>
            </a:prstGeom>
            <a:solidFill>
              <a:srgbClr val="1B5E4F"/>
            </a:solidFill>
            <a:ln>
              <a:noFill/>
            </a:ln>
          </p:spPr>
          <p:txBody>
            <a:bodyPr rtlCol="0" anchor="ctr"/>
            <a:lstStyle/>
            <a:p>
              <a:pPr algn="ctr"/>
              <a:endParaRPr/>
            </a:p>
          </p:txBody>
        </p:sp>
        <p:sp>
          <p:nvSpPr>
            <p:cNvPr id="51" name="TextBox 50">
              <a:extLst>
                <a:ext uri="{FF2B5EF4-FFF2-40B4-BE49-F238E27FC236}">
                  <a16:creationId xmlns:a16="http://schemas.microsoft.com/office/drawing/2014/main" id="{B1025A63-739A-9FA8-E7BE-C1992BC55628}"/>
                </a:ext>
              </a:extLst>
            </p:cNvPr>
            <p:cNvSpPr txBox="1"/>
            <p:nvPr/>
          </p:nvSpPr>
          <p:spPr>
            <a:xfrm>
              <a:off x="4728604" y="3529584"/>
              <a:ext cx="3376093" cy="292608"/>
            </a:xfrm>
            <a:prstGeom prst="rect">
              <a:avLst/>
            </a:prstGeom>
            <a:noFill/>
          </p:spPr>
          <p:txBody>
            <a:bodyPr wrap="none" lIns="0" tIns="0" rIns="0" bIns="0" anchor="ctr"/>
            <a:lstStyle/>
            <a:p>
              <a:pPr algn="ctr"/>
              <a:r>
                <a:rPr sz="1200" b="0">
                  <a:solidFill>
                    <a:srgbClr val="F5F7FA"/>
                  </a:solidFill>
                  <a:latin typeface="Arial"/>
                </a:rPr>
                <a:t>Speculative tool execution</a:t>
              </a:r>
            </a:p>
          </p:txBody>
        </p:sp>
        <p:sp>
          <p:nvSpPr>
            <p:cNvPr id="52" name="Rounded Rectangle 54">
              <a:extLst>
                <a:ext uri="{FF2B5EF4-FFF2-40B4-BE49-F238E27FC236}">
                  <a16:creationId xmlns:a16="http://schemas.microsoft.com/office/drawing/2014/main" id="{4E5B96CA-7E47-E881-29DE-7B903729596B}"/>
                </a:ext>
              </a:extLst>
            </p:cNvPr>
            <p:cNvSpPr/>
            <p:nvPr/>
          </p:nvSpPr>
          <p:spPr>
            <a:xfrm>
              <a:off x="8177850" y="3529584"/>
              <a:ext cx="2749229" cy="292608"/>
            </a:xfrm>
            <a:prstGeom prst="roundRect">
              <a:avLst>
                <a:gd name="adj" fmla="val 12000"/>
              </a:avLst>
            </a:prstGeom>
            <a:solidFill>
              <a:srgbClr val="1B5E4F"/>
            </a:solidFill>
            <a:ln>
              <a:noFill/>
            </a:ln>
          </p:spPr>
          <p:txBody>
            <a:bodyPr rtlCol="0" anchor="ctr"/>
            <a:lstStyle/>
            <a:p>
              <a:pPr algn="ctr"/>
              <a:endParaRPr/>
            </a:p>
          </p:txBody>
        </p:sp>
        <p:sp>
          <p:nvSpPr>
            <p:cNvPr id="53" name="TextBox 52">
              <a:extLst>
                <a:ext uri="{FF2B5EF4-FFF2-40B4-BE49-F238E27FC236}">
                  <a16:creationId xmlns:a16="http://schemas.microsoft.com/office/drawing/2014/main" id="{E7738BA8-0288-6231-20B4-C55FA76E82FE}"/>
                </a:ext>
              </a:extLst>
            </p:cNvPr>
            <p:cNvSpPr txBox="1"/>
            <p:nvPr/>
          </p:nvSpPr>
          <p:spPr>
            <a:xfrm>
              <a:off x="8177850" y="3529584"/>
              <a:ext cx="2749229" cy="292608"/>
            </a:xfrm>
            <a:prstGeom prst="rect">
              <a:avLst/>
            </a:prstGeom>
            <a:noFill/>
          </p:spPr>
          <p:txBody>
            <a:bodyPr wrap="none" lIns="0" tIns="0" rIns="0" bIns="0" anchor="ctr"/>
            <a:lstStyle/>
            <a:p>
              <a:pPr algn="ctr"/>
              <a:r>
                <a:rPr sz="1200" b="0">
                  <a:solidFill>
                    <a:srgbClr val="F5F7FA"/>
                  </a:solidFill>
                  <a:latin typeface="Arial"/>
                </a:rPr>
                <a:t>Semantic routing</a:t>
              </a:r>
            </a:p>
          </p:txBody>
        </p:sp>
        <p:sp>
          <p:nvSpPr>
            <p:cNvPr id="54" name="Rounded Rectangle 56">
              <a:extLst>
                <a:ext uri="{FF2B5EF4-FFF2-40B4-BE49-F238E27FC236}">
                  <a16:creationId xmlns:a16="http://schemas.microsoft.com/office/drawing/2014/main" id="{A1352CD8-592D-6253-6DF8-1C3F43248BA8}"/>
                </a:ext>
              </a:extLst>
            </p:cNvPr>
            <p:cNvSpPr/>
            <p:nvPr/>
          </p:nvSpPr>
          <p:spPr>
            <a:xfrm>
              <a:off x="484632" y="2002536"/>
              <a:ext cx="10524744" cy="1883664"/>
            </a:xfrm>
            <a:prstGeom prst="roundRect">
              <a:avLst>
                <a:gd name="adj" fmla="val 6000"/>
              </a:avLst>
            </a:prstGeom>
            <a:noFill/>
            <a:ln w="22225">
              <a:solidFill>
                <a:srgbClr val="F0333B"/>
              </a:solidFill>
              <a:prstDash val="dash"/>
            </a:ln>
          </p:spPr>
          <p:txBody>
            <a:bodyPr rtlCol="0" anchor="ctr"/>
            <a:lstStyle/>
            <a:p>
              <a:pPr algn="ctr"/>
              <a:endParaRPr/>
            </a:p>
          </p:txBody>
        </p:sp>
        <p:sp>
          <p:nvSpPr>
            <p:cNvPr id="55" name="TextBox 54">
              <a:extLst>
                <a:ext uri="{FF2B5EF4-FFF2-40B4-BE49-F238E27FC236}">
                  <a16:creationId xmlns:a16="http://schemas.microsoft.com/office/drawing/2014/main" id="{E32F3E47-8D8C-2677-52B9-EB4E7CA420E3}"/>
                </a:ext>
              </a:extLst>
            </p:cNvPr>
            <p:cNvSpPr txBox="1"/>
            <p:nvPr/>
          </p:nvSpPr>
          <p:spPr>
            <a:xfrm rot="5400000">
              <a:off x="10104120" y="2395728"/>
              <a:ext cx="2578608" cy="274320"/>
            </a:xfrm>
            <a:prstGeom prst="rect">
              <a:avLst/>
            </a:prstGeom>
            <a:noFill/>
          </p:spPr>
          <p:txBody>
            <a:bodyPr wrap="none" lIns="0" tIns="0" rIns="0" bIns="0" anchor="ctr"/>
            <a:lstStyle/>
            <a:p>
              <a:pPr algn="ctr"/>
              <a:r>
                <a:rPr sz="1200" b="1">
                  <a:solidFill>
                    <a:srgbClr val="62D6A8"/>
                  </a:solidFill>
                  <a:latin typeface="Arial"/>
                </a:rPr>
                <a:t>AGENT FRAMEWORK</a:t>
              </a:r>
            </a:p>
          </p:txBody>
        </p:sp>
      </p:grpSp>
      <p:grpSp>
        <p:nvGrpSpPr>
          <p:cNvPr id="56" name="Group 55">
            <a:extLst>
              <a:ext uri="{FF2B5EF4-FFF2-40B4-BE49-F238E27FC236}">
                <a16:creationId xmlns:a16="http://schemas.microsoft.com/office/drawing/2014/main" id="{C8735E1B-1B93-B8C6-4AC8-CD3D035BA665}"/>
              </a:ext>
            </a:extLst>
          </p:cNvPr>
          <p:cNvGrpSpPr/>
          <p:nvPr/>
        </p:nvGrpSpPr>
        <p:grpSpPr>
          <a:xfrm>
            <a:off x="2679316" y="4079660"/>
            <a:ext cx="8348817" cy="1739387"/>
            <a:chOff x="484632" y="4215384"/>
            <a:chExt cx="11045952" cy="2231136"/>
          </a:xfrm>
        </p:grpSpPr>
        <p:sp>
          <p:nvSpPr>
            <p:cNvPr id="57" name="Rounded Rectangle 61">
              <a:extLst>
                <a:ext uri="{FF2B5EF4-FFF2-40B4-BE49-F238E27FC236}">
                  <a16:creationId xmlns:a16="http://schemas.microsoft.com/office/drawing/2014/main" id="{553C60FC-63D6-7110-4C04-4ED08B6B56D3}"/>
                </a:ext>
              </a:extLst>
            </p:cNvPr>
            <p:cNvSpPr/>
            <p:nvPr/>
          </p:nvSpPr>
          <p:spPr>
            <a:xfrm>
              <a:off x="566928" y="4279392"/>
              <a:ext cx="1874519" cy="292608"/>
            </a:xfrm>
            <a:prstGeom prst="roundRect">
              <a:avLst>
                <a:gd name="adj" fmla="val 12000"/>
              </a:avLst>
            </a:prstGeom>
            <a:solidFill>
              <a:srgbClr val="55D8E8"/>
            </a:solidFill>
            <a:ln>
              <a:noFill/>
            </a:ln>
          </p:spPr>
          <p:txBody>
            <a:bodyPr rtlCol="0" anchor="ctr"/>
            <a:lstStyle/>
            <a:p>
              <a:pPr algn="ctr"/>
              <a:endParaRPr/>
            </a:p>
          </p:txBody>
        </p:sp>
        <p:sp>
          <p:nvSpPr>
            <p:cNvPr id="58" name="TextBox 57">
              <a:extLst>
                <a:ext uri="{FF2B5EF4-FFF2-40B4-BE49-F238E27FC236}">
                  <a16:creationId xmlns:a16="http://schemas.microsoft.com/office/drawing/2014/main" id="{44EA7168-C5E7-3A5A-D544-1EE5C7E43DEA}"/>
                </a:ext>
              </a:extLst>
            </p:cNvPr>
            <p:cNvSpPr txBox="1"/>
            <p:nvPr/>
          </p:nvSpPr>
          <p:spPr>
            <a:xfrm>
              <a:off x="566928" y="4279392"/>
              <a:ext cx="1874519" cy="292608"/>
            </a:xfrm>
            <a:prstGeom prst="rect">
              <a:avLst/>
            </a:prstGeom>
            <a:noFill/>
          </p:spPr>
          <p:txBody>
            <a:bodyPr wrap="none" lIns="0" tIns="0" rIns="0" bIns="0" anchor="ctr"/>
            <a:lstStyle/>
            <a:p>
              <a:pPr algn="ctr"/>
              <a:r>
                <a:rPr sz="1200" b="1">
                  <a:solidFill>
                    <a:srgbClr val="0B0C10"/>
                  </a:solidFill>
                  <a:latin typeface="Arial"/>
                </a:rPr>
                <a:t>Serving</a:t>
              </a:r>
            </a:p>
          </p:txBody>
        </p:sp>
        <p:sp>
          <p:nvSpPr>
            <p:cNvPr id="59" name="Rounded Rectangle 63">
              <a:extLst>
                <a:ext uri="{FF2B5EF4-FFF2-40B4-BE49-F238E27FC236}">
                  <a16:creationId xmlns:a16="http://schemas.microsoft.com/office/drawing/2014/main" id="{B6B02685-04D0-06D5-1149-AC1F0BE1F192}"/>
                </a:ext>
              </a:extLst>
            </p:cNvPr>
            <p:cNvSpPr/>
            <p:nvPr/>
          </p:nvSpPr>
          <p:spPr>
            <a:xfrm>
              <a:off x="2532888" y="4279392"/>
              <a:ext cx="4369573" cy="292608"/>
            </a:xfrm>
            <a:prstGeom prst="roundRect">
              <a:avLst>
                <a:gd name="adj" fmla="val 12000"/>
              </a:avLst>
            </a:prstGeom>
            <a:solidFill>
              <a:srgbClr val="17566A"/>
            </a:solidFill>
            <a:ln>
              <a:noFill/>
            </a:ln>
          </p:spPr>
          <p:txBody>
            <a:bodyPr rtlCol="0" anchor="ctr"/>
            <a:lstStyle/>
            <a:p>
              <a:pPr algn="ctr"/>
              <a:endParaRPr/>
            </a:p>
          </p:txBody>
        </p:sp>
        <p:sp>
          <p:nvSpPr>
            <p:cNvPr id="60" name="TextBox 59">
              <a:extLst>
                <a:ext uri="{FF2B5EF4-FFF2-40B4-BE49-F238E27FC236}">
                  <a16:creationId xmlns:a16="http://schemas.microsoft.com/office/drawing/2014/main" id="{A00E8EB0-0E0D-A1D6-BFB6-E0D2A69C4623}"/>
                </a:ext>
              </a:extLst>
            </p:cNvPr>
            <p:cNvSpPr txBox="1"/>
            <p:nvPr/>
          </p:nvSpPr>
          <p:spPr>
            <a:xfrm>
              <a:off x="2532888" y="4279392"/>
              <a:ext cx="4369573" cy="292608"/>
            </a:xfrm>
            <a:prstGeom prst="rect">
              <a:avLst/>
            </a:prstGeom>
            <a:noFill/>
          </p:spPr>
          <p:txBody>
            <a:bodyPr wrap="none" lIns="0" tIns="0" rIns="0" bIns="0" anchor="ctr"/>
            <a:lstStyle/>
            <a:p>
              <a:pPr algn="ctr"/>
              <a:r>
                <a:rPr sz="1200" b="0">
                  <a:solidFill>
                    <a:srgbClr val="F5F7FA"/>
                  </a:solidFill>
                  <a:latin typeface="Arial"/>
                </a:rPr>
                <a:t>vLLM plugin</a:t>
              </a:r>
            </a:p>
          </p:txBody>
        </p:sp>
        <p:sp>
          <p:nvSpPr>
            <p:cNvPr id="61" name="Rounded Rectangle 65">
              <a:extLst>
                <a:ext uri="{FF2B5EF4-FFF2-40B4-BE49-F238E27FC236}">
                  <a16:creationId xmlns:a16="http://schemas.microsoft.com/office/drawing/2014/main" id="{6DA84B6F-73A4-1BA4-D24D-CC10B939967E}"/>
                </a:ext>
              </a:extLst>
            </p:cNvPr>
            <p:cNvSpPr/>
            <p:nvPr/>
          </p:nvSpPr>
          <p:spPr>
            <a:xfrm>
              <a:off x="6975613" y="4279392"/>
              <a:ext cx="3951466" cy="292608"/>
            </a:xfrm>
            <a:prstGeom prst="roundRect">
              <a:avLst>
                <a:gd name="adj" fmla="val 12000"/>
              </a:avLst>
            </a:prstGeom>
            <a:solidFill>
              <a:srgbClr val="17566A"/>
            </a:solidFill>
            <a:ln>
              <a:noFill/>
            </a:ln>
          </p:spPr>
          <p:txBody>
            <a:bodyPr rtlCol="0" anchor="ctr"/>
            <a:lstStyle/>
            <a:p>
              <a:pPr algn="ctr"/>
              <a:endParaRPr/>
            </a:p>
          </p:txBody>
        </p:sp>
        <p:sp>
          <p:nvSpPr>
            <p:cNvPr id="62" name="TextBox 61">
              <a:extLst>
                <a:ext uri="{FF2B5EF4-FFF2-40B4-BE49-F238E27FC236}">
                  <a16:creationId xmlns:a16="http://schemas.microsoft.com/office/drawing/2014/main" id="{D27B837A-C44B-C916-6AA4-5065C4C0028B}"/>
                </a:ext>
              </a:extLst>
            </p:cNvPr>
            <p:cNvSpPr txBox="1"/>
            <p:nvPr/>
          </p:nvSpPr>
          <p:spPr>
            <a:xfrm>
              <a:off x="6975613" y="4279392"/>
              <a:ext cx="3951466" cy="292608"/>
            </a:xfrm>
            <a:prstGeom prst="rect">
              <a:avLst/>
            </a:prstGeom>
            <a:noFill/>
          </p:spPr>
          <p:txBody>
            <a:bodyPr wrap="none" lIns="0" tIns="0" rIns="0" bIns="0" anchor="ctr"/>
            <a:lstStyle/>
            <a:p>
              <a:pPr algn="ctr"/>
              <a:r>
                <a:rPr sz="1200" b="0">
                  <a:solidFill>
                    <a:srgbClr val="F5F7FA"/>
                  </a:solidFill>
                  <a:latin typeface="Arial"/>
                </a:rPr>
                <a:t>PACE</a:t>
              </a:r>
            </a:p>
          </p:txBody>
        </p:sp>
        <p:sp>
          <p:nvSpPr>
            <p:cNvPr id="63" name="Rounded Rectangle 67">
              <a:extLst>
                <a:ext uri="{FF2B5EF4-FFF2-40B4-BE49-F238E27FC236}">
                  <a16:creationId xmlns:a16="http://schemas.microsoft.com/office/drawing/2014/main" id="{779874B2-0855-76D4-F39D-7B7A564B4989}"/>
                </a:ext>
              </a:extLst>
            </p:cNvPr>
            <p:cNvSpPr/>
            <p:nvPr/>
          </p:nvSpPr>
          <p:spPr>
            <a:xfrm>
              <a:off x="566928" y="4645152"/>
              <a:ext cx="1874519" cy="292608"/>
            </a:xfrm>
            <a:prstGeom prst="roundRect">
              <a:avLst>
                <a:gd name="adj" fmla="val 12000"/>
              </a:avLst>
            </a:prstGeom>
            <a:solidFill>
              <a:srgbClr val="55D8E8"/>
            </a:solidFill>
            <a:ln>
              <a:noFill/>
            </a:ln>
          </p:spPr>
          <p:txBody>
            <a:bodyPr rtlCol="0" anchor="ctr"/>
            <a:lstStyle/>
            <a:p>
              <a:pPr algn="ctr"/>
              <a:endParaRPr/>
            </a:p>
          </p:txBody>
        </p:sp>
        <p:sp>
          <p:nvSpPr>
            <p:cNvPr id="64" name="TextBox 63">
              <a:extLst>
                <a:ext uri="{FF2B5EF4-FFF2-40B4-BE49-F238E27FC236}">
                  <a16:creationId xmlns:a16="http://schemas.microsoft.com/office/drawing/2014/main" id="{BF64F7BB-CB5A-7E45-BE2F-ADBFC11B8AFC}"/>
                </a:ext>
              </a:extLst>
            </p:cNvPr>
            <p:cNvSpPr txBox="1"/>
            <p:nvPr/>
          </p:nvSpPr>
          <p:spPr>
            <a:xfrm>
              <a:off x="566928" y="4645152"/>
              <a:ext cx="1874519" cy="292608"/>
            </a:xfrm>
            <a:prstGeom prst="rect">
              <a:avLst/>
            </a:prstGeom>
            <a:noFill/>
          </p:spPr>
          <p:txBody>
            <a:bodyPr wrap="none" lIns="0" tIns="0" rIns="0" bIns="0" anchor="ctr"/>
            <a:lstStyle/>
            <a:p>
              <a:pPr algn="ctr"/>
              <a:r>
                <a:rPr sz="1200" b="1">
                  <a:solidFill>
                    <a:srgbClr val="0B0C10"/>
                  </a:solidFill>
                  <a:latin typeface="Arial"/>
                </a:rPr>
                <a:t>Framework</a:t>
              </a:r>
            </a:p>
          </p:txBody>
        </p:sp>
        <p:sp>
          <p:nvSpPr>
            <p:cNvPr id="65" name="Rounded Rectangle 69">
              <a:extLst>
                <a:ext uri="{FF2B5EF4-FFF2-40B4-BE49-F238E27FC236}">
                  <a16:creationId xmlns:a16="http://schemas.microsoft.com/office/drawing/2014/main" id="{36F175D8-3B6E-07D1-FF0A-01FF38BD4B19}"/>
                </a:ext>
              </a:extLst>
            </p:cNvPr>
            <p:cNvSpPr/>
            <p:nvPr/>
          </p:nvSpPr>
          <p:spPr>
            <a:xfrm>
              <a:off x="2532888" y="4645152"/>
              <a:ext cx="8394192" cy="292608"/>
            </a:xfrm>
            <a:prstGeom prst="roundRect">
              <a:avLst>
                <a:gd name="adj" fmla="val 12000"/>
              </a:avLst>
            </a:prstGeom>
            <a:solidFill>
              <a:srgbClr val="17566A"/>
            </a:solidFill>
            <a:ln>
              <a:noFill/>
            </a:ln>
          </p:spPr>
          <p:txBody>
            <a:bodyPr rtlCol="0" anchor="ctr"/>
            <a:lstStyle/>
            <a:p>
              <a:pPr algn="ctr"/>
              <a:endParaRPr/>
            </a:p>
          </p:txBody>
        </p:sp>
        <p:sp>
          <p:nvSpPr>
            <p:cNvPr id="66" name="TextBox 65">
              <a:extLst>
                <a:ext uri="{FF2B5EF4-FFF2-40B4-BE49-F238E27FC236}">
                  <a16:creationId xmlns:a16="http://schemas.microsoft.com/office/drawing/2014/main" id="{CB086497-91C9-BEBA-B5B1-509840455052}"/>
                </a:ext>
              </a:extLst>
            </p:cNvPr>
            <p:cNvSpPr txBox="1"/>
            <p:nvPr/>
          </p:nvSpPr>
          <p:spPr>
            <a:xfrm>
              <a:off x="2532888" y="4645152"/>
              <a:ext cx="8394192" cy="292608"/>
            </a:xfrm>
            <a:prstGeom prst="rect">
              <a:avLst/>
            </a:prstGeom>
            <a:noFill/>
          </p:spPr>
          <p:txBody>
            <a:bodyPr wrap="none" lIns="0" tIns="0" rIns="0" bIns="0" anchor="ctr"/>
            <a:lstStyle/>
            <a:p>
              <a:pPr algn="ctr"/>
              <a:r>
                <a:rPr sz="1200" b="0">
                  <a:solidFill>
                    <a:srgbClr val="F5F7FA"/>
                  </a:solidFill>
                  <a:latin typeface="Arial"/>
                </a:rPr>
                <a:t>PyTorch</a:t>
              </a:r>
            </a:p>
          </p:txBody>
        </p:sp>
        <p:sp>
          <p:nvSpPr>
            <p:cNvPr id="67" name="Rounded Rectangle 71">
              <a:extLst>
                <a:ext uri="{FF2B5EF4-FFF2-40B4-BE49-F238E27FC236}">
                  <a16:creationId xmlns:a16="http://schemas.microsoft.com/office/drawing/2014/main" id="{ACC0B325-D44C-62BD-1E56-F474B100DA60}"/>
                </a:ext>
              </a:extLst>
            </p:cNvPr>
            <p:cNvSpPr/>
            <p:nvPr/>
          </p:nvSpPr>
          <p:spPr>
            <a:xfrm>
              <a:off x="566928" y="5010912"/>
              <a:ext cx="1874519" cy="292608"/>
            </a:xfrm>
            <a:prstGeom prst="roundRect">
              <a:avLst>
                <a:gd name="adj" fmla="val 12000"/>
              </a:avLst>
            </a:prstGeom>
            <a:solidFill>
              <a:srgbClr val="55D8E8"/>
            </a:solidFill>
            <a:ln>
              <a:noFill/>
            </a:ln>
          </p:spPr>
          <p:txBody>
            <a:bodyPr rtlCol="0" anchor="ctr"/>
            <a:lstStyle/>
            <a:p>
              <a:pPr algn="ctr"/>
              <a:endParaRPr/>
            </a:p>
          </p:txBody>
        </p:sp>
        <p:sp>
          <p:nvSpPr>
            <p:cNvPr id="68" name="TextBox 67">
              <a:extLst>
                <a:ext uri="{FF2B5EF4-FFF2-40B4-BE49-F238E27FC236}">
                  <a16:creationId xmlns:a16="http://schemas.microsoft.com/office/drawing/2014/main" id="{1814BEED-4D96-3C7D-4849-F0E990C6E309}"/>
                </a:ext>
              </a:extLst>
            </p:cNvPr>
            <p:cNvSpPr txBox="1"/>
            <p:nvPr/>
          </p:nvSpPr>
          <p:spPr>
            <a:xfrm>
              <a:off x="566928" y="5010912"/>
              <a:ext cx="1874519" cy="292608"/>
            </a:xfrm>
            <a:prstGeom prst="rect">
              <a:avLst/>
            </a:prstGeom>
            <a:noFill/>
          </p:spPr>
          <p:txBody>
            <a:bodyPr wrap="none" lIns="0" tIns="0" rIns="0" bIns="0" anchor="ctr"/>
            <a:lstStyle/>
            <a:p>
              <a:pPr algn="ctr"/>
              <a:r>
                <a:rPr sz="1200" b="1">
                  <a:solidFill>
                    <a:srgbClr val="0B0C10"/>
                  </a:solidFill>
                  <a:latin typeface="Arial"/>
                </a:rPr>
                <a:t>Optimizations</a:t>
              </a:r>
            </a:p>
          </p:txBody>
        </p:sp>
        <p:sp>
          <p:nvSpPr>
            <p:cNvPr id="69" name="Rounded Rectangle 73">
              <a:extLst>
                <a:ext uri="{FF2B5EF4-FFF2-40B4-BE49-F238E27FC236}">
                  <a16:creationId xmlns:a16="http://schemas.microsoft.com/office/drawing/2014/main" id="{A99289AC-2629-B3BA-A052-18EC20D30F33}"/>
                </a:ext>
              </a:extLst>
            </p:cNvPr>
            <p:cNvSpPr/>
            <p:nvPr/>
          </p:nvSpPr>
          <p:spPr>
            <a:xfrm>
              <a:off x="2532888" y="5010912"/>
              <a:ext cx="1461207" cy="292608"/>
            </a:xfrm>
            <a:prstGeom prst="roundRect">
              <a:avLst>
                <a:gd name="adj" fmla="val 12000"/>
              </a:avLst>
            </a:prstGeom>
            <a:solidFill>
              <a:srgbClr val="17566A"/>
            </a:solidFill>
            <a:ln>
              <a:noFill/>
            </a:ln>
          </p:spPr>
          <p:txBody>
            <a:bodyPr rtlCol="0" anchor="ctr"/>
            <a:lstStyle/>
            <a:p>
              <a:pPr algn="ctr"/>
              <a:endParaRPr/>
            </a:p>
          </p:txBody>
        </p:sp>
        <p:sp>
          <p:nvSpPr>
            <p:cNvPr id="70" name="TextBox 69">
              <a:extLst>
                <a:ext uri="{FF2B5EF4-FFF2-40B4-BE49-F238E27FC236}">
                  <a16:creationId xmlns:a16="http://schemas.microsoft.com/office/drawing/2014/main" id="{4390E1BF-EAE2-D985-6A6F-0D1438AEB1D0}"/>
                </a:ext>
              </a:extLst>
            </p:cNvPr>
            <p:cNvSpPr txBox="1"/>
            <p:nvPr/>
          </p:nvSpPr>
          <p:spPr>
            <a:xfrm>
              <a:off x="2532888" y="5010912"/>
              <a:ext cx="1461207" cy="292608"/>
            </a:xfrm>
            <a:prstGeom prst="rect">
              <a:avLst/>
            </a:prstGeom>
            <a:noFill/>
          </p:spPr>
          <p:txBody>
            <a:bodyPr wrap="none" lIns="0" tIns="0" rIns="0" bIns="0" anchor="ctr"/>
            <a:lstStyle/>
            <a:p>
              <a:pPr algn="ctr"/>
              <a:r>
                <a:rPr sz="1200" b="0">
                  <a:solidFill>
                    <a:srgbClr val="F5F7FA"/>
                  </a:solidFill>
                  <a:latin typeface="Arial"/>
                </a:rPr>
                <a:t>Kernel fusion</a:t>
              </a:r>
            </a:p>
          </p:txBody>
        </p:sp>
        <p:sp>
          <p:nvSpPr>
            <p:cNvPr id="71" name="Rounded Rectangle 75">
              <a:extLst>
                <a:ext uri="{FF2B5EF4-FFF2-40B4-BE49-F238E27FC236}">
                  <a16:creationId xmlns:a16="http://schemas.microsoft.com/office/drawing/2014/main" id="{4CF8F8B6-2B67-C83D-C1E3-6D8A63C1DFED}"/>
                </a:ext>
              </a:extLst>
            </p:cNvPr>
            <p:cNvSpPr/>
            <p:nvPr/>
          </p:nvSpPr>
          <p:spPr>
            <a:xfrm>
              <a:off x="4067247" y="5010912"/>
              <a:ext cx="946714" cy="292608"/>
            </a:xfrm>
            <a:prstGeom prst="roundRect">
              <a:avLst>
                <a:gd name="adj" fmla="val 12000"/>
              </a:avLst>
            </a:prstGeom>
            <a:solidFill>
              <a:srgbClr val="17566A"/>
            </a:solidFill>
            <a:ln>
              <a:noFill/>
            </a:ln>
          </p:spPr>
          <p:txBody>
            <a:bodyPr rtlCol="0" anchor="ctr"/>
            <a:lstStyle/>
            <a:p>
              <a:pPr algn="ctr"/>
              <a:endParaRPr/>
            </a:p>
          </p:txBody>
        </p:sp>
        <p:sp>
          <p:nvSpPr>
            <p:cNvPr id="72" name="TextBox 71">
              <a:extLst>
                <a:ext uri="{FF2B5EF4-FFF2-40B4-BE49-F238E27FC236}">
                  <a16:creationId xmlns:a16="http://schemas.microsoft.com/office/drawing/2014/main" id="{89833C91-1F25-039D-9608-0FD6D08D5256}"/>
                </a:ext>
              </a:extLst>
            </p:cNvPr>
            <p:cNvSpPr txBox="1"/>
            <p:nvPr/>
          </p:nvSpPr>
          <p:spPr>
            <a:xfrm>
              <a:off x="4067247" y="5010912"/>
              <a:ext cx="946714" cy="292608"/>
            </a:xfrm>
            <a:prstGeom prst="rect">
              <a:avLst/>
            </a:prstGeom>
            <a:noFill/>
          </p:spPr>
          <p:txBody>
            <a:bodyPr wrap="none" lIns="0" tIns="0" rIns="0" bIns="0" anchor="ctr"/>
            <a:lstStyle/>
            <a:p>
              <a:pPr algn="ctr"/>
              <a:r>
                <a:rPr sz="1200" b="0">
                  <a:solidFill>
                    <a:srgbClr val="F5F7FA"/>
                  </a:solidFill>
                  <a:latin typeface="Arial"/>
                </a:rPr>
                <a:t>GQA</a:t>
              </a:r>
            </a:p>
          </p:txBody>
        </p:sp>
        <p:sp>
          <p:nvSpPr>
            <p:cNvPr id="73" name="Rounded Rectangle 77">
              <a:extLst>
                <a:ext uri="{FF2B5EF4-FFF2-40B4-BE49-F238E27FC236}">
                  <a16:creationId xmlns:a16="http://schemas.microsoft.com/office/drawing/2014/main" id="{4BBB843C-54C8-9443-ECBC-7804D8AEDEAB}"/>
                </a:ext>
              </a:extLst>
            </p:cNvPr>
            <p:cNvSpPr/>
            <p:nvPr/>
          </p:nvSpPr>
          <p:spPr>
            <a:xfrm>
              <a:off x="5087114" y="5010912"/>
              <a:ext cx="946714" cy="292608"/>
            </a:xfrm>
            <a:prstGeom prst="roundRect">
              <a:avLst>
                <a:gd name="adj" fmla="val 12000"/>
              </a:avLst>
            </a:prstGeom>
            <a:solidFill>
              <a:srgbClr val="17566A"/>
            </a:solidFill>
            <a:ln>
              <a:noFill/>
            </a:ln>
          </p:spPr>
          <p:txBody>
            <a:bodyPr rtlCol="0" anchor="ctr"/>
            <a:lstStyle/>
            <a:p>
              <a:pPr algn="ctr"/>
              <a:endParaRPr/>
            </a:p>
          </p:txBody>
        </p:sp>
        <p:sp>
          <p:nvSpPr>
            <p:cNvPr id="74" name="TextBox 73">
              <a:extLst>
                <a:ext uri="{FF2B5EF4-FFF2-40B4-BE49-F238E27FC236}">
                  <a16:creationId xmlns:a16="http://schemas.microsoft.com/office/drawing/2014/main" id="{C712F953-5ACE-B62C-1F9E-1458BB3C772E}"/>
                </a:ext>
              </a:extLst>
            </p:cNvPr>
            <p:cNvSpPr txBox="1"/>
            <p:nvPr/>
          </p:nvSpPr>
          <p:spPr>
            <a:xfrm>
              <a:off x="5087114" y="5010912"/>
              <a:ext cx="946714" cy="292608"/>
            </a:xfrm>
            <a:prstGeom prst="rect">
              <a:avLst/>
            </a:prstGeom>
            <a:noFill/>
          </p:spPr>
          <p:txBody>
            <a:bodyPr wrap="none" lIns="0" tIns="0" rIns="0" bIns="0" anchor="ctr"/>
            <a:lstStyle/>
            <a:p>
              <a:pPr algn="ctr"/>
              <a:r>
                <a:rPr sz="1200" b="0">
                  <a:solidFill>
                    <a:srgbClr val="F5F7FA"/>
                  </a:solidFill>
                  <a:latin typeface="Arial"/>
                </a:rPr>
                <a:t>MTP</a:t>
              </a:r>
            </a:p>
          </p:txBody>
        </p:sp>
        <p:sp>
          <p:nvSpPr>
            <p:cNvPr id="75" name="Rounded Rectangle 79">
              <a:extLst>
                <a:ext uri="{FF2B5EF4-FFF2-40B4-BE49-F238E27FC236}">
                  <a16:creationId xmlns:a16="http://schemas.microsoft.com/office/drawing/2014/main" id="{541FBE1C-CB1D-1BC3-DA09-DE5B73489B25}"/>
                </a:ext>
              </a:extLst>
            </p:cNvPr>
            <p:cNvSpPr/>
            <p:nvPr/>
          </p:nvSpPr>
          <p:spPr>
            <a:xfrm>
              <a:off x="6106981" y="5010912"/>
              <a:ext cx="2020404" cy="292608"/>
            </a:xfrm>
            <a:prstGeom prst="roundRect">
              <a:avLst>
                <a:gd name="adj" fmla="val 12000"/>
              </a:avLst>
            </a:prstGeom>
            <a:solidFill>
              <a:srgbClr val="17566A"/>
            </a:solidFill>
            <a:ln>
              <a:noFill/>
            </a:ln>
          </p:spPr>
          <p:txBody>
            <a:bodyPr rtlCol="0" anchor="ctr"/>
            <a:lstStyle/>
            <a:p>
              <a:pPr algn="ctr"/>
              <a:endParaRPr/>
            </a:p>
          </p:txBody>
        </p:sp>
        <p:sp>
          <p:nvSpPr>
            <p:cNvPr id="76" name="TextBox 75">
              <a:extLst>
                <a:ext uri="{FF2B5EF4-FFF2-40B4-BE49-F238E27FC236}">
                  <a16:creationId xmlns:a16="http://schemas.microsoft.com/office/drawing/2014/main" id="{2B63DE5D-546E-7F76-2CBE-834109733669}"/>
                </a:ext>
              </a:extLst>
            </p:cNvPr>
            <p:cNvSpPr txBox="1"/>
            <p:nvPr/>
          </p:nvSpPr>
          <p:spPr>
            <a:xfrm>
              <a:off x="6106981" y="5010912"/>
              <a:ext cx="2020404" cy="292608"/>
            </a:xfrm>
            <a:prstGeom prst="rect">
              <a:avLst/>
            </a:prstGeom>
            <a:noFill/>
          </p:spPr>
          <p:txBody>
            <a:bodyPr wrap="none" lIns="0" tIns="0" rIns="0" bIns="0" anchor="ctr"/>
            <a:lstStyle/>
            <a:p>
              <a:pPr algn="ctr"/>
              <a:r>
                <a:rPr sz="1200" b="0">
                  <a:solidFill>
                    <a:srgbClr val="F5F7FA"/>
                  </a:solidFill>
                  <a:latin typeface="Arial"/>
                </a:rPr>
                <a:t>Speculative decoding</a:t>
              </a:r>
            </a:p>
          </p:txBody>
        </p:sp>
        <p:sp>
          <p:nvSpPr>
            <p:cNvPr id="77" name="Rounded Rectangle 81">
              <a:extLst>
                <a:ext uri="{FF2B5EF4-FFF2-40B4-BE49-F238E27FC236}">
                  <a16:creationId xmlns:a16="http://schemas.microsoft.com/office/drawing/2014/main" id="{FD005C17-9A15-1110-BFC8-8BBC568BDC70}"/>
                </a:ext>
              </a:extLst>
            </p:cNvPr>
            <p:cNvSpPr/>
            <p:nvPr/>
          </p:nvSpPr>
          <p:spPr>
            <a:xfrm>
              <a:off x="8200538" y="5010912"/>
              <a:ext cx="1706674" cy="292608"/>
            </a:xfrm>
            <a:prstGeom prst="roundRect">
              <a:avLst>
                <a:gd name="adj" fmla="val 12000"/>
              </a:avLst>
            </a:prstGeom>
            <a:solidFill>
              <a:srgbClr val="17566A"/>
            </a:solidFill>
            <a:ln>
              <a:noFill/>
            </a:ln>
          </p:spPr>
          <p:txBody>
            <a:bodyPr rtlCol="0" anchor="ctr"/>
            <a:lstStyle/>
            <a:p>
              <a:pPr algn="ctr"/>
              <a:endParaRPr/>
            </a:p>
          </p:txBody>
        </p:sp>
        <p:sp>
          <p:nvSpPr>
            <p:cNvPr id="78" name="TextBox 77">
              <a:extLst>
                <a:ext uri="{FF2B5EF4-FFF2-40B4-BE49-F238E27FC236}">
                  <a16:creationId xmlns:a16="http://schemas.microsoft.com/office/drawing/2014/main" id="{A2867979-0FDD-29B3-B321-58E6A83D78AF}"/>
                </a:ext>
              </a:extLst>
            </p:cNvPr>
            <p:cNvSpPr txBox="1"/>
            <p:nvPr/>
          </p:nvSpPr>
          <p:spPr>
            <a:xfrm>
              <a:off x="8200538" y="5010912"/>
              <a:ext cx="1706674" cy="292608"/>
            </a:xfrm>
            <a:prstGeom prst="rect">
              <a:avLst/>
            </a:prstGeom>
            <a:noFill/>
          </p:spPr>
          <p:txBody>
            <a:bodyPr wrap="none" lIns="0" tIns="0" rIns="0" bIns="0" anchor="ctr"/>
            <a:lstStyle/>
            <a:p>
              <a:pPr algn="ctr"/>
              <a:r>
                <a:rPr sz="1200" b="0">
                  <a:solidFill>
                    <a:srgbClr val="F5F7FA"/>
                  </a:solidFill>
                  <a:latin typeface="Arial"/>
                </a:rPr>
                <a:t>KV management</a:t>
              </a:r>
            </a:p>
          </p:txBody>
        </p:sp>
        <p:sp>
          <p:nvSpPr>
            <p:cNvPr id="79" name="Rounded Rectangle 83">
              <a:extLst>
                <a:ext uri="{FF2B5EF4-FFF2-40B4-BE49-F238E27FC236}">
                  <a16:creationId xmlns:a16="http://schemas.microsoft.com/office/drawing/2014/main" id="{230BF7C3-C03E-F605-1B3D-324C8E01C2D9}"/>
                </a:ext>
              </a:extLst>
            </p:cNvPr>
            <p:cNvSpPr/>
            <p:nvPr/>
          </p:nvSpPr>
          <p:spPr>
            <a:xfrm>
              <a:off x="9980365" y="5010912"/>
              <a:ext cx="946714" cy="292608"/>
            </a:xfrm>
            <a:prstGeom prst="roundRect">
              <a:avLst>
                <a:gd name="adj" fmla="val 12000"/>
              </a:avLst>
            </a:prstGeom>
            <a:solidFill>
              <a:srgbClr val="17566A"/>
            </a:solidFill>
            <a:ln>
              <a:noFill/>
            </a:ln>
          </p:spPr>
          <p:txBody>
            <a:bodyPr rtlCol="0" anchor="ctr"/>
            <a:lstStyle/>
            <a:p>
              <a:pPr algn="ctr"/>
              <a:endParaRPr/>
            </a:p>
          </p:txBody>
        </p:sp>
        <p:sp>
          <p:nvSpPr>
            <p:cNvPr id="80" name="TextBox 79">
              <a:extLst>
                <a:ext uri="{FF2B5EF4-FFF2-40B4-BE49-F238E27FC236}">
                  <a16:creationId xmlns:a16="http://schemas.microsoft.com/office/drawing/2014/main" id="{593082AE-2098-6AD5-44E7-141FD9CEAAD3}"/>
                </a:ext>
              </a:extLst>
            </p:cNvPr>
            <p:cNvSpPr txBox="1"/>
            <p:nvPr/>
          </p:nvSpPr>
          <p:spPr>
            <a:xfrm>
              <a:off x="9980365" y="5010912"/>
              <a:ext cx="946714" cy="292608"/>
            </a:xfrm>
            <a:prstGeom prst="rect">
              <a:avLst/>
            </a:prstGeom>
            <a:noFill/>
          </p:spPr>
          <p:txBody>
            <a:bodyPr wrap="none" lIns="0" tIns="0" rIns="0" bIns="0" anchor="ctr"/>
            <a:lstStyle/>
            <a:p>
              <a:pPr algn="ctr"/>
              <a:r>
                <a:rPr sz="1200" b="0">
                  <a:solidFill>
                    <a:srgbClr val="F5F7FA"/>
                  </a:solidFill>
                  <a:latin typeface="Arial"/>
                </a:rPr>
                <a:t>MoE</a:t>
              </a:r>
            </a:p>
          </p:txBody>
        </p:sp>
        <p:sp>
          <p:nvSpPr>
            <p:cNvPr id="81" name="Rounded Rectangle 85">
              <a:extLst>
                <a:ext uri="{FF2B5EF4-FFF2-40B4-BE49-F238E27FC236}">
                  <a16:creationId xmlns:a16="http://schemas.microsoft.com/office/drawing/2014/main" id="{979284F3-5328-D7DA-82E3-626107A203EC}"/>
                </a:ext>
              </a:extLst>
            </p:cNvPr>
            <p:cNvSpPr/>
            <p:nvPr/>
          </p:nvSpPr>
          <p:spPr>
            <a:xfrm>
              <a:off x="566928" y="5376672"/>
              <a:ext cx="1874519" cy="292608"/>
            </a:xfrm>
            <a:prstGeom prst="roundRect">
              <a:avLst>
                <a:gd name="adj" fmla="val 12000"/>
              </a:avLst>
            </a:prstGeom>
            <a:solidFill>
              <a:srgbClr val="55D8E8"/>
            </a:solidFill>
            <a:ln>
              <a:noFill/>
            </a:ln>
          </p:spPr>
          <p:txBody>
            <a:bodyPr rtlCol="0" anchor="ctr"/>
            <a:lstStyle/>
            <a:p>
              <a:pPr algn="ctr"/>
              <a:endParaRPr/>
            </a:p>
          </p:txBody>
        </p:sp>
        <p:sp>
          <p:nvSpPr>
            <p:cNvPr id="82" name="TextBox 81">
              <a:extLst>
                <a:ext uri="{FF2B5EF4-FFF2-40B4-BE49-F238E27FC236}">
                  <a16:creationId xmlns:a16="http://schemas.microsoft.com/office/drawing/2014/main" id="{9DCC6C97-AD4F-097D-5CE4-C82626A2EF6A}"/>
                </a:ext>
              </a:extLst>
            </p:cNvPr>
            <p:cNvSpPr txBox="1"/>
            <p:nvPr/>
          </p:nvSpPr>
          <p:spPr>
            <a:xfrm>
              <a:off x="566928" y="5376672"/>
              <a:ext cx="1874519" cy="292608"/>
            </a:xfrm>
            <a:prstGeom prst="rect">
              <a:avLst/>
            </a:prstGeom>
            <a:noFill/>
          </p:spPr>
          <p:txBody>
            <a:bodyPr wrap="none" lIns="0" tIns="0" rIns="0" bIns="0" anchor="ctr"/>
            <a:lstStyle/>
            <a:p>
              <a:pPr algn="ctr"/>
              <a:r>
                <a:rPr sz="1200" b="1">
                  <a:solidFill>
                    <a:srgbClr val="0B0C10"/>
                  </a:solidFill>
                  <a:latin typeface="Arial"/>
                </a:rPr>
                <a:t>GEMM libraries</a:t>
              </a:r>
            </a:p>
          </p:txBody>
        </p:sp>
        <p:sp>
          <p:nvSpPr>
            <p:cNvPr id="83" name="Rounded Rectangle 87">
              <a:extLst>
                <a:ext uri="{FF2B5EF4-FFF2-40B4-BE49-F238E27FC236}">
                  <a16:creationId xmlns:a16="http://schemas.microsoft.com/office/drawing/2014/main" id="{2646E264-805A-D99A-04A7-A45C8DD1ECE2}"/>
                </a:ext>
              </a:extLst>
            </p:cNvPr>
            <p:cNvSpPr/>
            <p:nvPr/>
          </p:nvSpPr>
          <p:spPr>
            <a:xfrm>
              <a:off x="2532888" y="5376672"/>
              <a:ext cx="1436949" cy="292608"/>
            </a:xfrm>
            <a:prstGeom prst="roundRect">
              <a:avLst>
                <a:gd name="adj" fmla="val 12000"/>
              </a:avLst>
            </a:prstGeom>
            <a:solidFill>
              <a:srgbClr val="17566A"/>
            </a:solidFill>
            <a:ln>
              <a:noFill/>
            </a:ln>
          </p:spPr>
          <p:txBody>
            <a:bodyPr rtlCol="0" anchor="ctr"/>
            <a:lstStyle/>
            <a:p>
              <a:pPr algn="ctr"/>
              <a:endParaRPr/>
            </a:p>
          </p:txBody>
        </p:sp>
        <p:sp>
          <p:nvSpPr>
            <p:cNvPr id="84" name="TextBox 83">
              <a:extLst>
                <a:ext uri="{FF2B5EF4-FFF2-40B4-BE49-F238E27FC236}">
                  <a16:creationId xmlns:a16="http://schemas.microsoft.com/office/drawing/2014/main" id="{1B27C194-FB90-7FED-F139-4B206517FEDE}"/>
                </a:ext>
              </a:extLst>
            </p:cNvPr>
            <p:cNvSpPr txBox="1"/>
            <p:nvPr/>
          </p:nvSpPr>
          <p:spPr>
            <a:xfrm>
              <a:off x="2532888" y="5376672"/>
              <a:ext cx="1436949" cy="292608"/>
            </a:xfrm>
            <a:prstGeom prst="rect">
              <a:avLst/>
            </a:prstGeom>
            <a:noFill/>
          </p:spPr>
          <p:txBody>
            <a:bodyPr wrap="none" lIns="0" tIns="0" rIns="0" bIns="0" anchor="ctr"/>
            <a:lstStyle/>
            <a:p>
              <a:pPr algn="ctr"/>
              <a:r>
                <a:rPr sz="1200" b="0">
                  <a:solidFill>
                    <a:srgbClr val="F5F7FA"/>
                  </a:solidFill>
                  <a:latin typeface="Arial"/>
                </a:rPr>
                <a:t>BLAS</a:t>
              </a:r>
            </a:p>
          </p:txBody>
        </p:sp>
        <p:sp>
          <p:nvSpPr>
            <p:cNvPr id="85" name="Rounded Rectangle 89">
              <a:extLst>
                <a:ext uri="{FF2B5EF4-FFF2-40B4-BE49-F238E27FC236}">
                  <a16:creationId xmlns:a16="http://schemas.microsoft.com/office/drawing/2014/main" id="{A3B6CC7F-DA76-6BB9-B274-45A9FA35571D}"/>
                </a:ext>
              </a:extLst>
            </p:cNvPr>
            <p:cNvSpPr/>
            <p:nvPr/>
          </p:nvSpPr>
          <p:spPr>
            <a:xfrm>
              <a:off x="4042989" y="5376672"/>
              <a:ext cx="1716150" cy="292608"/>
            </a:xfrm>
            <a:prstGeom prst="roundRect">
              <a:avLst>
                <a:gd name="adj" fmla="val 12000"/>
              </a:avLst>
            </a:prstGeom>
            <a:solidFill>
              <a:srgbClr val="17566A"/>
            </a:solidFill>
            <a:ln>
              <a:noFill/>
            </a:ln>
          </p:spPr>
          <p:txBody>
            <a:bodyPr rtlCol="0" anchor="ctr"/>
            <a:lstStyle/>
            <a:p>
              <a:pPr algn="ctr"/>
              <a:endParaRPr/>
            </a:p>
          </p:txBody>
        </p:sp>
        <p:sp>
          <p:nvSpPr>
            <p:cNvPr id="86" name="TextBox 85">
              <a:extLst>
                <a:ext uri="{FF2B5EF4-FFF2-40B4-BE49-F238E27FC236}">
                  <a16:creationId xmlns:a16="http://schemas.microsoft.com/office/drawing/2014/main" id="{6E0EC0B8-1586-C7DA-ACFB-69D69BA24FE5}"/>
                </a:ext>
              </a:extLst>
            </p:cNvPr>
            <p:cNvSpPr txBox="1"/>
            <p:nvPr/>
          </p:nvSpPr>
          <p:spPr>
            <a:xfrm>
              <a:off x="4042989" y="5376672"/>
              <a:ext cx="1716150" cy="292608"/>
            </a:xfrm>
            <a:prstGeom prst="rect">
              <a:avLst/>
            </a:prstGeom>
            <a:noFill/>
          </p:spPr>
          <p:txBody>
            <a:bodyPr wrap="none" lIns="0" tIns="0" rIns="0" bIns="0" anchor="ctr"/>
            <a:lstStyle/>
            <a:p>
              <a:pPr algn="ctr"/>
              <a:r>
                <a:rPr sz="1200" b="0">
                  <a:solidFill>
                    <a:srgbClr val="F5F7FA"/>
                  </a:solidFill>
                  <a:latin typeface="Arial"/>
                </a:rPr>
                <a:t>FBGEMM</a:t>
              </a:r>
            </a:p>
          </p:txBody>
        </p:sp>
        <p:sp>
          <p:nvSpPr>
            <p:cNvPr id="87" name="Rounded Rectangle 91">
              <a:extLst>
                <a:ext uri="{FF2B5EF4-FFF2-40B4-BE49-F238E27FC236}">
                  <a16:creationId xmlns:a16="http://schemas.microsoft.com/office/drawing/2014/main" id="{E467C047-D0C4-FD1A-87DF-7E8E94173BD3}"/>
                </a:ext>
              </a:extLst>
            </p:cNvPr>
            <p:cNvSpPr/>
            <p:nvPr/>
          </p:nvSpPr>
          <p:spPr>
            <a:xfrm>
              <a:off x="5832292" y="5376672"/>
              <a:ext cx="1632013" cy="292608"/>
            </a:xfrm>
            <a:prstGeom prst="roundRect">
              <a:avLst>
                <a:gd name="adj" fmla="val 12000"/>
              </a:avLst>
            </a:prstGeom>
            <a:solidFill>
              <a:srgbClr val="17566A"/>
            </a:solidFill>
            <a:ln>
              <a:noFill/>
            </a:ln>
          </p:spPr>
          <p:txBody>
            <a:bodyPr rtlCol="0" anchor="ctr"/>
            <a:lstStyle/>
            <a:p>
              <a:pPr algn="ctr"/>
              <a:endParaRPr/>
            </a:p>
          </p:txBody>
        </p:sp>
        <p:sp>
          <p:nvSpPr>
            <p:cNvPr id="88" name="TextBox 87">
              <a:extLst>
                <a:ext uri="{FF2B5EF4-FFF2-40B4-BE49-F238E27FC236}">
                  <a16:creationId xmlns:a16="http://schemas.microsoft.com/office/drawing/2014/main" id="{B947EC0D-EFBE-B986-5E39-2F488C93E329}"/>
                </a:ext>
              </a:extLst>
            </p:cNvPr>
            <p:cNvSpPr txBox="1"/>
            <p:nvPr/>
          </p:nvSpPr>
          <p:spPr>
            <a:xfrm>
              <a:off x="5832292" y="5376672"/>
              <a:ext cx="1632013" cy="292608"/>
            </a:xfrm>
            <a:prstGeom prst="rect">
              <a:avLst/>
            </a:prstGeom>
            <a:noFill/>
          </p:spPr>
          <p:txBody>
            <a:bodyPr wrap="none" lIns="0" tIns="0" rIns="0" bIns="0" anchor="ctr"/>
            <a:lstStyle/>
            <a:p>
              <a:pPr algn="ctr"/>
              <a:r>
                <a:rPr sz="1200" b="0">
                  <a:solidFill>
                    <a:srgbClr val="F5F7FA"/>
                  </a:solidFill>
                  <a:latin typeface="Arial"/>
                </a:rPr>
                <a:t>oneDNN</a:t>
              </a:r>
            </a:p>
          </p:txBody>
        </p:sp>
        <p:sp>
          <p:nvSpPr>
            <p:cNvPr id="89" name="Rounded Rectangle 93">
              <a:extLst>
                <a:ext uri="{FF2B5EF4-FFF2-40B4-BE49-F238E27FC236}">
                  <a16:creationId xmlns:a16="http://schemas.microsoft.com/office/drawing/2014/main" id="{8C26C215-6621-5C4D-0BB6-818A99BCEAC4}"/>
                </a:ext>
              </a:extLst>
            </p:cNvPr>
            <p:cNvSpPr/>
            <p:nvPr/>
          </p:nvSpPr>
          <p:spPr>
            <a:xfrm>
              <a:off x="7537457" y="5376672"/>
              <a:ext cx="1422320" cy="292608"/>
            </a:xfrm>
            <a:prstGeom prst="roundRect">
              <a:avLst>
                <a:gd name="adj" fmla="val 12000"/>
              </a:avLst>
            </a:prstGeom>
            <a:solidFill>
              <a:srgbClr val="17566A"/>
            </a:solidFill>
            <a:ln>
              <a:noFill/>
            </a:ln>
          </p:spPr>
          <p:txBody>
            <a:bodyPr rtlCol="0" anchor="ctr"/>
            <a:lstStyle/>
            <a:p>
              <a:pPr algn="ctr"/>
              <a:endParaRPr/>
            </a:p>
          </p:txBody>
        </p:sp>
        <p:sp>
          <p:nvSpPr>
            <p:cNvPr id="90" name="TextBox 89">
              <a:extLst>
                <a:ext uri="{FF2B5EF4-FFF2-40B4-BE49-F238E27FC236}">
                  <a16:creationId xmlns:a16="http://schemas.microsoft.com/office/drawing/2014/main" id="{DF30BEF3-5588-5867-89A9-F76F212680D9}"/>
                </a:ext>
              </a:extLst>
            </p:cNvPr>
            <p:cNvSpPr txBox="1"/>
            <p:nvPr/>
          </p:nvSpPr>
          <p:spPr>
            <a:xfrm>
              <a:off x="7537457" y="5376672"/>
              <a:ext cx="1422320" cy="292608"/>
            </a:xfrm>
            <a:prstGeom prst="rect">
              <a:avLst/>
            </a:prstGeom>
            <a:noFill/>
          </p:spPr>
          <p:txBody>
            <a:bodyPr wrap="none" lIns="0" tIns="0" rIns="0" bIns="0" anchor="ctr"/>
            <a:lstStyle/>
            <a:p>
              <a:pPr algn="ctr"/>
              <a:r>
                <a:rPr sz="1200" b="0">
                  <a:solidFill>
                    <a:srgbClr val="F5F7FA"/>
                  </a:solidFill>
                  <a:latin typeface="Arial"/>
                </a:rPr>
                <a:t>TPP</a:t>
              </a:r>
            </a:p>
          </p:txBody>
        </p:sp>
        <p:sp>
          <p:nvSpPr>
            <p:cNvPr id="91" name="Rounded Rectangle 95">
              <a:extLst>
                <a:ext uri="{FF2B5EF4-FFF2-40B4-BE49-F238E27FC236}">
                  <a16:creationId xmlns:a16="http://schemas.microsoft.com/office/drawing/2014/main" id="{017B7806-23BD-D3AA-CE2E-FD475311428E}"/>
                </a:ext>
              </a:extLst>
            </p:cNvPr>
            <p:cNvSpPr/>
            <p:nvPr/>
          </p:nvSpPr>
          <p:spPr>
            <a:xfrm>
              <a:off x="9032930" y="5376672"/>
              <a:ext cx="1894149" cy="292608"/>
            </a:xfrm>
            <a:prstGeom prst="roundRect">
              <a:avLst>
                <a:gd name="adj" fmla="val 12000"/>
              </a:avLst>
            </a:prstGeom>
            <a:solidFill>
              <a:srgbClr val="17566A"/>
            </a:solidFill>
            <a:ln>
              <a:noFill/>
            </a:ln>
          </p:spPr>
          <p:txBody>
            <a:bodyPr rtlCol="0" anchor="ctr"/>
            <a:lstStyle/>
            <a:p>
              <a:pPr algn="ctr"/>
              <a:endParaRPr/>
            </a:p>
          </p:txBody>
        </p:sp>
        <p:sp>
          <p:nvSpPr>
            <p:cNvPr id="92" name="TextBox 91">
              <a:extLst>
                <a:ext uri="{FF2B5EF4-FFF2-40B4-BE49-F238E27FC236}">
                  <a16:creationId xmlns:a16="http://schemas.microsoft.com/office/drawing/2014/main" id="{FE57EA0E-CC15-6D85-5E9C-2E58C1942218}"/>
                </a:ext>
              </a:extLst>
            </p:cNvPr>
            <p:cNvSpPr txBox="1"/>
            <p:nvPr/>
          </p:nvSpPr>
          <p:spPr>
            <a:xfrm>
              <a:off x="9032930" y="5376672"/>
              <a:ext cx="1894149" cy="292608"/>
            </a:xfrm>
            <a:prstGeom prst="rect">
              <a:avLst/>
            </a:prstGeom>
            <a:noFill/>
          </p:spPr>
          <p:txBody>
            <a:bodyPr wrap="none" lIns="0" tIns="0" rIns="0" bIns="0" anchor="ctr"/>
            <a:lstStyle/>
            <a:p>
              <a:pPr algn="ctr"/>
              <a:r>
                <a:rPr sz="1200" b="0">
                  <a:solidFill>
                    <a:srgbClr val="F5F7FA"/>
                  </a:solidFill>
                  <a:latin typeface="Arial"/>
                </a:rPr>
                <a:t>RAD-GEMM</a:t>
              </a:r>
            </a:p>
          </p:txBody>
        </p:sp>
        <p:sp>
          <p:nvSpPr>
            <p:cNvPr id="93" name="Rounded Rectangle 97">
              <a:extLst>
                <a:ext uri="{FF2B5EF4-FFF2-40B4-BE49-F238E27FC236}">
                  <a16:creationId xmlns:a16="http://schemas.microsoft.com/office/drawing/2014/main" id="{5FF7420A-608B-64FC-8BA5-9AE76E45079A}"/>
                </a:ext>
              </a:extLst>
            </p:cNvPr>
            <p:cNvSpPr/>
            <p:nvPr/>
          </p:nvSpPr>
          <p:spPr>
            <a:xfrm>
              <a:off x="566928" y="5833872"/>
              <a:ext cx="1874519" cy="292608"/>
            </a:xfrm>
            <a:prstGeom prst="roundRect">
              <a:avLst>
                <a:gd name="adj" fmla="val 12000"/>
              </a:avLst>
            </a:prstGeom>
            <a:solidFill>
              <a:srgbClr val="4A5060"/>
            </a:solidFill>
            <a:ln>
              <a:noFill/>
            </a:ln>
          </p:spPr>
          <p:txBody>
            <a:bodyPr rtlCol="0" anchor="ctr"/>
            <a:lstStyle/>
            <a:p>
              <a:pPr algn="ctr"/>
              <a:endParaRPr/>
            </a:p>
          </p:txBody>
        </p:sp>
        <p:sp>
          <p:nvSpPr>
            <p:cNvPr id="94" name="TextBox 93">
              <a:extLst>
                <a:ext uri="{FF2B5EF4-FFF2-40B4-BE49-F238E27FC236}">
                  <a16:creationId xmlns:a16="http://schemas.microsoft.com/office/drawing/2014/main" id="{D178502E-3F6F-3AB4-EC57-B9C5B3949EA0}"/>
                </a:ext>
              </a:extLst>
            </p:cNvPr>
            <p:cNvSpPr txBox="1"/>
            <p:nvPr/>
          </p:nvSpPr>
          <p:spPr>
            <a:xfrm>
              <a:off x="566928" y="5833872"/>
              <a:ext cx="1874519" cy="292608"/>
            </a:xfrm>
            <a:prstGeom prst="rect">
              <a:avLst/>
            </a:prstGeom>
            <a:noFill/>
          </p:spPr>
          <p:txBody>
            <a:bodyPr wrap="none" lIns="0" tIns="0" rIns="0" bIns="0" anchor="ctr"/>
            <a:lstStyle/>
            <a:p>
              <a:pPr algn="ctr"/>
              <a:r>
                <a:rPr sz="1200" b="1">
                  <a:solidFill>
                    <a:srgbClr val="F5F7FA"/>
                  </a:solidFill>
                  <a:latin typeface="Arial"/>
                </a:rPr>
                <a:t>Platform</a:t>
              </a:r>
            </a:p>
          </p:txBody>
        </p:sp>
        <p:sp>
          <p:nvSpPr>
            <p:cNvPr id="95" name="Rounded Rectangle 99">
              <a:extLst>
                <a:ext uri="{FF2B5EF4-FFF2-40B4-BE49-F238E27FC236}">
                  <a16:creationId xmlns:a16="http://schemas.microsoft.com/office/drawing/2014/main" id="{7FC70320-3EE9-4D4B-D282-A5DE7A39B385}"/>
                </a:ext>
              </a:extLst>
            </p:cNvPr>
            <p:cNvSpPr/>
            <p:nvPr/>
          </p:nvSpPr>
          <p:spPr>
            <a:xfrm>
              <a:off x="2532888" y="5833872"/>
              <a:ext cx="2236731" cy="292608"/>
            </a:xfrm>
            <a:prstGeom prst="roundRect">
              <a:avLst>
                <a:gd name="adj" fmla="val 12000"/>
              </a:avLst>
            </a:prstGeom>
            <a:solidFill>
              <a:srgbClr val="2B2F3A"/>
            </a:solidFill>
            <a:ln>
              <a:noFill/>
            </a:ln>
          </p:spPr>
          <p:txBody>
            <a:bodyPr rtlCol="0" anchor="ctr"/>
            <a:lstStyle/>
            <a:p>
              <a:pPr algn="ctr"/>
              <a:endParaRPr/>
            </a:p>
          </p:txBody>
        </p:sp>
        <p:sp>
          <p:nvSpPr>
            <p:cNvPr id="96" name="TextBox 95">
              <a:extLst>
                <a:ext uri="{FF2B5EF4-FFF2-40B4-BE49-F238E27FC236}">
                  <a16:creationId xmlns:a16="http://schemas.microsoft.com/office/drawing/2014/main" id="{B9B9790D-0AB7-5BEB-A023-26C13D32E4BA}"/>
                </a:ext>
              </a:extLst>
            </p:cNvPr>
            <p:cNvSpPr txBox="1"/>
            <p:nvPr/>
          </p:nvSpPr>
          <p:spPr>
            <a:xfrm>
              <a:off x="2532888" y="5833872"/>
              <a:ext cx="2236731" cy="292608"/>
            </a:xfrm>
            <a:prstGeom prst="rect">
              <a:avLst/>
            </a:prstGeom>
            <a:noFill/>
          </p:spPr>
          <p:txBody>
            <a:bodyPr wrap="none" lIns="0" tIns="0" rIns="0" bIns="0" anchor="ctr"/>
            <a:lstStyle/>
            <a:p>
              <a:pPr algn="ctr"/>
              <a:r>
                <a:rPr sz="1200" b="0">
                  <a:solidFill>
                    <a:srgbClr val="F5F7FA"/>
                  </a:solidFill>
                  <a:latin typeface="Arial"/>
                </a:rPr>
                <a:t>Server CPUs</a:t>
              </a:r>
            </a:p>
          </p:txBody>
        </p:sp>
        <p:sp>
          <p:nvSpPr>
            <p:cNvPr id="97" name="Rounded Rectangle 101">
              <a:extLst>
                <a:ext uri="{FF2B5EF4-FFF2-40B4-BE49-F238E27FC236}">
                  <a16:creationId xmlns:a16="http://schemas.microsoft.com/office/drawing/2014/main" id="{406C2EA3-5C33-B581-79F5-24707D33C688}"/>
                </a:ext>
              </a:extLst>
            </p:cNvPr>
            <p:cNvSpPr/>
            <p:nvPr/>
          </p:nvSpPr>
          <p:spPr>
            <a:xfrm>
              <a:off x="4842771" y="5833872"/>
              <a:ext cx="2177597" cy="292608"/>
            </a:xfrm>
            <a:prstGeom prst="roundRect">
              <a:avLst>
                <a:gd name="adj" fmla="val 12000"/>
              </a:avLst>
            </a:prstGeom>
            <a:solidFill>
              <a:srgbClr val="2B2F3A"/>
            </a:solidFill>
            <a:ln>
              <a:noFill/>
            </a:ln>
          </p:spPr>
          <p:txBody>
            <a:bodyPr rtlCol="0" anchor="ctr"/>
            <a:lstStyle/>
            <a:p>
              <a:pPr algn="ctr"/>
              <a:endParaRPr/>
            </a:p>
          </p:txBody>
        </p:sp>
        <p:sp>
          <p:nvSpPr>
            <p:cNvPr id="98" name="TextBox 97">
              <a:extLst>
                <a:ext uri="{FF2B5EF4-FFF2-40B4-BE49-F238E27FC236}">
                  <a16:creationId xmlns:a16="http://schemas.microsoft.com/office/drawing/2014/main" id="{5016B8D3-6935-44EC-0C59-55F873B1D829}"/>
                </a:ext>
              </a:extLst>
            </p:cNvPr>
            <p:cNvSpPr txBox="1"/>
            <p:nvPr/>
          </p:nvSpPr>
          <p:spPr>
            <a:xfrm>
              <a:off x="4842771" y="5833872"/>
              <a:ext cx="2177597" cy="292608"/>
            </a:xfrm>
            <a:prstGeom prst="rect">
              <a:avLst/>
            </a:prstGeom>
            <a:noFill/>
          </p:spPr>
          <p:txBody>
            <a:bodyPr wrap="none" lIns="0" tIns="0" rIns="0" bIns="0" anchor="ctr"/>
            <a:lstStyle/>
            <a:p>
              <a:pPr algn="ctr"/>
              <a:r>
                <a:rPr sz="1200" b="0">
                  <a:solidFill>
                    <a:srgbClr val="F5F7FA"/>
                  </a:solidFill>
                  <a:latin typeface="Arial"/>
                </a:rPr>
                <a:t>Client CPUs</a:t>
              </a:r>
            </a:p>
          </p:txBody>
        </p:sp>
        <p:sp>
          <p:nvSpPr>
            <p:cNvPr id="99" name="Rounded Rectangle 103">
              <a:extLst>
                <a:ext uri="{FF2B5EF4-FFF2-40B4-BE49-F238E27FC236}">
                  <a16:creationId xmlns:a16="http://schemas.microsoft.com/office/drawing/2014/main" id="{571C1376-CEEF-8044-0193-184374E9F11E}"/>
                </a:ext>
              </a:extLst>
            </p:cNvPr>
            <p:cNvSpPr/>
            <p:nvPr/>
          </p:nvSpPr>
          <p:spPr>
            <a:xfrm>
              <a:off x="7093521" y="5833872"/>
              <a:ext cx="3833558" cy="292608"/>
            </a:xfrm>
            <a:prstGeom prst="roundRect">
              <a:avLst>
                <a:gd name="adj" fmla="val 12000"/>
              </a:avLst>
            </a:prstGeom>
            <a:solidFill>
              <a:srgbClr val="2B2F3A"/>
            </a:solidFill>
            <a:ln>
              <a:noFill/>
            </a:ln>
          </p:spPr>
          <p:txBody>
            <a:bodyPr rtlCol="0" anchor="ctr"/>
            <a:lstStyle/>
            <a:p>
              <a:pPr algn="ctr"/>
              <a:endParaRPr/>
            </a:p>
          </p:txBody>
        </p:sp>
        <p:sp>
          <p:nvSpPr>
            <p:cNvPr id="100" name="TextBox 99">
              <a:extLst>
                <a:ext uri="{FF2B5EF4-FFF2-40B4-BE49-F238E27FC236}">
                  <a16:creationId xmlns:a16="http://schemas.microsoft.com/office/drawing/2014/main" id="{761BB8A9-284D-1183-46AF-AE765F1AA5D1}"/>
                </a:ext>
              </a:extLst>
            </p:cNvPr>
            <p:cNvSpPr txBox="1"/>
            <p:nvPr/>
          </p:nvSpPr>
          <p:spPr>
            <a:xfrm>
              <a:off x="7093521" y="5833872"/>
              <a:ext cx="3833558" cy="292608"/>
            </a:xfrm>
            <a:prstGeom prst="rect">
              <a:avLst/>
            </a:prstGeom>
            <a:noFill/>
          </p:spPr>
          <p:txBody>
            <a:bodyPr wrap="none" lIns="0" tIns="0" rIns="0" bIns="0" anchor="ctr"/>
            <a:lstStyle/>
            <a:p>
              <a:pPr algn="ctr"/>
              <a:r>
                <a:rPr sz="1200" b="0">
                  <a:solidFill>
                    <a:srgbClr val="F5F7FA"/>
                  </a:solidFill>
                  <a:latin typeface="Arial"/>
                </a:rPr>
                <a:t>Heterogeneous CPUs + accelerators</a:t>
              </a:r>
            </a:p>
          </p:txBody>
        </p:sp>
        <p:sp>
          <p:nvSpPr>
            <p:cNvPr id="101" name="Rounded Rectangle 105">
              <a:extLst>
                <a:ext uri="{FF2B5EF4-FFF2-40B4-BE49-F238E27FC236}">
                  <a16:creationId xmlns:a16="http://schemas.microsoft.com/office/drawing/2014/main" id="{2A35B83C-7F71-0A44-DFB8-4E34D0F5EB1B}"/>
                </a:ext>
              </a:extLst>
            </p:cNvPr>
            <p:cNvSpPr/>
            <p:nvPr/>
          </p:nvSpPr>
          <p:spPr>
            <a:xfrm>
              <a:off x="484632" y="4215384"/>
              <a:ext cx="10524744" cy="1517904"/>
            </a:xfrm>
            <a:prstGeom prst="roundRect">
              <a:avLst>
                <a:gd name="adj" fmla="val 6000"/>
              </a:avLst>
            </a:prstGeom>
            <a:noFill/>
            <a:ln w="22225">
              <a:solidFill>
                <a:srgbClr val="F0333B"/>
              </a:solidFill>
              <a:prstDash val="dash"/>
            </a:ln>
          </p:spPr>
          <p:txBody>
            <a:bodyPr rtlCol="0" anchor="ctr"/>
            <a:lstStyle/>
            <a:p>
              <a:pPr algn="ctr"/>
              <a:endParaRPr/>
            </a:p>
          </p:txBody>
        </p:sp>
        <p:sp>
          <p:nvSpPr>
            <p:cNvPr id="102" name="TextBox 101">
              <a:extLst>
                <a:ext uri="{FF2B5EF4-FFF2-40B4-BE49-F238E27FC236}">
                  <a16:creationId xmlns:a16="http://schemas.microsoft.com/office/drawing/2014/main" id="{279D3C7B-B30C-2257-CD0A-E9E8CFE676DC}"/>
                </a:ext>
              </a:extLst>
            </p:cNvPr>
            <p:cNvSpPr txBox="1"/>
            <p:nvPr/>
          </p:nvSpPr>
          <p:spPr>
            <a:xfrm rot="5400000">
              <a:off x="10469880" y="5065776"/>
              <a:ext cx="1847088" cy="274320"/>
            </a:xfrm>
            <a:prstGeom prst="rect">
              <a:avLst/>
            </a:prstGeom>
            <a:noFill/>
          </p:spPr>
          <p:txBody>
            <a:bodyPr wrap="none" lIns="0" tIns="0" rIns="0" bIns="0" anchor="ctr"/>
            <a:lstStyle/>
            <a:p>
              <a:pPr algn="ctr"/>
              <a:r>
                <a:rPr sz="1200" b="1" dirty="0">
                  <a:solidFill>
                    <a:srgbClr val="55D8E8"/>
                  </a:solidFill>
                  <a:latin typeface="Arial"/>
                </a:rPr>
                <a:t>INFERENCE ENGINE</a:t>
              </a:r>
            </a:p>
          </p:txBody>
        </p:sp>
        <p:sp>
          <p:nvSpPr>
            <p:cNvPr id="103" name="Rounded Rectangle 107">
              <a:extLst>
                <a:ext uri="{FF2B5EF4-FFF2-40B4-BE49-F238E27FC236}">
                  <a16:creationId xmlns:a16="http://schemas.microsoft.com/office/drawing/2014/main" id="{61108016-CFAA-AF52-5238-6901DE00303E}"/>
                </a:ext>
              </a:extLst>
            </p:cNvPr>
            <p:cNvSpPr/>
            <p:nvPr/>
          </p:nvSpPr>
          <p:spPr>
            <a:xfrm>
              <a:off x="2532888" y="6245352"/>
              <a:ext cx="310896" cy="164592"/>
            </a:xfrm>
            <a:prstGeom prst="roundRect">
              <a:avLst>
                <a:gd name="adj" fmla="val 20000"/>
              </a:avLst>
            </a:prstGeom>
            <a:noFill/>
            <a:ln w="19050">
              <a:solidFill>
                <a:srgbClr val="F0333B"/>
              </a:solidFill>
              <a:prstDash val="dash"/>
            </a:ln>
          </p:spPr>
          <p:txBody>
            <a:bodyPr rtlCol="0" anchor="ctr"/>
            <a:lstStyle/>
            <a:p>
              <a:pPr algn="ctr"/>
              <a:endParaRPr/>
            </a:p>
          </p:txBody>
        </p:sp>
        <p:sp>
          <p:nvSpPr>
            <p:cNvPr id="104" name="TextBox 103">
              <a:extLst>
                <a:ext uri="{FF2B5EF4-FFF2-40B4-BE49-F238E27FC236}">
                  <a16:creationId xmlns:a16="http://schemas.microsoft.com/office/drawing/2014/main" id="{BE3250C6-5104-825E-B976-332DBB39C073}"/>
                </a:ext>
              </a:extLst>
            </p:cNvPr>
            <p:cNvSpPr txBox="1"/>
            <p:nvPr/>
          </p:nvSpPr>
          <p:spPr>
            <a:xfrm>
              <a:off x="2935224" y="6208776"/>
              <a:ext cx="1828800" cy="237744"/>
            </a:xfrm>
            <a:prstGeom prst="rect">
              <a:avLst/>
            </a:prstGeom>
            <a:noFill/>
          </p:spPr>
          <p:txBody>
            <a:bodyPr wrap="none" lIns="0" tIns="0" rIns="0" bIns="0" anchor="ctr"/>
            <a:lstStyle/>
            <a:p>
              <a:pPr algn="l"/>
              <a:r>
                <a:rPr sz="1100" b="0">
                  <a:solidFill>
                    <a:srgbClr val="AEB6C2"/>
                  </a:solidFill>
                  <a:latin typeface="Arial"/>
                </a:rPr>
                <a:t>Where PACE operates</a:t>
              </a:r>
            </a:p>
          </p:txBody>
        </p:sp>
        <p:sp>
          <p:nvSpPr>
            <p:cNvPr id="105" name="Rounded Rectangle 109">
              <a:extLst>
                <a:ext uri="{FF2B5EF4-FFF2-40B4-BE49-F238E27FC236}">
                  <a16:creationId xmlns:a16="http://schemas.microsoft.com/office/drawing/2014/main" id="{2A3E4839-C190-64FF-B4DE-A6CDCAFE49DD}"/>
                </a:ext>
              </a:extLst>
            </p:cNvPr>
            <p:cNvSpPr/>
            <p:nvPr/>
          </p:nvSpPr>
          <p:spPr>
            <a:xfrm>
              <a:off x="4636008" y="6245352"/>
              <a:ext cx="310896" cy="164592"/>
            </a:xfrm>
            <a:prstGeom prst="roundRect">
              <a:avLst>
                <a:gd name="adj" fmla="val 20000"/>
              </a:avLst>
            </a:prstGeom>
            <a:solidFill>
              <a:srgbClr val="1B5E4F"/>
            </a:solidFill>
            <a:ln>
              <a:noFill/>
            </a:ln>
          </p:spPr>
          <p:txBody>
            <a:bodyPr rtlCol="0" anchor="ctr"/>
            <a:lstStyle/>
            <a:p>
              <a:pPr algn="ctr"/>
              <a:endParaRPr/>
            </a:p>
          </p:txBody>
        </p:sp>
        <p:sp>
          <p:nvSpPr>
            <p:cNvPr id="106" name="TextBox 105">
              <a:extLst>
                <a:ext uri="{FF2B5EF4-FFF2-40B4-BE49-F238E27FC236}">
                  <a16:creationId xmlns:a16="http://schemas.microsoft.com/office/drawing/2014/main" id="{560116AD-A24B-4411-32A9-BF77C4C0194D}"/>
                </a:ext>
              </a:extLst>
            </p:cNvPr>
            <p:cNvSpPr txBox="1"/>
            <p:nvPr/>
          </p:nvSpPr>
          <p:spPr>
            <a:xfrm>
              <a:off x="5038344" y="6208776"/>
              <a:ext cx="1828800" cy="237744"/>
            </a:xfrm>
            <a:prstGeom prst="rect">
              <a:avLst/>
            </a:prstGeom>
            <a:noFill/>
          </p:spPr>
          <p:txBody>
            <a:bodyPr wrap="none" lIns="0" tIns="0" rIns="0" bIns="0" anchor="ctr"/>
            <a:lstStyle/>
            <a:p>
              <a:pPr algn="l"/>
              <a:r>
                <a:rPr sz="1100" b="0">
                  <a:solidFill>
                    <a:srgbClr val="AEB6C2"/>
                  </a:solidFill>
                  <a:latin typeface="Arial"/>
                </a:rPr>
                <a:t>Agent framework</a:t>
              </a:r>
            </a:p>
          </p:txBody>
        </p:sp>
        <p:sp>
          <p:nvSpPr>
            <p:cNvPr id="107" name="Rounded Rectangle 111">
              <a:extLst>
                <a:ext uri="{FF2B5EF4-FFF2-40B4-BE49-F238E27FC236}">
                  <a16:creationId xmlns:a16="http://schemas.microsoft.com/office/drawing/2014/main" id="{7A770108-1023-FB79-A3C5-3AE19947FE12}"/>
                </a:ext>
              </a:extLst>
            </p:cNvPr>
            <p:cNvSpPr/>
            <p:nvPr/>
          </p:nvSpPr>
          <p:spPr>
            <a:xfrm>
              <a:off x="6561169" y="6245352"/>
              <a:ext cx="310896" cy="164592"/>
            </a:xfrm>
            <a:prstGeom prst="roundRect">
              <a:avLst>
                <a:gd name="adj" fmla="val 20000"/>
              </a:avLst>
            </a:prstGeom>
            <a:solidFill>
              <a:srgbClr val="17566A"/>
            </a:solidFill>
            <a:ln>
              <a:noFill/>
            </a:ln>
          </p:spPr>
          <p:txBody>
            <a:bodyPr rtlCol="0" anchor="ctr"/>
            <a:lstStyle/>
            <a:p>
              <a:pPr algn="ctr"/>
              <a:endParaRPr/>
            </a:p>
          </p:txBody>
        </p:sp>
        <p:sp>
          <p:nvSpPr>
            <p:cNvPr id="108" name="TextBox 107">
              <a:extLst>
                <a:ext uri="{FF2B5EF4-FFF2-40B4-BE49-F238E27FC236}">
                  <a16:creationId xmlns:a16="http://schemas.microsoft.com/office/drawing/2014/main" id="{EDDABF51-1078-7B2D-AFBE-AFB36475FA80}"/>
                </a:ext>
              </a:extLst>
            </p:cNvPr>
            <p:cNvSpPr txBox="1"/>
            <p:nvPr/>
          </p:nvSpPr>
          <p:spPr>
            <a:xfrm>
              <a:off x="6963505" y="6208776"/>
              <a:ext cx="1828800" cy="237744"/>
            </a:xfrm>
            <a:prstGeom prst="rect">
              <a:avLst/>
            </a:prstGeom>
            <a:noFill/>
          </p:spPr>
          <p:txBody>
            <a:bodyPr wrap="none" lIns="0" tIns="0" rIns="0" bIns="0" anchor="ctr"/>
            <a:lstStyle/>
            <a:p>
              <a:pPr algn="l"/>
              <a:r>
                <a:rPr sz="1100" b="0">
                  <a:solidFill>
                    <a:srgbClr val="AEB6C2"/>
                  </a:solidFill>
                  <a:latin typeface="Arial"/>
                </a:rPr>
                <a:t>Inference engine</a:t>
              </a:r>
            </a:p>
          </p:txBody>
        </p:sp>
        <p:sp>
          <p:nvSpPr>
            <p:cNvPr id="109" name="Rounded Rectangle 113">
              <a:extLst>
                <a:ext uri="{FF2B5EF4-FFF2-40B4-BE49-F238E27FC236}">
                  <a16:creationId xmlns:a16="http://schemas.microsoft.com/office/drawing/2014/main" id="{BB49AC72-943A-61BB-C32E-F99191A7EDD3}"/>
                </a:ext>
              </a:extLst>
            </p:cNvPr>
            <p:cNvSpPr/>
            <p:nvPr/>
          </p:nvSpPr>
          <p:spPr>
            <a:xfrm>
              <a:off x="8471646" y="6245352"/>
              <a:ext cx="310896" cy="164592"/>
            </a:xfrm>
            <a:prstGeom prst="roundRect">
              <a:avLst>
                <a:gd name="adj" fmla="val 20000"/>
              </a:avLst>
            </a:prstGeom>
            <a:solidFill>
              <a:srgbClr val="2B2F3A"/>
            </a:solidFill>
            <a:ln>
              <a:noFill/>
            </a:ln>
          </p:spPr>
          <p:txBody>
            <a:bodyPr rtlCol="0" anchor="ctr"/>
            <a:lstStyle/>
            <a:p>
              <a:pPr algn="ctr"/>
              <a:endParaRPr/>
            </a:p>
          </p:txBody>
        </p:sp>
        <p:sp>
          <p:nvSpPr>
            <p:cNvPr id="110" name="TextBox 109">
              <a:extLst>
                <a:ext uri="{FF2B5EF4-FFF2-40B4-BE49-F238E27FC236}">
                  <a16:creationId xmlns:a16="http://schemas.microsoft.com/office/drawing/2014/main" id="{31086ECB-D719-B901-39AF-604AFCC8C4D0}"/>
                </a:ext>
              </a:extLst>
            </p:cNvPr>
            <p:cNvSpPr txBox="1"/>
            <p:nvPr/>
          </p:nvSpPr>
          <p:spPr>
            <a:xfrm>
              <a:off x="8873982" y="6208776"/>
              <a:ext cx="1828800" cy="237744"/>
            </a:xfrm>
            <a:prstGeom prst="rect">
              <a:avLst/>
            </a:prstGeom>
            <a:noFill/>
          </p:spPr>
          <p:txBody>
            <a:bodyPr wrap="none" lIns="0" tIns="0" rIns="0" bIns="0" anchor="ctr"/>
            <a:lstStyle/>
            <a:p>
              <a:pPr algn="l"/>
              <a:r>
                <a:rPr sz="1100" b="0">
                  <a:solidFill>
                    <a:srgbClr val="AEB6C2"/>
                  </a:solidFill>
                  <a:latin typeface="Arial"/>
                </a:rPr>
                <a:t>Ecosystem / platform</a:t>
              </a:r>
            </a:p>
          </p:txBody>
        </p:sp>
      </p:grpSp>
      <p:sp>
        <p:nvSpPr>
          <p:cNvPr id="111" name="Arrow: Down 110">
            <a:extLst>
              <a:ext uri="{FF2B5EF4-FFF2-40B4-BE49-F238E27FC236}">
                <a16:creationId xmlns:a16="http://schemas.microsoft.com/office/drawing/2014/main" id="{3C5F8F29-47DC-71DD-FD58-8F68AC646A5F}"/>
              </a:ext>
            </a:extLst>
          </p:cNvPr>
          <p:cNvSpPr/>
          <p:nvPr/>
        </p:nvSpPr>
        <p:spPr bwMode="auto">
          <a:xfrm>
            <a:off x="6553405" y="3600916"/>
            <a:ext cx="597203" cy="361087"/>
          </a:xfrm>
          <a:prstGeom prst="downArrow">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3" name="TextBox 112">
            <a:extLst>
              <a:ext uri="{FF2B5EF4-FFF2-40B4-BE49-F238E27FC236}">
                <a16:creationId xmlns:a16="http://schemas.microsoft.com/office/drawing/2014/main" id="{801400B1-FDFC-ED2C-658B-22312B1E8EFC}"/>
              </a:ext>
            </a:extLst>
          </p:cNvPr>
          <p:cNvSpPr txBox="1"/>
          <p:nvPr/>
        </p:nvSpPr>
        <p:spPr>
          <a:xfrm>
            <a:off x="-204280" y="2406405"/>
            <a:ext cx="3566420" cy="338554"/>
          </a:xfrm>
          <a:prstGeom prst="rect">
            <a:avLst/>
          </a:prstGeom>
          <a:noFill/>
        </p:spPr>
        <p:txBody>
          <a:bodyPr wrap="square">
            <a:spAutoFit/>
          </a:bodyPr>
          <a:lstStyle/>
          <a:p>
            <a:pPr algn="ctr" defTabSz="932472" fontAlgn="base">
              <a:spcBef>
                <a:spcPct val="0"/>
              </a:spcBef>
              <a:spcAft>
                <a:spcPct val="0"/>
              </a:spcAft>
            </a:pPr>
            <a:r>
              <a:rPr lang="en-US" sz="1600" dirty="0">
                <a:solidFill>
                  <a:schemeClr val="tx1">
                    <a:lumMod val="85000"/>
                  </a:schemeClr>
                </a:solidFill>
                <a:latin typeface="Klavika Bold" panose="020B0806040000020004" pitchFamily="34" charset="0"/>
                <a:ea typeface="Segoe UI" pitchFamily="34" charset="0"/>
                <a:cs typeface="Segoe UI" pitchFamily="34" charset="0"/>
              </a:rPr>
              <a:t>PACE  Agent Framework</a:t>
            </a:r>
            <a:endParaRPr lang="en-US" sz="1400" dirty="0">
              <a:solidFill>
                <a:schemeClr val="tx1">
                  <a:lumMod val="85000"/>
                </a:schemeClr>
              </a:solidFill>
              <a:latin typeface="Klavika Bold" panose="020B0806040000020004" pitchFamily="34" charset="0"/>
              <a:ea typeface="Segoe UI" pitchFamily="34" charset="0"/>
              <a:cs typeface="Segoe UI" pitchFamily="34" charset="0"/>
            </a:endParaRPr>
          </a:p>
        </p:txBody>
      </p:sp>
      <p:sp>
        <p:nvSpPr>
          <p:cNvPr id="115" name="TextBox 114">
            <a:extLst>
              <a:ext uri="{FF2B5EF4-FFF2-40B4-BE49-F238E27FC236}">
                <a16:creationId xmlns:a16="http://schemas.microsoft.com/office/drawing/2014/main" id="{CD6B5DCA-0081-F415-2663-8A2B1A60336A}"/>
              </a:ext>
            </a:extLst>
          </p:cNvPr>
          <p:cNvSpPr txBox="1"/>
          <p:nvPr/>
        </p:nvSpPr>
        <p:spPr>
          <a:xfrm>
            <a:off x="-39075" y="4773975"/>
            <a:ext cx="3236009" cy="338554"/>
          </a:xfrm>
          <a:prstGeom prst="rect">
            <a:avLst/>
          </a:prstGeom>
          <a:noFill/>
        </p:spPr>
        <p:txBody>
          <a:bodyPr wrap="square">
            <a:spAutoFit/>
          </a:bodyPr>
          <a:lstStyle/>
          <a:p>
            <a:pPr algn="ctr" defTabSz="932472" fontAlgn="base">
              <a:spcBef>
                <a:spcPct val="0"/>
              </a:spcBef>
              <a:spcAft>
                <a:spcPct val="0"/>
              </a:spcAft>
            </a:pPr>
            <a:r>
              <a:rPr lang="en-US" sz="1600" dirty="0">
                <a:solidFill>
                  <a:schemeClr val="tx1">
                    <a:lumMod val="85000"/>
                  </a:schemeClr>
                </a:solidFill>
                <a:latin typeface="Klavika Bold" panose="020B0806040000020004" pitchFamily="34" charset="0"/>
                <a:ea typeface="Segoe UI" pitchFamily="34" charset="0"/>
                <a:cs typeface="Segoe UI" pitchFamily="34" charset="0"/>
              </a:rPr>
              <a:t>PACE  Inference Engine</a:t>
            </a:r>
          </a:p>
        </p:txBody>
      </p:sp>
    </p:spTree>
    <p:extLst>
      <p:ext uri="{BB962C8B-B14F-4D97-AF65-F5344CB8AC3E}">
        <p14:creationId xmlns:p14="http://schemas.microsoft.com/office/powerpoint/2010/main" val="169149822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08C05B-E0A4-643F-5B1F-82E72C2FED38}"/>
              </a:ext>
            </a:extLst>
          </p:cNvPr>
          <p:cNvSpPr txBox="1"/>
          <p:nvPr/>
        </p:nvSpPr>
        <p:spPr>
          <a:xfrm>
            <a:off x="502920" y="248466"/>
            <a:ext cx="8046720" cy="492443"/>
          </a:xfrm>
          <a:prstGeom prst="rect">
            <a:avLst/>
          </a:prstGeom>
          <a:noFill/>
        </p:spPr>
        <p:txBody>
          <a:bodyPr wrap="square" anchor="t">
            <a:spAutoFit/>
          </a:bodyPr>
          <a:lstStyle/>
          <a:p>
            <a:pPr algn="l">
              <a:defRPr sz="2600" b="1" i="0">
                <a:solidFill>
                  <a:srgbClr val="FFFFFF"/>
                </a:solidFill>
                <a:latin typeface="Segoe UI Black"/>
              </a:defRPr>
            </a:pPr>
            <a:r>
              <a:rPr dirty="0">
                <a:latin typeface="Calibri" panose="020F0502020204030204" pitchFamily="34" charset="0"/>
                <a:ea typeface="Calibri" panose="020F0502020204030204" pitchFamily="34" charset="0"/>
                <a:cs typeface="Calibri" panose="020F0502020204030204" pitchFamily="34" charset="0"/>
              </a:rPr>
              <a:t>What is AMD PACE?</a:t>
            </a:r>
          </a:p>
        </p:txBody>
      </p:sp>
      <p:sp>
        <p:nvSpPr>
          <p:cNvPr id="5" name="Rounded Rectangle 6">
            <a:extLst>
              <a:ext uri="{FF2B5EF4-FFF2-40B4-BE49-F238E27FC236}">
                <a16:creationId xmlns:a16="http://schemas.microsoft.com/office/drawing/2014/main" id="{54B3E829-ED0A-45FC-3D3E-D3DAC27CC4F2}"/>
              </a:ext>
            </a:extLst>
          </p:cNvPr>
          <p:cNvSpPr/>
          <p:nvPr/>
        </p:nvSpPr>
        <p:spPr>
          <a:xfrm>
            <a:off x="457200" y="742242"/>
            <a:ext cx="11292840" cy="548640"/>
          </a:xfrm>
          <a:prstGeom prst="roundRect">
            <a:avLst>
              <a:gd name="adj" fmla="val 6000"/>
            </a:avLst>
          </a:prstGeom>
          <a:solidFill>
            <a:srgbClr val="171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E53B70F-52AE-A498-D5AD-38E929D879D3}"/>
              </a:ext>
            </a:extLst>
          </p:cNvPr>
          <p:cNvSpPr txBox="1"/>
          <p:nvPr/>
        </p:nvSpPr>
        <p:spPr>
          <a:xfrm>
            <a:off x="658368" y="742242"/>
            <a:ext cx="10881360" cy="548640"/>
          </a:xfrm>
          <a:prstGeom prst="rect">
            <a:avLst/>
          </a:prstGeom>
          <a:noFill/>
        </p:spPr>
        <p:txBody>
          <a:bodyPr wrap="square" anchor="ctr">
            <a:spAutoFit/>
          </a:bodyPr>
          <a:lstStyle/>
          <a:p>
            <a:pPr algn="l">
              <a:lnSpc>
                <a:spcPct val="112000"/>
              </a:lnSpc>
            </a:pPr>
            <a:r>
              <a:rPr sz="1300" dirty="0">
                <a:solidFill>
                  <a:srgbClr val="AEB6C2"/>
                </a:solidFill>
                <a:latin typeface="Calibri"/>
              </a:rPr>
              <a:t>AMD PACE (Platform Aware Compute Engine) is an open-source inference engine for AMD EPYC™ CPUs. One engine, end to end: CPU kernels → vLLM plugin → agentic-AI orchestrator.</a:t>
            </a:r>
          </a:p>
        </p:txBody>
      </p:sp>
      <p:sp>
        <p:nvSpPr>
          <p:cNvPr id="9" name="Rectangle 8">
            <a:extLst>
              <a:ext uri="{FF2B5EF4-FFF2-40B4-BE49-F238E27FC236}">
                <a16:creationId xmlns:a16="http://schemas.microsoft.com/office/drawing/2014/main" id="{1694D80B-BCD6-3DE6-DEB5-F5A087CD8619}"/>
              </a:ext>
            </a:extLst>
          </p:cNvPr>
          <p:cNvSpPr/>
          <p:nvPr/>
        </p:nvSpPr>
        <p:spPr>
          <a:xfrm>
            <a:off x="1871319" y="1783080"/>
            <a:ext cx="8449056" cy="27432"/>
          </a:xfrm>
          <a:prstGeom prst="rect">
            <a:avLst/>
          </a:prstGeom>
          <a:solidFill>
            <a:srgbClr val="2B2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2">
            <a:extLst>
              <a:ext uri="{FF2B5EF4-FFF2-40B4-BE49-F238E27FC236}">
                <a16:creationId xmlns:a16="http://schemas.microsoft.com/office/drawing/2014/main" id="{11D90FCD-F7FF-A2BE-E5A0-F9DFFA9E4E39}"/>
              </a:ext>
            </a:extLst>
          </p:cNvPr>
          <p:cNvSpPr/>
          <p:nvPr/>
        </p:nvSpPr>
        <p:spPr>
          <a:xfrm>
            <a:off x="1817643" y="1700784"/>
            <a:ext cx="109728" cy="182880"/>
          </a:xfrm>
          <a:prstGeom prst="roundRect">
            <a:avLst>
              <a:gd name="adj" fmla="val 50000"/>
            </a:avLst>
          </a:prstGeom>
          <a:solidFill>
            <a:srgbClr val="F6C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3">
            <a:extLst>
              <a:ext uri="{FF2B5EF4-FFF2-40B4-BE49-F238E27FC236}">
                <a16:creationId xmlns:a16="http://schemas.microsoft.com/office/drawing/2014/main" id="{DF0841CC-0B8A-3C03-E4D5-3D6E71BD8477}"/>
              </a:ext>
            </a:extLst>
          </p:cNvPr>
          <p:cNvSpPr/>
          <p:nvPr/>
        </p:nvSpPr>
        <p:spPr>
          <a:xfrm>
            <a:off x="1278147" y="1389888"/>
            <a:ext cx="1188720" cy="310896"/>
          </a:xfrm>
          <a:prstGeom prst="roundRect">
            <a:avLst>
              <a:gd name="adj" fmla="val 45000"/>
            </a:avLst>
          </a:prstGeom>
          <a:gradFill rotWithShape="1">
            <a:gsLst>
              <a:gs pos="0">
                <a:srgbClr val="F7D482"/>
              </a:gs>
              <a:gs pos="100000">
                <a:srgbClr val="F6C85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D2925D2C-677A-8F09-A71E-0EAB73D11A11}"/>
              </a:ext>
            </a:extLst>
          </p:cNvPr>
          <p:cNvSpPr txBox="1"/>
          <p:nvPr/>
        </p:nvSpPr>
        <p:spPr>
          <a:xfrm>
            <a:off x="1278147" y="1389888"/>
            <a:ext cx="1188720" cy="310896"/>
          </a:xfrm>
          <a:prstGeom prst="rect">
            <a:avLst/>
          </a:prstGeom>
          <a:noFill/>
        </p:spPr>
        <p:txBody>
          <a:bodyPr wrap="square" anchor="ctr">
            <a:spAutoFit/>
          </a:bodyPr>
          <a:lstStyle/>
          <a:p>
            <a:pPr algn="ctr">
              <a:defRPr sz="1100" b="1" i="0">
                <a:solidFill>
                  <a:srgbClr val="0B0C10"/>
                </a:solidFill>
                <a:latin typeface="Segoe UI Black"/>
              </a:defRPr>
            </a:pPr>
            <a:r>
              <a:t>2025</a:t>
            </a:r>
          </a:p>
        </p:txBody>
      </p:sp>
      <p:sp>
        <p:nvSpPr>
          <p:cNvPr id="17" name="Rounded Rectangle 15">
            <a:extLst>
              <a:ext uri="{FF2B5EF4-FFF2-40B4-BE49-F238E27FC236}">
                <a16:creationId xmlns:a16="http://schemas.microsoft.com/office/drawing/2014/main" id="{F0C6332C-B8BC-A274-144B-0D501BF92139}"/>
              </a:ext>
            </a:extLst>
          </p:cNvPr>
          <p:cNvSpPr/>
          <p:nvPr/>
        </p:nvSpPr>
        <p:spPr>
          <a:xfrm>
            <a:off x="545439" y="2084831"/>
            <a:ext cx="2651760" cy="4199934"/>
          </a:xfrm>
          <a:prstGeom prst="roundRect">
            <a:avLst>
              <a:gd name="adj" fmla="val 8000"/>
            </a:avLst>
          </a:prstGeom>
          <a:solidFill>
            <a:srgbClr val="17191F"/>
          </a:solidFill>
          <a:ln w="9525">
            <a:solidFill>
              <a:srgbClr val="303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F4BDB4AD-3398-5D31-1DB5-190573D1A06F}"/>
              </a:ext>
            </a:extLst>
          </p:cNvPr>
          <p:cNvSpPr txBox="1"/>
          <p:nvPr/>
        </p:nvSpPr>
        <p:spPr>
          <a:xfrm>
            <a:off x="911467" y="2221991"/>
            <a:ext cx="534442" cy="274320"/>
          </a:xfrm>
          <a:prstGeom prst="rect">
            <a:avLst/>
          </a:prstGeom>
          <a:noFill/>
        </p:spPr>
        <p:txBody>
          <a:bodyPr wrap="square" anchor="t">
            <a:spAutoFit/>
          </a:bodyPr>
          <a:lstStyle/>
          <a:p>
            <a:pPr algn="l">
              <a:defRPr sz="1120" b="1" i="0">
                <a:solidFill>
                  <a:srgbClr val="F6C85F"/>
                </a:solidFill>
                <a:latin typeface="Segoe UI Black"/>
              </a:defRPr>
            </a:pPr>
            <a:r>
              <a:t>01</a:t>
            </a:r>
          </a:p>
        </p:txBody>
      </p:sp>
      <p:sp>
        <p:nvSpPr>
          <p:cNvPr id="21" name="TextBox 20">
            <a:extLst>
              <a:ext uri="{FF2B5EF4-FFF2-40B4-BE49-F238E27FC236}">
                <a16:creationId xmlns:a16="http://schemas.microsoft.com/office/drawing/2014/main" id="{F54D5789-71A6-3540-C80F-6B948580CCB6}"/>
              </a:ext>
            </a:extLst>
          </p:cNvPr>
          <p:cNvSpPr txBox="1"/>
          <p:nvPr/>
        </p:nvSpPr>
        <p:spPr>
          <a:xfrm>
            <a:off x="911467" y="2532887"/>
            <a:ext cx="1922081" cy="502920"/>
          </a:xfrm>
          <a:prstGeom prst="rect">
            <a:avLst/>
          </a:prstGeom>
          <a:noFill/>
        </p:spPr>
        <p:txBody>
          <a:bodyPr wrap="square" anchor="t">
            <a:spAutoFit/>
          </a:bodyPr>
          <a:lstStyle/>
          <a:p>
            <a:pPr algn="l">
              <a:defRPr sz="1040" b="1" i="0">
                <a:solidFill>
                  <a:srgbClr val="FFFFFF"/>
                </a:solidFill>
                <a:latin typeface="Segoe UI Semibold"/>
              </a:defRPr>
            </a:pPr>
            <a:r>
              <a:t>The Baseline</a:t>
            </a:r>
          </a:p>
        </p:txBody>
      </p:sp>
      <p:sp>
        <p:nvSpPr>
          <p:cNvPr id="23" name="Rounded Rectangle 19">
            <a:extLst>
              <a:ext uri="{FF2B5EF4-FFF2-40B4-BE49-F238E27FC236}">
                <a16:creationId xmlns:a16="http://schemas.microsoft.com/office/drawing/2014/main" id="{BBC4A78C-ED25-831C-91D7-6E909503AA72}"/>
              </a:ext>
            </a:extLst>
          </p:cNvPr>
          <p:cNvSpPr/>
          <p:nvPr/>
        </p:nvSpPr>
        <p:spPr>
          <a:xfrm>
            <a:off x="888562" y="3165079"/>
            <a:ext cx="1967891" cy="1234754"/>
          </a:xfrm>
          <a:prstGeom prst="roundRect">
            <a:avLst>
              <a:gd name="adj" fmla="val 10000"/>
            </a:avLst>
          </a:prstGeom>
          <a:solidFill>
            <a:srgbClr val="171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era1_baseline.gif">
            <a:extLst>
              <a:ext uri="{FF2B5EF4-FFF2-40B4-BE49-F238E27FC236}">
                <a16:creationId xmlns:a16="http://schemas.microsoft.com/office/drawing/2014/main" id="{8D9F67F3-51C2-CC47-EEE8-3F081E19145E}"/>
              </a:ext>
            </a:extLst>
          </p:cNvPr>
          <p:cNvPicPr>
            <a:picLocks noChangeAspect="1"/>
          </p:cNvPicPr>
          <p:nvPr/>
        </p:nvPicPr>
        <p:blipFill>
          <a:blip r:embed="rId2"/>
          <a:stretch>
            <a:fillRect/>
          </a:stretch>
        </p:blipFill>
        <p:spPr>
          <a:xfrm>
            <a:off x="888562" y="3165079"/>
            <a:ext cx="1967891" cy="1234754"/>
          </a:xfrm>
          <a:prstGeom prst="rect">
            <a:avLst/>
          </a:prstGeom>
        </p:spPr>
      </p:pic>
      <p:sp>
        <p:nvSpPr>
          <p:cNvPr id="27" name="TextBox 26">
            <a:extLst>
              <a:ext uri="{FF2B5EF4-FFF2-40B4-BE49-F238E27FC236}">
                <a16:creationId xmlns:a16="http://schemas.microsoft.com/office/drawing/2014/main" id="{431D512D-9296-1E66-1069-F4CE4B945DF4}"/>
              </a:ext>
            </a:extLst>
          </p:cNvPr>
          <p:cNvSpPr txBox="1"/>
          <p:nvPr/>
        </p:nvSpPr>
        <p:spPr>
          <a:xfrm>
            <a:off x="865658" y="4753624"/>
            <a:ext cx="2013700" cy="420624"/>
          </a:xfrm>
          <a:prstGeom prst="rect">
            <a:avLst/>
          </a:prstGeom>
          <a:noFill/>
        </p:spPr>
        <p:txBody>
          <a:bodyPr wrap="square" anchor="t">
            <a:spAutoFit/>
          </a:bodyPr>
          <a:lstStyle/>
          <a:p>
            <a:pPr algn="ctr">
              <a:defRPr sz="1760" b="1" i="0">
                <a:solidFill>
                  <a:srgbClr val="F6C85F"/>
                </a:solidFill>
                <a:latin typeface="Segoe UI Black"/>
              </a:defRPr>
            </a:pPr>
            <a:r>
              <a:t>0.75×</a:t>
            </a:r>
          </a:p>
        </p:txBody>
      </p:sp>
      <p:sp>
        <p:nvSpPr>
          <p:cNvPr id="29" name="TextBox 28">
            <a:extLst>
              <a:ext uri="{FF2B5EF4-FFF2-40B4-BE49-F238E27FC236}">
                <a16:creationId xmlns:a16="http://schemas.microsoft.com/office/drawing/2014/main" id="{E21DD63B-7EE9-59E6-BDDA-5544B9847F36}"/>
              </a:ext>
            </a:extLst>
          </p:cNvPr>
          <p:cNvSpPr txBox="1"/>
          <p:nvPr/>
        </p:nvSpPr>
        <p:spPr>
          <a:xfrm>
            <a:off x="865658" y="5174248"/>
            <a:ext cx="2013700" cy="237744"/>
          </a:xfrm>
          <a:prstGeom prst="rect">
            <a:avLst/>
          </a:prstGeom>
          <a:noFill/>
        </p:spPr>
        <p:txBody>
          <a:bodyPr wrap="square" anchor="t">
            <a:spAutoFit/>
          </a:bodyPr>
          <a:lstStyle/>
          <a:p>
            <a:pPr algn="ctr">
              <a:defRPr sz="640" b="0" i="0">
                <a:solidFill>
                  <a:srgbClr val="A1A1AA"/>
                </a:solidFill>
                <a:latin typeface="Segoe UI"/>
              </a:defRPr>
            </a:pPr>
            <a:r>
              <a:t>PACE vs vLLM at start</a:t>
            </a:r>
          </a:p>
        </p:txBody>
      </p:sp>
      <p:sp>
        <p:nvSpPr>
          <p:cNvPr id="31" name="Rectangle 30">
            <a:extLst>
              <a:ext uri="{FF2B5EF4-FFF2-40B4-BE49-F238E27FC236}">
                <a16:creationId xmlns:a16="http://schemas.microsoft.com/office/drawing/2014/main" id="{6EA3C008-67B4-B809-38D5-D0411790DC95}"/>
              </a:ext>
            </a:extLst>
          </p:cNvPr>
          <p:cNvSpPr/>
          <p:nvPr/>
        </p:nvSpPr>
        <p:spPr>
          <a:xfrm>
            <a:off x="1605287" y="5430280"/>
            <a:ext cx="534442" cy="18288"/>
          </a:xfrm>
          <a:prstGeom prst="rect">
            <a:avLst/>
          </a:prstGeom>
          <a:solidFill>
            <a:srgbClr val="F6C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49235A6F-BCC1-FBA9-580E-8019DEF443CA}"/>
              </a:ext>
            </a:extLst>
          </p:cNvPr>
          <p:cNvSpPr txBox="1"/>
          <p:nvPr/>
        </p:nvSpPr>
        <p:spPr>
          <a:xfrm>
            <a:off x="926737" y="5530864"/>
            <a:ext cx="1891542" cy="676656"/>
          </a:xfrm>
          <a:prstGeom prst="rect">
            <a:avLst/>
          </a:prstGeom>
          <a:noFill/>
        </p:spPr>
        <p:txBody>
          <a:bodyPr wrap="square">
            <a:spAutoFit/>
          </a:bodyPr>
          <a:lstStyle/>
          <a:p>
            <a:pPr>
              <a:lnSpc>
                <a:spcPct val="110000"/>
              </a:lnSpc>
              <a:spcAft>
                <a:spcPts val="400"/>
              </a:spcAft>
            </a:pPr>
            <a:r>
              <a:rPr sz="735" b="1">
                <a:solidFill>
                  <a:srgbClr val="F6C85F"/>
                </a:solidFill>
                <a:latin typeface="Segoe UI"/>
              </a:rPr>
              <a:t>▸  </a:t>
            </a:r>
            <a:r>
              <a:rPr sz="735">
                <a:solidFill>
                  <a:srgbClr val="F4F4F6"/>
                </a:solidFill>
                <a:latin typeface="Segoe UI"/>
              </a:rPr>
              <a:t>Industry-standard LLM serving (GPU &amp; CPU)</a:t>
            </a:r>
          </a:p>
          <a:p>
            <a:pPr>
              <a:lnSpc>
                <a:spcPct val="110000"/>
              </a:lnSpc>
              <a:spcAft>
                <a:spcPts val="400"/>
              </a:spcAft>
            </a:pPr>
            <a:r>
              <a:rPr sz="735" b="1">
                <a:solidFill>
                  <a:srgbClr val="F6C85F"/>
                </a:solidFill>
                <a:latin typeface="Segoe UI"/>
              </a:rPr>
              <a:t>▸  </a:t>
            </a:r>
            <a:r>
              <a:rPr sz="735">
                <a:solidFill>
                  <a:srgbClr val="F4F4F6"/>
                </a:solidFill>
                <a:latin typeface="Segoe UI"/>
              </a:rPr>
              <a:t>The bar every engine is measured against</a:t>
            </a:r>
          </a:p>
        </p:txBody>
      </p:sp>
      <p:sp>
        <p:nvSpPr>
          <p:cNvPr id="35" name="Rounded Rectangle 25">
            <a:extLst>
              <a:ext uri="{FF2B5EF4-FFF2-40B4-BE49-F238E27FC236}">
                <a16:creationId xmlns:a16="http://schemas.microsoft.com/office/drawing/2014/main" id="{8CF79812-F131-0C25-0287-52B833DAAB7D}"/>
              </a:ext>
            </a:extLst>
          </p:cNvPr>
          <p:cNvSpPr/>
          <p:nvPr/>
        </p:nvSpPr>
        <p:spPr>
          <a:xfrm>
            <a:off x="4636372" y="1700784"/>
            <a:ext cx="109728" cy="182880"/>
          </a:xfrm>
          <a:prstGeom prst="roundRect">
            <a:avLst>
              <a:gd name="adj" fmla="val 50000"/>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26">
            <a:extLst>
              <a:ext uri="{FF2B5EF4-FFF2-40B4-BE49-F238E27FC236}">
                <a16:creationId xmlns:a16="http://schemas.microsoft.com/office/drawing/2014/main" id="{8BDA9CA8-70AB-B75F-5064-BE30944630CD}"/>
              </a:ext>
            </a:extLst>
          </p:cNvPr>
          <p:cNvSpPr/>
          <p:nvPr/>
        </p:nvSpPr>
        <p:spPr>
          <a:xfrm>
            <a:off x="4096876" y="1389888"/>
            <a:ext cx="1188720" cy="310896"/>
          </a:xfrm>
          <a:prstGeom prst="roundRect">
            <a:avLst>
              <a:gd name="adj" fmla="val 45000"/>
            </a:avLst>
          </a:prstGeom>
          <a:gradFill rotWithShape="1">
            <a:gsLst>
              <a:gs pos="0">
                <a:srgbClr val="7AE0ED"/>
              </a:gs>
              <a:gs pos="100000">
                <a:srgbClr val="55D8E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EB2D9B4F-2BC0-1ED4-83E4-FABA04ABA8BC}"/>
              </a:ext>
            </a:extLst>
          </p:cNvPr>
          <p:cNvSpPr txBox="1"/>
          <p:nvPr/>
        </p:nvSpPr>
        <p:spPr>
          <a:xfrm>
            <a:off x="4096876" y="1389888"/>
            <a:ext cx="1188720" cy="310896"/>
          </a:xfrm>
          <a:prstGeom prst="rect">
            <a:avLst/>
          </a:prstGeom>
          <a:noFill/>
        </p:spPr>
        <p:txBody>
          <a:bodyPr wrap="square" anchor="ctr">
            <a:spAutoFit/>
          </a:bodyPr>
          <a:lstStyle/>
          <a:p>
            <a:pPr algn="ctr">
              <a:defRPr sz="1100" b="1" i="0">
                <a:solidFill>
                  <a:srgbClr val="0B0C10"/>
                </a:solidFill>
                <a:latin typeface="Segoe UI Black"/>
              </a:defRPr>
            </a:pPr>
            <a:r>
              <a:t>APR 2026</a:t>
            </a:r>
          </a:p>
        </p:txBody>
      </p:sp>
      <p:sp>
        <p:nvSpPr>
          <p:cNvPr id="41" name="Rounded Rectangle 28">
            <a:extLst>
              <a:ext uri="{FF2B5EF4-FFF2-40B4-BE49-F238E27FC236}">
                <a16:creationId xmlns:a16="http://schemas.microsoft.com/office/drawing/2014/main" id="{3B4C52C2-16D7-7E8D-E443-7043EAE29348}"/>
              </a:ext>
            </a:extLst>
          </p:cNvPr>
          <p:cNvSpPr/>
          <p:nvPr/>
        </p:nvSpPr>
        <p:spPr>
          <a:xfrm>
            <a:off x="3361791" y="2084831"/>
            <a:ext cx="2651760" cy="4199934"/>
          </a:xfrm>
          <a:prstGeom prst="roundRect">
            <a:avLst>
              <a:gd name="adj" fmla="val 8000"/>
            </a:avLst>
          </a:prstGeom>
          <a:solidFill>
            <a:srgbClr val="17191F"/>
          </a:solidFill>
          <a:ln w="9525">
            <a:solidFill>
              <a:srgbClr val="303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D74F9483-E9F9-CC3A-5EC1-840AF5840D0A}"/>
              </a:ext>
            </a:extLst>
          </p:cNvPr>
          <p:cNvSpPr txBox="1"/>
          <p:nvPr/>
        </p:nvSpPr>
        <p:spPr>
          <a:xfrm>
            <a:off x="3730196" y="2221991"/>
            <a:ext cx="534442" cy="274320"/>
          </a:xfrm>
          <a:prstGeom prst="rect">
            <a:avLst/>
          </a:prstGeom>
          <a:noFill/>
        </p:spPr>
        <p:txBody>
          <a:bodyPr wrap="square" anchor="t">
            <a:spAutoFit/>
          </a:bodyPr>
          <a:lstStyle/>
          <a:p>
            <a:pPr algn="l">
              <a:defRPr sz="1120" b="1" i="0">
                <a:solidFill>
                  <a:srgbClr val="55D8E8"/>
                </a:solidFill>
                <a:latin typeface="Segoe UI Black"/>
              </a:defRPr>
            </a:pPr>
            <a:r>
              <a:t>02</a:t>
            </a:r>
          </a:p>
        </p:txBody>
      </p:sp>
      <p:sp>
        <p:nvSpPr>
          <p:cNvPr id="45" name="Rounded Rectangle 31">
            <a:extLst>
              <a:ext uri="{FF2B5EF4-FFF2-40B4-BE49-F238E27FC236}">
                <a16:creationId xmlns:a16="http://schemas.microsoft.com/office/drawing/2014/main" id="{D932C6F7-EDCA-FBF6-5C86-3D84F151F192}"/>
              </a:ext>
            </a:extLst>
          </p:cNvPr>
          <p:cNvSpPr/>
          <p:nvPr/>
        </p:nvSpPr>
        <p:spPr>
          <a:xfrm>
            <a:off x="4888789" y="2231136"/>
            <a:ext cx="778758" cy="237744"/>
          </a:xfrm>
          <a:prstGeom prst="roundRect">
            <a:avLst>
              <a:gd name="adj" fmla="val 45000"/>
            </a:avLst>
          </a:prstGeom>
          <a:solidFill>
            <a:srgbClr val="2B2E3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720" b="1">
                <a:solidFill>
                  <a:srgbClr val="55D8E8"/>
                </a:solidFill>
                <a:latin typeface="Segoe UI Semibold"/>
              </a:rPr>
              <a:t>PACE 1.1.0</a:t>
            </a:r>
          </a:p>
        </p:txBody>
      </p:sp>
      <p:sp>
        <p:nvSpPr>
          <p:cNvPr id="47" name="TextBox 46">
            <a:extLst>
              <a:ext uri="{FF2B5EF4-FFF2-40B4-BE49-F238E27FC236}">
                <a16:creationId xmlns:a16="http://schemas.microsoft.com/office/drawing/2014/main" id="{D2D47FE7-A6C0-9EC4-D946-3077345B0B65}"/>
              </a:ext>
            </a:extLst>
          </p:cNvPr>
          <p:cNvSpPr txBox="1"/>
          <p:nvPr/>
        </p:nvSpPr>
        <p:spPr>
          <a:xfrm>
            <a:off x="3730196" y="2532887"/>
            <a:ext cx="1922081" cy="502920"/>
          </a:xfrm>
          <a:prstGeom prst="rect">
            <a:avLst/>
          </a:prstGeom>
          <a:noFill/>
        </p:spPr>
        <p:txBody>
          <a:bodyPr wrap="square" anchor="t">
            <a:spAutoFit/>
          </a:bodyPr>
          <a:lstStyle/>
          <a:p>
            <a:pPr algn="l">
              <a:defRPr sz="1040" b="1" i="0">
                <a:solidFill>
                  <a:srgbClr val="FFFFFF"/>
                </a:solidFill>
                <a:latin typeface="Segoe UI Semibold"/>
              </a:defRPr>
            </a:pPr>
            <a:r>
              <a:t>Inference Serving &amp;</a:t>
            </a:r>
            <a:br/>
            <a:r>
              <a:t>Kernel Optimization</a:t>
            </a:r>
          </a:p>
        </p:txBody>
      </p:sp>
      <p:sp>
        <p:nvSpPr>
          <p:cNvPr id="49" name="Rounded Rectangle 33">
            <a:extLst>
              <a:ext uri="{FF2B5EF4-FFF2-40B4-BE49-F238E27FC236}">
                <a16:creationId xmlns:a16="http://schemas.microsoft.com/office/drawing/2014/main" id="{0B3DD09C-B487-1182-327E-2B6E699AE7F3}"/>
              </a:ext>
            </a:extLst>
          </p:cNvPr>
          <p:cNvSpPr/>
          <p:nvPr/>
        </p:nvSpPr>
        <p:spPr>
          <a:xfrm>
            <a:off x="3707291" y="3165079"/>
            <a:ext cx="1967891" cy="1234754"/>
          </a:xfrm>
          <a:prstGeom prst="roundRect">
            <a:avLst>
              <a:gd name="adj" fmla="val 10000"/>
            </a:avLst>
          </a:prstGeom>
          <a:solidFill>
            <a:srgbClr val="171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era2_growth.gif">
            <a:extLst>
              <a:ext uri="{FF2B5EF4-FFF2-40B4-BE49-F238E27FC236}">
                <a16:creationId xmlns:a16="http://schemas.microsoft.com/office/drawing/2014/main" id="{5383F885-98F7-6B08-5955-C4D274A5F5D4}"/>
              </a:ext>
            </a:extLst>
          </p:cNvPr>
          <p:cNvPicPr>
            <a:picLocks noChangeAspect="1"/>
          </p:cNvPicPr>
          <p:nvPr/>
        </p:nvPicPr>
        <p:blipFill>
          <a:blip r:embed="rId3"/>
          <a:stretch>
            <a:fillRect/>
          </a:stretch>
        </p:blipFill>
        <p:spPr>
          <a:xfrm>
            <a:off x="3707291" y="3165079"/>
            <a:ext cx="1967891" cy="1234754"/>
          </a:xfrm>
          <a:prstGeom prst="rect">
            <a:avLst/>
          </a:prstGeom>
        </p:spPr>
      </p:pic>
      <p:sp>
        <p:nvSpPr>
          <p:cNvPr id="53" name="TextBox 52">
            <a:extLst>
              <a:ext uri="{FF2B5EF4-FFF2-40B4-BE49-F238E27FC236}">
                <a16:creationId xmlns:a16="http://schemas.microsoft.com/office/drawing/2014/main" id="{35C7598F-A79C-AFF6-9A38-7CF2972B261E}"/>
              </a:ext>
            </a:extLst>
          </p:cNvPr>
          <p:cNvSpPr txBox="1"/>
          <p:nvPr/>
        </p:nvSpPr>
        <p:spPr>
          <a:xfrm>
            <a:off x="3684387" y="4753624"/>
            <a:ext cx="2013700" cy="420624"/>
          </a:xfrm>
          <a:prstGeom prst="rect">
            <a:avLst/>
          </a:prstGeom>
          <a:noFill/>
        </p:spPr>
        <p:txBody>
          <a:bodyPr wrap="square" anchor="t">
            <a:spAutoFit/>
          </a:bodyPr>
          <a:lstStyle/>
          <a:p>
            <a:pPr algn="ctr">
              <a:defRPr sz="2000" b="1" i="0">
                <a:solidFill>
                  <a:srgbClr val="55D8E8"/>
                </a:solidFill>
                <a:latin typeface="Segoe UI Black"/>
              </a:defRPr>
            </a:pPr>
            <a:r>
              <a:t>1.54×</a:t>
            </a:r>
          </a:p>
        </p:txBody>
      </p:sp>
      <p:sp>
        <p:nvSpPr>
          <p:cNvPr id="55" name="TextBox 54">
            <a:extLst>
              <a:ext uri="{FF2B5EF4-FFF2-40B4-BE49-F238E27FC236}">
                <a16:creationId xmlns:a16="http://schemas.microsoft.com/office/drawing/2014/main" id="{38BEDF34-3229-13F9-0724-7218DB527E70}"/>
              </a:ext>
            </a:extLst>
          </p:cNvPr>
          <p:cNvSpPr txBox="1"/>
          <p:nvPr/>
        </p:nvSpPr>
        <p:spPr>
          <a:xfrm>
            <a:off x="3684387" y="5174248"/>
            <a:ext cx="2013700" cy="237744"/>
          </a:xfrm>
          <a:prstGeom prst="rect">
            <a:avLst/>
          </a:prstGeom>
          <a:noFill/>
        </p:spPr>
        <p:txBody>
          <a:bodyPr wrap="square" anchor="t">
            <a:spAutoFit/>
          </a:bodyPr>
          <a:lstStyle/>
          <a:p>
            <a:pPr algn="ctr">
              <a:defRPr sz="640" b="0" i="0">
                <a:solidFill>
                  <a:srgbClr val="A1A1AA"/>
                </a:solidFill>
                <a:latin typeface="Segoe UI"/>
              </a:defRPr>
            </a:pPr>
            <a:r>
              <a:t>AR geomean vs vLLM  ·  up to 3.29×</a:t>
            </a:r>
          </a:p>
        </p:txBody>
      </p:sp>
      <p:sp>
        <p:nvSpPr>
          <p:cNvPr id="57" name="Rectangle 56">
            <a:extLst>
              <a:ext uri="{FF2B5EF4-FFF2-40B4-BE49-F238E27FC236}">
                <a16:creationId xmlns:a16="http://schemas.microsoft.com/office/drawing/2014/main" id="{C6880BA6-0268-808B-A603-251E2672BF4E}"/>
              </a:ext>
            </a:extLst>
          </p:cNvPr>
          <p:cNvSpPr/>
          <p:nvPr/>
        </p:nvSpPr>
        <p:spPr>
          <a:xfrm>
            <a:off x="4424016" y="5430280"/>
            <a:ext cx="534442" cy="18288"/>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56D6B1D9-8384-3B32-4E1D-AD2E207C368D}"/>
              </a:ext>
            </a:extLst>
          </p:cNvPr>
          <p:cNvSpPr txBox="1"/>
          <p:nvPr/>
        </p:nvSpPr>
        <p:spPr>
          <a:xfrm>
            <a:off x="3745466" y="5530864"/>
            <a:ext cx="1891542" cy="676656"/>
          </a:xfrm>
          <a:prstGeom prst="rect">
            <a:avLst/>
          </a:prstGeom>
          <a:noFill/>
        </p:spPr>
        <p:txBody>
          <a:bodyPr wrap="square">
            <a:spAutoFit/>
          </a:bodyPr>
          <a:lstStyle/>
          <a:p>
            <a:pPr>
              <a:lnSpc>
                <a:spcPct val="110000"/>
              </a:lnSpc>
              <a:spcAft>
                <a:spcPts val="400"/>
              </a:spcAft>
            </a:pPr>
            <a:r>
              <a:rPr sz="735" b="1">
                <a:solidFill>
                  <a:srgbClr val="55D8E8"/>
                </a:solidFill>
                <a:latin typeface="Segoe UI"/>
              </a:rPr>
              <a:t>▸  </a:t>
            </a:r>
            <a:r>
              <a:rPr sz="735">
                <a:solidFill>
                  <a:srgbClr val="F4F4F6"/>
                </a:solidFill>
                <a:latin typeface="Segoe UI"/>
              </a:rPr>
              <a:t>Ground-up CPU kernels for attention &amp; MLP</a:t>
            </a:r>
          </a:p>
          <a:p>
            <a:pPr>
              <a:lnSpc>
                <a:spcPct val="110000"/>
              </a:lnSpc>
              <a:spcAft>
                <a:spcPts val="400"/>
              </a:spcAft>
            </a:pPr>
            <a:r>
              <a:rPr sz="735" b="1">
                <a:solidFill>
                  <a:srgbClr val="55D8E8"/>
                </a:solidFill>
                <a:latin typeface="Segoe UI"/>
              </a:rPr>
              <a:t>▸  </a:t>
            </a:r>
            <a:r>
              <a:rPr sz="735">
                <a:solidFill>
                  <a:srgbClr val="F4F4F6"/>
                </a:solidFill>
                <a:latin typeface="Segoe UI"/>
              </a:rPr>
              <a:t>Speculative decoding for faster generation</a:t>
            </a:r>
          </a:p>
        </p:txBody>
      </p:sp>
      <p:sp>
        <p:nvSpPr>
          <p:cNvPr id="61" name="Rounded Rectangle 39">
            <a:extLst>
              <a:ext uri="{FF2B5EF4-FFF2-40B4-BE49-F238E27FC236}">
                <a16:creationId xmlns:a16="http://schemas.microsoft.com/office/drawing/2014/main" id="{04C595E4-FA51-6E21-C595-786231F6125A}"/>
              </a:ext>
            </a:extLst>
          </p:cNvPr>
          <p:cNvSpPr/>
          <p:nvPr/>
        </p:nvSpPr>
        <p:spPr>
          <a:xfrm>
            <a:off x="7445958" y="1700784"/>
            <a:ext cx="109728" cy="182880"/>
          </a:xfrm>
          <a:prstGeom prst="roundRect">
            <a:avLst>
              <a:gd name="adj" fmla="val 50000"/>
            </a:avLst>
          </a:prstGeom>
          <a:solidFill>
            <a:srgbClr val="82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40">
            <a:extLst>
              <a:ext uri="{FF2B5EF4-FFF2-40B4-BE49-F238E27FC236}">
                <a16:creationId xmlns:a16="http://schemas.microsoft.com/office/drawing/2014/main" id="{06FCEE7A-ADA2-61D2-43DD-134E14641E4A}"/>
              </a:ext>
            </a:extLst>
          </p:cNvPr>
          <p:cNvSpPr/>
          <p:nvPr/>
        </p:nvSpPr>
        <p:spPr>
          <a:xfrm>
            <a:off x="6906462" y="1389888"/>
            <a:ext cx="1188720" cy="310896"/>
          </a:xfrm>
          <a:prstGeom prst="roundRect">
            <a:avLst>
              <a:gd name="adj" fmla="val 45000"/>
            </a:avLst>
          </a:prstGeom>
          <a:gradFill rotWithShape="1">
            <a:gsLst>
              <a:gs pos="0">
                <a:srgbClr val="9DC0FF"/>
              </a:gs>
              <a:gs pos="100000">
                <a:srgbClr val="82AFF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52088690-2705-8D52-37E8-03935F99F205}"/>
              </a:ext>
            </a:extLst>
          </p:cNvPr>
          <p:cNvSpPr txBox="1"/>
          <p:nvPr/>
        </p:nvSpPr>
        <p:spPr>
          <a:xfrm>
            <a:off x="6906462" y="1389888"/>
            <a:ext cx="1188720" cy="310896"/>
          </a:xfrm>
          <a:prstGeom prst="rect">
            <a:avLst/>
          </a:prstGeom>
          <a:noFill/>
        </p:spPr>
        <p:txBody>
          <a:bodyPr wrap="square" anchor="ctr">
            <a:spAutoFit/>
          </a:bodyPr>
          <a:lstStyle/>
          <a:p>
            <a:pPr algn="ctr">
              <a:defRPr sz="1100" b="1" i="0">
                <a:solidFill>
                  <a:srgbClr val="0B0C10"/>
                </a:solidFill>
                <a:latin typeface="Segoe UI Black"/>
              </a:defRPr>
            </a:pPr>
            <a:r>
              <a:t>JUN 2026</a:t>
            </a:r>
          </a:p>
        </p:txBody>
      </p:sp>
      <p:sp>
        <p:nvSpPr>
          <p:cNvPr id="67" name="Rounded Rectangle 42">
            <a:extLst>
              <a:ext uri="{FF2B5EF4-FFF2-40B4-BE49-F238E27FC236}">
                <a16:creationId xmlns:a16="http://schemas.microsoft.com/office/drawing/2014/main" id="{5B79E0D2-B3BB-4D48-1164-628D9C68A446}"/>
              </a:ext>
            </a:extLst>
          </p:cNvPr>
          <p:cNvSpPr/>
          <p:nvPr/>
        </p:nvSpPr>
        <p:spPr>
          <a:xfrm>
            <a:off x="6178143" y="2084831"/>
            <a:ext cx="2651760" cy="4199934"/>
          </a:xfrm>
          <a:prstGeom prst="roundRect">
            <a:avLst>
              <a:gd name="adj" fmla="val 8000"/>
            </a:avLst>
          </a:prstGeom>
          <a:solidFill>
            <a:srgbClr val="17191F"/>
          </a:solidFill>
          <a:ln w="9525">
            <a:solidFill>
              <a:srgbClr val="303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6246CE6F-EAAD-219B-A177-CE3278059236}"/>
              </a:ext>
            </a:extLst>
          </p:cNvPr>
          <p:cNvSpPr txBox="1"/>
          <p:nvPr/>
        </p:nvSpPr>
        <p:spPr>
          <a:xfrm>
            <a:off x="6539781" y="2221991"/>
            <a:ext cx="534442" cy="274320"/>
          </a:xfrm>
          <a:prstGeom prst="rect">
            <a:avLst/>
          </a:prstGeom>
          <a:noFill/>
        </p:spPr>
        <p:txBody>
          <a:bodyPr wrap="square" anchor="t">
            <a:spAutoFit/>
          </a:bodyPr>
          <a:lstStyle/>
          <a:p>
            <a:pPr algn="l">
              <a:defRPr sz="1120" b="1" i="0">
                <a:solidFill>
                  <a:srgbClr val="82AFFF"/>
                </a:solidFill>
                <a:latin typeface="Segoe UI Black"/>
              </a:defRPr>
            </a:pPr>
            <a:r>
              <a:t>03</a:t>
            </a:r>
          </a:p>
        </p:txBody>
      </p:sp>
      <p:sp>
        <p:nvSpPr>
          <p:cNvPr id="71" name="Rounded Rectangle 45">
            <a:extLst>
              <a:ext uri="{FF2B5EF4-FFF2-40B4-BE49-F238E27FC236}">
                <a16:creationId xmlns:a16="http://schemas.microsoft.com/office/drawing/2014/main" id="{FCC4B89A-3E6C-BB19-C444-A14702CD2AF0}"/>
              </a:ext>
            </a:extLst>
          </p:cNvPr>
          <p:cNvSpPr/>
          <p:nvPr/>
        </p:nvSpPr>
        <p:spPr>
          <a:xfrm>
            <a:off x="7698374" y="2231136"/>
            <a:ext cx="778758" cy="237744"/>
          </a:xfrm>
          <a:prstGeom prst="roundRect">
            <a:avLst>
              <a:gd name="adj" fmla="val 45000"/>
            </a:avLst>
          </a:prstGeom>
          <a:solidFill>
            <a:srgbClr val="2B2E3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720" b="1">
                <a:solidFill>
                  <a:srgbClr val="82AFFF"/>
                </a:solidFill>
                <a:latin typeface="Segoe UI Semibold"/>
              </a:rPr>
              <a:t>PACE 1.2.0</a:t>
            </a:r>
          </a:p>
        </p:txBody>
      </p:sp>
      <p:sp>
        <p:nvSpPr>
          <p:cNvPr id="73" name="TextBox 72">
            <a:extLst>
              <a:ext uri="{FF2B5EF4-FFF2-40B4-BE49-F238E27FC236}">
                <a16:creationId xmlns:a16="http://schemas.microsoft.com/office/drawing/2014/main" id="{7C289EFA-65FD-C18C-9257-0DF3D7831A71}"/>
              </a:ext>
            </a:extLst>
          </p:cNvPr>
          <p:cNvSpPr txBox="1"/>
          <p:nvPr/>
        </p:nvSpPr>
        <p:spPr>
          <a:xfrm>
            <a:off x="6539781" y="2532887"/>
            <a:ext cx="1922081" cy="502920"/>
          </a:xfrm>
          <a:prstGeom prst="rect">
            <a:avLst/>
          </a:prstGeom>
          <a:noFill/>
        </p:spPr>
        <p:txBody>
          <a:bodyPr wrap="square" anchor="t">
            <a:spAutoFit/>
          </a:bodyPr>
          <a:lstStyle/>
          <a:p>
            <a:pPr algn="l">
              <a:defRPr sz="1040" b="1" i="0">
                <a:solidFill>
                  <a:srgbClr val="FFFFFF"/>
                </a:solidFill>
                <a:latin typeface="Segoe UI Semibold"/>
              </a:defRPr>
            </a:pPr>
            <a:r>
              <a:t>vLLM Plugin</a:t>
            </a:r>
            <a:br/>
            <a:r>
              <a:t>Integration</a:t>
            </a:r>
          </a:p>
        </p:txBody>
      </p:sp>
      <p:sp>
        <p:nvSpPr>
          <p:cNvPr id="75" name="Rounded Rectangle 47">
            <a:extLst>
              <a:ext uri="{FF2B5EF4-FFF2-40B4-BE49-F238E27FC236}">
                <a16:creationId xmlns:a16="http://schemas.microsoft.com/office/drawing/2014/main" id="{BA327976-A75E-7DB5-6116-7E1F4B76075B}"/>
              </a:ext>
            </a:extLst>
          </p:cNvPr>
          <p:cNvSpPr/>
          <p:nvPr/>
        </p:nvSpPr>
        <p:spPr>
          <a:xfrm>
            <a:off x="6516877" y="3165079"/>
            <a:ext cx="1967891" cy="1234754"/>
          </a:xfrm>
          <a:prstGeom prst="roundRect">
            <a:avLst>
              <a:gd name="adj" fmla="val 10000"/>
            </a:avLst>
          </a:prstGeom>
          <a:solidFill>
            <a:srgbClr val="171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7" name="Picture 76" descr="era3_plugin.gif">
            <a:extLst>
              <a:ext uri="{FF2B5EF4-FFF2-40B4-BE49-F238E27FC236}">
                <a16:creationId xmlns:a16="http://schemas.microsoft.com/office/drawing/2014/main" id="{821370BD-6D1E-AF80-10DF-E51551516A8E}"/>
              </a:ext>
            </a:extLst>
          </p:cNvPr>
          <p:cNvPicPr>
            <a:picLocks noChangeAspect="1"/>
          </p:cNvPicPr>
          <p:nvPr/>
        </p:nvPicPr>
        <p:blipFill>
          <a:blip r:embed="rId4"/>
          <a:stretch>
            <a:fillRect/>
          </a:stretch>
        </p:blipFill>
        <p:spPr>
          <a:xfrm>
            <a:off x="6516877" y="3165079"/>
            <a:ext cx="1967891" cy="1234754"/>
          </a:xfrm>
          <a:prstGeom prst="rect">
            <a:avLst/>
          </a:prstGeom>
        </p:spPr>
      </p:pic>
      <p:sp>
        <p:nvSpPr>
          <p:cNvPr id="79" name="TextBox 78">
            <a:extLst>
              <a:ext uri="{FF2B5EF4-FFF2-40B4-BE49-F238E27FC236}">
                <a16:creationId xmlns:a16="http://schemas.microsoft.com/office/drawing/2014/main" id="{9039EA08-0AE8-DBF5-8C88-825DDDDFEF29}"/>
              </a:ext>
            </a:extLst>
          </p:cNvPr>
          <p:cNvSpPr txBox="1"/>
          <p:nvPr/>
        </p:nvSpPr>
        <p:spPr>
          <a:xfrm>
            <a:off x="6493973" y="4753624"/>
            <a:ext cx="2013700" cy="420624"/>
          </a:xfrm>
          <a:prstGeom prst="rect">
            <a:avLst/>
          </a:prstGeom>
          <a:noFill/>
        </p:spPr>
        <p:txBody>
          <a:bodyPr wrap="square" anchor="t">
            <a:spAutoFit/>
          </a:bodyPr>
          <a:lstStyle/>
          <a:p>
            <a:pPr algn="ctr">
              <a:defRPr sz="2000" b="1" i="0">
                <a:solidFill>
                  <a:srgbClr val="82AFFF"/>
                </a:solidFill>
                <a:latin typeface="Segoe UI Black"/>
              </a:defRPr>
            </a:pPr>
            <a:r>
              <a:t>1.4×</a:t>
            </a:r>
          </a:p>
        </p:txBody>
      </p:sp>
      <p:sp>
        <p:nvSpPr>
          <p:cNvPr id="81" name="TextBox 80">
            <a:extLst>
              <a:ext uri="{FF2B5EF4-FFF2-40B4-BE49-F238E27FC236}">
                <a16:creationId xmlns:a16="http://schemas.microsoft.com/office/drawing/2014/main" id="{8D689E38-0E4A-D78C-1FFC-18257CB27181}"/>
              </a:ext>
            </a:extLst>
          </p:cNvPr>
          <p:cNvSpPr txBox="1"/>
          <p:nvPr/>
        </p:nvSpPr>
        <p:spPr>
          <a:xfrm>
            <a:off x="6493973" y="5174248"/>
            <a:ext cx="2013700" cy="237744"/>
          </a:xfrm>
          <a:prstGeom prst="rect">
            <a:avLst/>
          </a:prstGeom>
          <a:noFill/>
        </p:spPr>
        <p:txBody>
          <a:bodyPr wrap="square" anchor="t">
            <a:spAutoFit/>
          </a:bodyPr>
          <a:lstStyle/>
          <a:p>
            <a:pPr algn="ctr">
              <a:defRPr sz="640" b="0" i="0">
                <a:solidFill>
                  <a:srgbClr val="A1A1AA"/>
                </a:solidFill>
                <a:latin typeface="Segoe UI"/>
              </a:defRPr>
            </a:pPr>
            <a:r>
              <a:t>vs native vLLM  ·  up to 2.4×</a:t>
            </a:r>
          </a:p>
        </p:txBody>
      </p:sp>
      <p:sp>
        <p:nvSpPr>
          <p:cNvPr id="83" name="Rectangle 82">
            <a:extLst>
              <a:ext uri="{FF2B5EF4-FFF2-40B4-BE49-F238E27FC236}">
                <a16:creationId xmlns:a16="http://schemas.microsoft.com/office/drawing/2014/main" id="{137692BC-8804-3EF6-9180-3856B681BCFC}"/>
              </a:ext>
            </a:extLst>
          </p:cNvPr>
          <p:cNvSpPr/>
          <p:nvPr/>
        </p:nvSpPr>
        <p:spPr>
          <a:xfrm>
            <a:off x="7233602" y="5430280"/>
            <a:ext cx="534442" cy="18288"/>
          </a:xfrm>
          <a:prstGeom prst="rect">
            <a:avLst/>
          </a:prstGeom>
          <a:solidFill>
            <a:srgbClr val="82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9D1DD8C2-D111-827E-EF35-23B218D64280}"/>
              </a:ext>
            </a:extLst>
          </p:cNvPr>
          <p:cNvSpPr txBox="1"/>
          <p:nvPr/>
        </p:nvSpPr>
        <p:spPr>
          <a:xfrm>
            <a:off x="6555052" y="5530864"/>
            <a:ext cx="1891542" cy="676656"/>
          </a:xfrm>
          <a:prstGeom prst="rect">
            <a:avLst/>
          </a:prstGeom>
          <a:noFill/>
        </p:spPr>
        <p:txBody>
          <a:bodyPr wrap="square">
            <a:spAutoFit/>
          </a:bodyPr>
          <a:lstStyle/>
          <a:p>
            <a:pPr>
              <a:lnSpc>
                <a:spcPct val="110000"/>
              </a:lnSpc>
              <a:spcAft>
                <a:spcPts val="400"/>
              </a:spcAft>
            </a:pPr>
            <a:r>
              <a:rPr sz="735" b="1">
                <a:solidFill>
                  <a:srgbClr val="82AFFF"/>
                </a:solidFill>
                <a:latin typeface="Segoe UI"/>
              </a:rPr>
              <a:t>▸  </a:t>
            </a:r>
            <a:r>
              <a:rPr sz="735">
                <a:solidFill>
                  <a:srgbClr val="F4F4F6"/>
                </a:solidFill>
                <a:latin typeface="Segoe UI"/>
              </a:rPr>
              <a:t>Drop-in vLLM plugin — pip install, zero code changes</a:t>
            </a:r>
          </a:p>
          <a:p>
            <a:pPr>
              <a:lnSpc>
                <a:spcPct val="110000"/>
              </a:lnSpc>
              <a:spcAft>
                <a:spcPts val="400"/>
              </a:spcAft>
            </a:pPr>
            <a:r>
              <a:rPr sz="735" b="1">
                <a:solidFill>
                  <a:srgbClr val="82AFFF"/>
                </a:solidFill>
                <a:latin typeface="Segoe UI"/>
              </a:rPr>
              <a:t>▸  </a:t>
            </a:r>
            <a:r>
              <a:rPr sz="735">
                <a:solidFill>
                  <a:srgbClr val="F4F4F6"/>
                </a:solidFill>
                <a:latin typeface="Segoe UI"/>
              </a:rPr>
              <a:t>Retains 92–98% of standalone PACE speed</a:t>
            </a:r>
          </a:p>
        </p:txBody>
      </p:sp>
      <p:sp>
        <p:nvSpPr>
          <p:cNvPr id="87" name="Rounded Rectangle 53">
            <a:extLst>
              <a:ext uri="{FF2B5EF4-FFF2-40B4-BE49-F238E27FC236}">
                <a16:creationId xmlns:a16="http://schemas.microsoft.com/office/drawing/2014/main" id="{85E1A2BC-0A9D-6C6D-96CD-CBC7502C7D86}"/>
              </a:ext>
            </a:extLst>
          </p:cNvPr>
          <p:cNvSpPr/>
          <p:nvPr/>
        </p:nvSpPr>
        <p:spPr>
          <a:xfrm>
            <a:off x="10264687" y="1700784"/>
            <a:ext cx="109728" cy="182880"/>
          </a:xfrm>
          <a:prstGeom prst="roundRect">
            <a:avLst>
              <a:gd name="adj" fmla="val 50000"/>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54">
            <a:extLst>
              <a:ext uri="{FF2B5EF4-FFF2-40B4-BE49-F238E27FC236}">
                <a16:creationId xmlns:a16="http://schemas.microsoft.com/office/drawing/2014/main" id="{320187A2-F715-585E-9CA0-7138584B9123}"/>
              </a:ext>
            </a:extLst>
          </p:cNvPr>
          <p:cNvSpPr/>
          <p:nvPr/>
        </p:nvSpPr>
        <p:spPr>
          <a:xfrm>
            <a:off x="9725191" y="1389888"/>
            <a:ext cx="1188720" cy="310896"/>
          </a:xfrm>
          <a:prstGeom prst="roundRect">
            <a:avLst>
              <a:gd name="adj" fmla="val 45000"/>
            </a:avLst>
          </a:prstGeom>
          <a:gradFill rotWithShape="1">
            <a:gsLst>
              <a:gs pos="0">
                <a:srgbClr val="84DFBB"/>
              </a:gs>
              <a:gs pos="100000">
                <a:srgbClr val="62D6A8"/>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extLst>
              <a:ext uri="{FF2B5EF4-FFF2-40B4-BE49-F238E27FC236}">
                <a16:creationId xmlns:a16="http://schemas.microsoft.com/office/drawing/2014/main" id="{182D4E40-212C-D2E8-1564-02FF3DFDEDE1}"/>
              </a:ext>
            </a:extLst>
          </p:cNvPr>
          <p:cNvSpPr txBox="1"/>
          <p:nvPr/>
        </p:nvSpPr>
        <p:spPr>
          <a:xfrm>
            <a:off x="9725191" y="1389888"/>
            <a:ext cx="1188720" cy="310896"/>
          </a:xfrm>
          <a:prstGeom prst="rect">
            <a:avLst/>
          </a:prstGeom>
          <a:noFill/>
        </p:spPr>
        <p:txBody>
          <a:bodyPr wrap="square" anchor="ctr">
            <a:spAutoFit/>
          </a:bodyPr>
          <a:lstStyle/>
          <a:p>
            <a:pPr algn="ctr">
              <a:defRPr sz="1100" b="1" i="0">
                <a:solidFill>
                  <a:srgbClr val="0B0C10"/>
                </a:solidFill>
                <a:latin typeface="Segoe UI Black"/>
              </a:defRPr>
            </a:pPr>
            <a:r>
              <a:t>SEP 2026</a:t>
            </a:r>
          </a:p>
        </p:txBody>
      </p:sp>
      <p:sp>
        <p:nvSpPr>
          <p:cNvPr id="93" name="Rounded Rectangle 56">
            <a:extLst>
              <a:ext uri="{FF2B5EF4-FFF2-40B4-BE49-F238E27FC236}">
                <a16:creationId xmlns:a16="http://schemas.microsoft.com/office/drawing/2014/main" id="{C8F960B9-34FF-9FBC-FC36-57A6BFF66666}"/>
              </a:ext>
            </a:extLst>
          </p:cNvPr>
          <p:cNvSpPr/>
          <p:nvPr/>
        </p:nvSpPr>
        <p:spPr>
          <a:xfrm>
            <a:off x="8994495" y="2084831"/>
            <a:ext cx="2651760" cy="4199934"/>
          </a:xfrm>
          <a:prstGeom prst="roundRect">
            <a:avLst>
              <a:gd name="adj" fmla="val 8000"/>
            </a:avLst>
          </a:prstGeom>
          <a:solidFill>
            <a:srgbClr val="17191F"/>
          </a:solidFill>
          <a:ln w="9525">
            <a:solidFill>
              <a:srgbClr val="303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a:extLst>
              <a:ext uri="{FF2B5EF4-FFF2-40B4-BE49-F238E27FC236}">
                <a16:creationId xmlns:a16="http://schemas.microsoft.com/office/drawing/2014/main" id="{049F0B86-29FB-2A75-1D4C-124141D663AA}"/>
              </a:ext>
            </a:extLst>
          </p:cNvPr>
          <p:cNvSpPr txBox="1"/>
          <p:nvPr/>
        </p:nvSpPr>
        <p:spPr>
          <a:xfrm>
            <a:off x="9358511" y="2221991"/>
            <a:ext cx="534442" cy="274320"/>
          </a:xfrm>
          <a:prstGeom prst="rect">
            <a:avLst/>
          </a:prstGeom>
          <a:noFill/>
        </p:spPr>
        <p:txBody>
          <a:bodyPr wrap="square" anchor="t">
            <a:spAutoFit/>
          </a:bodyPr>
          <a:lstStyle/>
          <a:p>
            <a:pPr algn="l">
              <a:defRPr sz="1120" b="1" i="0">
                <a:solidFill>
                  <a:srgbClr val="62D6A8"/>
                </a:solidFill>
                <a:latin typeface="Segoe UI Black"/>
              </a:defRPr>
            </a:pPr>
            <a:r>
              <a:t>04</a:t>
            </a:r>
          </a:p>
        </p:txBody>
      </p:sp>
      <p:sp>
        <p:nvSpPr>
          <p:cNvPr id="97" name="Rounded Rectangle 59">
            <a:extLst>
              <a:ext uri="{FF2B5EF4-FFF2-40B4-BE49-F238E27FC236}">
                <a16:creationId xmlns:a16="http://schemas.microsoft.com/office/drawing/2014/main" id="{928B266E-C400-F89C-3AE8-BD7D7F4C30E3}"/>
              </a:ext>
            </a:extLst>
          </p:cNvPr>
          <p:cNvSpPr/>
          <p:nvPr/>
        </p:nvSpPr>
        <p:spPr>
          <a:xfrm>
            <a:off x="10244302" y="2231136"/>
            <a:ext cx="1051560" cy="237744"/>
          </a:xfrm>
          <a:prstGeom prst="roundRect">
            <a:avLst>
              <a:gd name="adj" fmla="val 45000"/>
            </a:avLst>
          </a:prstGeom>
          <a:solidFill>
            <a:srgbClr val="2B2E3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720" b="1">
                <a:solidFill>
                  <a:srgbClr val="62D6A8"/>
                </a:solidFill>
                <a:latin typeface="Segoe UI Semibold"/>
              </a:rPr>
              <a:t>PACE Agent 0.1</a:t>
            </a:r>
          </a:p>
        </p:txBody>
      </p:sp>
      <p:sp>
        <p:nvSpPr>
          <p:cNvPr id="99" name="TextBox 98">
            <a:extLst>
              <a:ext uri="{FF2B5EF4-FFF2-40B4-BE49-F238E27FC236}">
                <a16:creationId xmlns:a16="http://schemas.microsoft.com/office/drawing/2014/main" id="{17457236-68F1-48AB-0E95-06CF9DA690E9}"/>
              </a:ext>
            </a:extLst>
          </p:cNvPr>
          <p:cNvSpPr txBox="1"/>
          <p:nvPr/>
        </p:nvSpPr>
        <p:spPr>
          <a:xfrm>
            <a:off x="9358511" y="2532887"/>
            <a:ext cx="1922081" cy="502920"/>
          </a:xfrm>
          <a:prstGeom prst="rect">
            <a:avLst/>
          </a:prstGeom>
          <a:noFill/>
        </p:spPr>
        <p:txBody>
          <a:bodyPr wrap="square" anchor="t">
            <a:spAutoFit/>
          </a:bodyPr>
          <a:lstStyle/>
          <a:p>
            <a:pPr algn="l">
              <a:defRPr sz="1040" b="1" i="0">
                <a:solidFill>
                  <a:srgbClr val="FFFFFF"/>
                </a:solidFill>
                <a:latin typeface="Segoe UI Semibold"/>
              </a:defRPr>
            </a:pPr>
            <a:r>
              <a:t>Agentic AI</a:t>
            </a:r>
            <a:br/>
            <a:r>
              <a:t>Orchestration</a:t>
            </a:r>
          </a:p>
        </p:txBody>
      </p:sp>
      <p:sp>
        <p:nvSpPr>
          <p:cNvPr id="101" name="Rounded Rectangle 61">
            <a:extLst>
              <a:ext uri="{FF2B5EF4-FFF2-40B4-BE49-F238E27FC236}">
                <a16:creationId xmlns:a16="http://schemas.microsoft.com/office/drawing/2014/main" id="{D8F25381-71B6-A3FC-EB2E-59951CA5287C}"/>
              </a:ext>
            </a:extLst>
          </p:cNvPr>
          <p:cNvSpPr/>
          <p:nvPr/>
        </p:nvSpPr>
        <p:spPr>
          <a:xfrm>
            <a:off x="9335606" y="3165079"/>
            <a:ext cx="1967891" cy="1234754"/>
          </a:xfrm>
          <a:prstGeom prst="roundRect">
            <a:avLst>
              <a:gd name="adj" fmla="val 10000"/>
            </a:avLst>
          </a:prstGeom>
          <a:solidFill>
            <a:srgbClr val="171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3" name="Picture 102" descr="era4_agentic.gif">
            <a:extLst>
              <a:ext uri="{FF2B5EF4-FFF2-40B4-BE49-F238E27FC236}">
                <a16:creationId xmlns:a16="http://schemas.microsoft.com/office/drawing/2014/main" id="{A45F537E-605C-D7CB-2D6C-C030CDFE774E}"/>
              </a:ext>
            </a:extLst>
          </p:cNvPr>
          <p:cNvPicPr>
            <a:picLocks noChangeAspect="1"/>
          </p:cNvPicPr>
          <p:nvPr/>
        </p:nvPicPr>
        <p:blipFill>
          <a:blip r:embed="rId5"/>
          <a:stretch>
            <a:fillRect/>
          </a:stretch>
        </p:blipFill>
        <p:spPr>
          <a:xfrm>
            <a:off x="9335606" y="3165079"/>
            <a:ext cx="1967891" cy="1234754"/>
          </a:xfrm>
          <a:prstGeom prst="rect">
            <a:avLst/>
          </a:prstGeom>
        </p:spPr>
      </p:pic>
      <p:sp>
        <p:nvSpPr>
          <p:cNvPr id="105" name="TextBox 104">
            <a:extLst>
              <a:ext uri="{FF2B5EF4-FFF2-40B4-BE49-F238E27FC236}">
                <a16:creationId xmlns:a16="http://schemas.microsoft.com/office/drawing/2014/main" id="{4E7E9D9D-AD5C-008F-B01D-E6FD69C878B4}"/>
              </a:ext>
            </a:extLst>
          </p:cNvPr>
          <p:cNvSpPr txBox="1"/>
          <p:nvPr/>
        </p:nvSpPr>
        <p:spPr>
          <a:xfrm>
            <a:off x="9312702" y="4753624"/>
            <a:ext cx="2013700" cy="420624"/>
          </a:xfrm>
          <a:prstGeom prst="rect">
            <a:avLst/>
          </a:prstGeom>
          <a:noFill/>
        </p:spPr>
        <p:txBody>
          <a:bodyPr wrap="square" anchor="t">
            <a:spAutoFit/>
          </a:bodyPr>
          <a:lstStyle/>
          <a:p>
            <a:pPr algn="ctr">
              <a:defRPr sz="2000" b="1" i="0">
                <a:solidFill>
                  <a:srgbClr val="62D6A8"/>
                </a:solidFill>
                <a:latin typeface="Segoe UI Black"/>
              </a:defRPr>
            </a:pPr>
            <a:r>
              <a:t>up to 2.2×</a:t>
            </a:r>
          </a:p>
        </p:txBody>
      </p:sp>
      <p:sp>
        <p:nvSpPr>
          <p:cNvPr id="107" name="TextBox 106">
            <a:extLst>
              <a:ext uri="{FF2B5EF4-FFF2-40B4-BE49-F238E27FC236}">
                <a16:creationId xmlns:a16="http://schemas.microsoft.com/office/drawing/2014/main" id="{72F4D4D4-CA79-4C79-37AF-8883797E5448}"/>
              </a:ext>
            </a:extLst>
          </p:cNvPr>
          <p:cNvSpPr txBox="1"/>
          <p:nvPr/>
        </p:nvSpPr>
        <p:spPr>
          <a:xfrm>
            <a:off x="9312702" y="5174248"/>
            <a:ext cx="2013700" cy="237744"/>
          </a:xfrm>
          <a:prstGeom prst="rect">
            <a:avLst/>
          </a:prstGeom>
          <a:noFill/>
        </p:spPr>
        <p:txBody>
          <a:bodyPr wrap="square" anchor="t">
            <a:spAutoFit/>
          </a:bodyPr>
          <a:lstStyle/>
          <a:p>
            <a:pPr algn="ctr">
              <a:defRPr sz="640" b="0" i="0">
                <a:solidFill>
                  <a:srgbClr val="A1A1AA"/>
                </a:solidFill>
                <a:latin typeface="Segoe UI"/>
              </a:defRPr>
            </a:pPr>
            <a:r>
              <a:t>end-to-end  ·  WebVoyager</a:t>
            </a:r>
          </a:p>
        </p:txBody>
      </p:sp>
      <p:sp>
        <p:nvSpPr>
          <p:cNvPr id="109" name="Rectangle 108">
            <a:extLst>
              <a:ext uri="{FF2B5EF4-FFF2-40B4-BE49-F238E27FC236}">
                <a16:creationId xmlns:a16="http://schemas.microsoft.com/office/drawing/2014/main" id="{1FE1A4E9-4495-7D78-0D3C-C8A04B2BD8F5}"/>
              </a:ext>
            </a:extLst>
          </p:cNvPr>
          <p:cNvSpPr/>
          <p:nvPr/>
        </p:nvSpPr>
        <p:spPr>
          <a:xfrm>
            <a:off x="10052331" y="5430280"/>
            <a:ext cx="534442" cy="18288"/>
          </a:xfrm>
          <a:prstGeom prst="rect">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a:extLst>
              <a:ext uri="{FF2B5EF4-FFF2-40B4-BE49-F238E27FC236}">
                <a16:creationId xmlns:a16="http://schemas.microsoft.com/office/drawing/2014/main" id="{A8FA3E9A-27A0-9A5B-EF48-D128333BF653}"/>
              </a:ext>
            </a:extLst>
          </p:cNvPr>
          <p:cNvSpPr txBox="1"/>
          <p:nvPr/>
        </p:nvSpPr>
        <p:spPr>
          <a:xfrm>
            <a:off x="9373781" y="5530864"/>
            <a:ext cx="1891542" cy="676656"/>
          </a:xfrm>
          <a:prstGeom prst="rect">
            <a:avLst/>
          </a:prstGeom>
          <a:noFill/>
        </p:spPr>
        <p:txBody>
          <a:bodyPr wrap="square">
            <a:spAutoFit/>
          </a:bodyPr>
          <a:lstStyle/>
          <a:p>
            <a:pPr>
              <a:lnSpc>
                <a:spcPct val="110000"/>
              </a:lnSpc>
              <a:spcAft>
                <a:spcPts val="400"/>
              </a:spcAft>
            </a:pPr>
            <a:r>
              <a:rPr sz="735" b="1">
                <a:solidFill>
                  <a:srgbClr val="62D6A8"/>
                </a:solidFill>
                <a:latin typeface="Segoe UI"/>
              </a:rPr>
              <a:t>▸  </a:t>
            </a:r>
            <a:r>
              <a:rPr sz="735">
                <a:solidFill>
                  <a:srgbClr val="F4F4F6"/>
                </a:solidFill>
                <a:latin typeface="Segoe UI"/>
              </a:rPr>
              <a:t>LangGraph orchestrator across CPU + GPU</a:t>
            </a:r>
          </a:p>
          <a:p>
            <a:pPr>
              <a:lnSpc>
                <a:spcPct val="110000"/>
              </a:lnSpc>
              <a:spcAft>
                <a:spcPts val="400"/>
              </a:spcAft>
            </a:pPr>
            <a:r>
              <a:rPr sz="735" b="1">
                <a:solidFill>
                  <a:srgbClr val="62D6A8"/>
                </a:solidFill>
                <a:latin typeface="Segoe UI"/>
              </a:rPr>
              <a:t>▸  </a:t>
            </a:r>
            <a:r>
              <a:rPr sz="735">
                <a:solidFill>
                  <a:srgbClr val="F4F4F6"/>
                </a:solidFill>
                <a:latin typeface="Segoe UI"/>
              </a:rPr>
              <a:t>WebVoyager &amp; GAIA · up to 10× operator ops</a:t>
            </a:r>
          </a:p>
        </p:txBody>
      </p:sp>
      <p:sp>
        <p:nvSpPr>
          <p:cNvPr id="113" name="Card1 Version Chip">
            <a:extLst>
              <a:ext uri="{FF2B5EF4-FFF2-40B4-BE49-F238E27FC236}">
                <a16:creationId xmlns:a16="http://schemas.microsoft.com/office/drawing/2014/main" id="{E3C4D99F-7745-CD0E-892D-2AA4BA5297BC}"/>
              </a:ext>
            </a:extLst>
          </p:cNvPr>
          <p:cNvSpPr/>
          <p:nvPr/>
        </p:nvSpPr>
        <p:spPr>
          <a:xfrm>
            <a:off x="2072437" y="2231136"/>
            <a:ext cx="777240" cy="237744"/>
          </a:xfrm>
          <a:prstGeom prst="roundRect">
            <a:avLst>
              <a:gd name="adj" fmla="val 45000"/>
            </a:avLst>
          </a:prstGeom>
          <a:solidFill>
            <a:srgbClr val="2B2E3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720" b="1">
                <a:solidFill>
                  <a:srgbClr val="F6C85F"/>
                </a:solidFill>
                <a:latin typeface="Segoe UI Semibold"/>
              </a:rPr>
              <a:t>PACE 1.0</a:t>
            </a:r>
          </a:p>
        </p:txBody>
      </p:sp>
    </p:spTree>
    <p:extLst>
      <p:ext uri="{BB962C8B-B14F-4D97-AF65-F5344CB8AC3E}">
        <p14:creationId xmlns:p14="http://schemas.microsoft.com/office/powerpoint/2010/main" val="7750256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8752A-5CA4-55E4-F2B6-53B4CD133364}"/>
              </a:ext>
            </a:extLst>
          </p:cNvPr>
          <p:cNvSpPr txBox="1">
            <a:spLocks/>
          </p:cNvSpPr>
          <p:nvPr/>
        </p:nvSpPr>
        <p:spPr>
          <a:xfrm>
            <a:off x="575418" y="506880"/>
            <a:ext cx="11018520" cy="430887"/>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t> Four shifts affecting data</a:t>
            </a:r>
          </a:p>
        </p:txBody>
      </p:sp>
      <p:pic>
        <p:nvPicPr>
          <p:cNvPr id="3" name="Picture 2">
            <a:extLst>
              <a:ext uri="{FF2B5EF4-FFF2-40B4-BE49-F238E27FC236}">
                <a16:creationId xmlns:a16="http://schemas.microsoft.com/office/drawing/2014/main" id="{AF691C13-B57C-6622-8550-CC02FD1503EE}"/>
              </a:ext>
            </a:extLst>
          </p:cNvPr>
          <p:cNvPicPr>
            <a:picLocks noChangeAspect="1"/>
          </p:cNvPicPr>
          <p:nvPr/>
        </p:nvPicPr>
        <p:blipFill>
          <a:blip r:embed="rId2"/>
          <a:stretch>
            <a:fillRect/>
          </a:stretch>
        </p:blipFill>
        <p:spPr>
          <a:xfrm>
            <a:off x="7719011" y="1022677"/>
            <a:ext cx="3884027" cy="5481490"/>
          </a:xfrm>
          <a:prstGeom prst="rect">
            <a:avLst/>
          </a:prstGeom>
        </p:spPr>
      </p:pic>
      <p:sp>
        <p:nvSpPr>
          <p:cNvPr id="4" name="TextBox 3">
            <a:extLst>
              <a:ext uri="{FF2B5EF4-FFF2-40B4-BE49-F238E27FC236}">
                <a16:creationId xmlns:a16="http://schemas.microsoft.com/office/drawing/2014/main" id="{79F2F2DD-FB42-51BC-E991-EA84EC6AD1B9}"/>
              </a:ext>
            </a:extLst>
          </p:cNvPr>
          <p:cNvSpPr txBox="1"/>
          <p:nvPr/>
        </p:nvSpPr>
        <p:spPr>
          <a:xfrm>
            <a:off x="603504" y="1097280"/>
            <a:ext cx="6713171" cy="440570"/>
          </a:xfrm>
          <a:prstGeom prst="rect">
            <a:avLst/>
          </a:prstGeom>
          <a:noFill/>
        </p:spPr>
        <p:txBody>
          <a:bodyPr wrap="square" lIns="0" tIns="0" rIns="0" bIns="0">
            <a:spAutoFit/>
          </a:bodyPr>
          <a:lstStyle/>
          <a:p>
            <a:pPr>
              <a:lnSpc>
                <a:spcPct val="115000"/>
              </a:lnSpc>
            </a:pPr>
            <a:r>
              <a:rPr sz="1300" b="0" i="0" dirty="0">
                <a:solidFill>
                  <a:srgbClr val="B6BBC4"/>
                </a:solidFill>
              </a:rPr>
              <a:t>Attention, feed‑forward, decoding and serving are all being reshaped — each stresses </a:t>
            </a:r>
            <a:r>
              <a:rPr sz="1300" b="1" i="0" dirty="0">
                <a:solidFill>
                  <a:srgbClr val="FFFFFF"/>
                </a:solidFill>
              </a:rPr>
              <a:t>data movement, not compute</a:t>
            </a:r>
            <a:r>
              <a:rPr sz="1300" b="0" i="0" dirty="0">
                <a:solidFill>
                  <a:srgbClr val="B6BBC4"/>
                </a:solidFill>
              </a:rPr>
              <a:t>.</a:t>
            </a:r>
          </a:p>
        </p:txBody>
      </p:sp>
      <p:cxnSp>
        <p:nvCxnSpPr>
          <p:cNvPr id="5" name="Connector 8">
            <a:extLst>
              <a:ext uri="{FF2B5EF4-FFF2-40B4-BE49-F238E27FC236}">
                <a16:creationId xmlns:a16="http://schemas.microsoft.com/office/drawing/2014/main" id="{7CA200F3-2DFB-8F24-A542-33E25935EC00}"/>
              </a:ext>
            </a:extLst>
          </p:cNvPr>
          <p:cNvCxnSpPr>
            <a:cxnSpLocks/>
          </p:cNvCxnSpPr>
          <p:nvPr/>
        </p:nvCxnSpPr>
        <p:spPr>
          <a:xfrm>
            <a:off x="4468633" y="2064160"/>
            <a:ext cx="3232090" cy="0"/>
          </a:xfrm>
          <a:prstGeom prst="line">
            <a:avLst/>
          </a:prstGeom>
          <a:ln w="13970">
            <a:solidFill>
              <a:srgbClr val="555862"/>
            </a:solidFill>
          </a:ln>
          <a:effectLst/>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4D0F161A-FD9D-36CE-2EC4-E3FD36E3DA03}"/>
              </a:ext>
            </a:extLst>
          </p:cNvPr>
          <p:cNvSpPr/>
          <p:nvPr/>
        </p:nvSpPr>
        <p:spPr>
          <a:xfrm>
            <a:off x="7650431" y="2023012"/>
            <a:ext cx="82296" cy="82296"/>
          </a:xfrm>
          <a:prstGeom prst="ellipse">
            <a:avLst/>
          </a:prstGeom>
          <a:solidFill>
            <a:srgbClr val="4F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Oval 6">
            <a:extLst>
              <a:ext uri="{FF2B5EF4-FFF2-40B4-BE49-F238E27FC236}">
                <a16:creationId xmlns:a16="http://schemas.microsoft.com/office/drawing/2014/main" id="{3BD71C4E-233C-7D47-DE86-F3042D8A2168}"/>
              </a:ext>
            </a:extLst>
          </p:cNvPr>
          <p:cNvSpPr/>
          <p:nvPr/>
        </p:nvSpPr>
        <p:spPr>
          <a:xfrm>
            <a:off x="603504" y="1835560"/>
            <a:ext cx="457200" cy="457200"/>
          </a:xfrm>
          <a:prstGeom prst="ellipse">
            <a:avLst/>
          </a:prstGeom>
          <a:noFill/>
          <a:ln w="1778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dirty="0">
                <a:solidFill>
                  <a:srgbClr val="F06521"/>
                </a:solidFill>
              </a:rPr>
              <a:t>1</a:t>
            </a:r>
          </a:p>
        </p:txBody>
      </p:sp>
      <p:sp>
        <p:nvSpPr>
          <p:cNvPr id="8" name="TextBox 7">
            <a:extLst>
              <a:ext uri="{FF2B5EF4-FFF2-40B4-BE49-F238E27FC236}">
                <a16:creationId xmlns:a16="http://schemas.microsoft.com/office/drawing/2014/main" id="{41B1A695-8EAB-D25A-7E6D-927C9A29F177}"/>
              </a:ext>
            </a:extLst>
          </p:cNvPr>
          <p:cNvSpPr txBox="1"/>
          <p:nvPr/>
        </p:nvSpPr>
        <p:spPr>
          <a:xfrm>
            <a:off x="1280160" y="1720508"/>
            <a:ext cx="5661610" cy="687304"/>
          </a:xfrm>
          <a:prstGeom prst="rect">
            <a:avLst/>
          </a:prstGeom>
          <a:noFill/>
        </p:spPr>
        <p:txBody>
          <a:bodyPr wrap="square" lIns="0" tIns="0" rIns="0" bIns="0" anchor="ctr">
            <a:spAutoFit/>
          </a:bodyPr>
          <a:lstStyle/>
          <a:p>
            <a:pPr>
              <a:spcAft>
                <a:spcPts val="300"/>
              </a:spcAft>
            </a:pPr>
            <a:r>
              <a:rPr sz="1200" b="1" i="0" spc="160" dirty="0"/>
              <a:t>ATTENTION</a:t>
            </a:r>
            <a:r>
              <a:rPr sz="1200" b="1" i="0" spc="160" dirty="0">
                <a:solidFill>
                  <a:srgbClr val="828792"/>
                </a:solidFill>
              </a:rPr>
              <a:t>   </a:t>
            </a:r>
            <a:r>
              <a:rPr sz="1200" b="1" i="0" spc="160" dirty="0">
                <a:solidFill>
                  <a:srgbClr val="F06521"/>
                </a:solidFill>
              </a:rPr>
              <a:t>GQA</a:t>
            </a:r>
          </a:p>
          <a:p>
            <a:pPr>
              <a:lnSpc>
                <a:spcPct val="103000"/>
              </a:lnSpc>
              <a:spcAft>
                <a:spcPts val="200"/>
              </a:spcAft>
            </a:pPr>
            <a:r>
              <a:rPr sz="1600" b="1" i="0" dirty="0">
                <a:solidFill>
                  <a:srgbClr val="FFFFFF"/>
                </a:solidFill>
              </a:rPr>
              <a:t>Many heads now share one KV</a:t>
            </a:r>
          </a:p>
          <a:p>
            <a:r>
              <a:rPr sz="1200" b="0" i="1" dirty="0"/>
              <a:t>reuse replaces per‑head caches</a:t>
            </a:r>
          </a:p>
        </p:txBody>
      </p:sp>
      <p:cxnSp>
        <p:nvCxnSpPr>
          <p:cNvPr id="9" name="Connector 12">
            <a:extLst>
              <a:ext uri="{FF2B5EF4-FFF2-40B4-BE49-F238E27FC236}">
                <a16:creationId xmlns:a16="http://schemas.microsoft.com/office/drawing/2014/main" id="{69D2EE6A-66EA-8BC5-AEEB-0224CCB2E767}"/>
              </a:ext>
            </a:extLst>
          </p:cNvPr>
          <p:cNvCxnSpPr>
            <a:cxnSpLocks/>
          </p:cNvCxnSpPr>
          <p:nvPr/>
        </p:nvCxnSpPr>
        <p:spPr>
          <a:xfrm>
            <a:off x="5192202" y="3275569"/>
            <a:ext cx="2508521" cy="0"/>
          </a:xfrm>
          <a:prstGeom prst="line">
            <a:avLst/>
          </a:prstGeom>
          <a:ln w="13970">
            <a:solidFill>
              <a:srgbClr val="555862"/>
            </a:solidFill>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594ED845-64AB-F475-8681-1AA58669569F}"/>
              </a:ext>
            </a:extLst>
          </p:cNvPr>
          <p:cNvSpPr/>
          <p:nvPr/>
        </p:nvSpPr>
        <p:spPr>
          <a:xfrm>
            <a:off x="7650431" y="3234421"/>
            <a:ext cx="82296" cy="82296"/>
          </a:xfrm>
          <a:prstGeom prst="ellipse">
            <a:avLst/>
          </a:prstGeom>
          <a:solidFill>
            <a:srgbClr val="4F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Oval 10">
            <a:extLst>
              <a:ext uri="{FF2B5EF4-FFF2-40B4-BE49-F238E27FC236}">
                <a16:creationId xmlns:a16="http://schemas.microsoft.com/office/drawing/2014/main" id="{6BC5F0E9-6A16-EA26-C9FC-639CE4C806B5}"/>
              </a:ext>
            </a:extLst>
          </p:cNvPr>
          <p:cNvSpPr/>
          <p:nvPr/>
        </p:nvSpPr>
        <p:spPr>
          <a:xfrm>
            <a:off x="603504" y="3046969"/>
            <a:ext cx="457200" cy="457200"/>
          </a:xfrm>
          <a:prstGeom prst="ellipse">
            <a:avLst/>
          </a:prstGeom>
          <a:noFill/>
          <a:ln w="1778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dirty="0">
                <a:solidFill>
                  <a:srgbClr val="F06521"/>
                </a:solidFill>
              </a:rPr>
              <a:t>2</a:t>
            </a:r>
          </a:p>
        </p:txBody>
      </p:sp>
      <p:sp>
        <p:nvSpPr>
          <p:cNvPr id="12" name="TextBox 11">
            <a:extLst>
              <a:ext uri="{FF2B5EF4-FFF2-40B4-BE49-F238E27FC236}">
                <a16:creationId xmlns:a16="http://schemas.microsoft.com/office/drawing/2014/main" id="{ABFC49A4-A4D3-9BCD-BBE4-7E0AB7C9BEDB}"/>
              </a:ext>
            </a:extLst>
          </p:cNvPr>
          <p:cNvSpPr txBox="1"/>
          <p:nvPr/>
        </p:nvSpPr>
        <p:spPr>
          <a:xfrm>
            <a:off x="1280160" y="2931917"/>
            <a:ext cx="5661610" cy="687304"/>
          </a:xfrm>
          <a:prstGeom prst="rect">
            <a:avLst/>
          </a:prstGeom>
          <a:noFill/>
        </p:spPr>
        <p:txBody>
          <a:bodyPr wrap="square" lIns="0" tIns="0" rIns="0" bIns="0" anchor="ctr">
            <a:spAutoFit/>
          </a:bodyPr>
          <a:lstStyle/>
          <a:p>
            <a:pPr>
              <a:spcAft>
                <a:spcPts val="300"/>
              </a:spcAft>
            </a:pPr>
            <a:r>
              <a:rPr sz="1200" b="1" i="0" spc="160" dirty="0"/>
              <a:t>FEED‑FORWARD   </a:t>
            </a:r>
            <a:r>
              <a:rPr sz="1200" b="1" i="0" spc="160" dirty="0">
                <a:solidFill>
                  <a:srgbClr val="F06521"/>
                </a:solidFill>
              </a:rPr>
              <a:t>MoE</a:t>
            </a:r>
          </a:p>
          <a:p>
            <a:pPr>
              <a:lnSpc>
                <a:spcPct val="103000"/>
              </a:lnSpc>
              <a:spcAft>
                <a:spcPts val="200"/>
              </a:spcAft>
            </a:pPr>
            <a:r>
              <a:rPr sz="1600" b="1" i="0" dirty="0">
                <a:solidFill>
                  <a:srgbClr val="FFFFFF"/>
                </a:solidFill>
              </a:rPr>
              <a:t>Each token routes to top‑k of E experts</a:t>
            </a:r>
          </a:p>
          <a:p>
            <a:r>
              <a:rPr sz="1200" b="0" i="1" dirty="0"/>
              <a:t>dense compute becomes sparse routing</a:t>
            </a:r>
          </a:p>
        </p:txBody>
      </p:sp>
      <p:cxnSp>
        <p:nvCxnSpPr>
          <p:cNvPr id="13" name="Connector 16">
            <a:extLst>
              <a:ext uri="{FF2B5EF4-FFF2-40B4-BE49-F238E27FC236}">
                <a16:creationId xmlns:a16="http://schemas.microsoft.com/office/drawing/2014/main" id="{CB6E3C33-A75A-F1D1-8B9C-5E9BF4CEAA7C}"/>
              </a:ext>
            </a:extLst>
          </p:cNvPr>
          <p:cNvCxnSpPr>
            <a:cxnSpLocks/>
          </p:cNvCxnSpPr>
          <p:nvPr/>
        </p:nvCxnSpPr>
        <p:spPr>
          <a:xfrm>
            <a:off x="5716988" y="4492460"/>
            <a:ext cx="1983735" cy="0"/>
          </a:xfrm>
          <a:prstGeom prst="line">
            <a:avLst/>
          </a:prstGeom>
          <a:ln w="13970">
            <a:solidFill>
              <a:srgbClr val="555862"/>
            </a:solidFill>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F4726C19-CDAB-D14E-1668-27CAADBE0135}"/>
              </a:ext>
            </a:extLst>
          </p:cNvPr>
          <p:cNvSpPr/>
          <p:nvPr/>
        </p:nvSpPr>
        <p:spPr>
          <a:xfrm>
            <a:off x="7650431" y="4451312"/>
            <a:ext cx="82296" cy="82296"/>
          </a:xfrm>
          <a:prstGeom prst="ellipse">
            <a:avLst/>
          </a:prstGeom>
          <a:solidFill>
            <a:srgbClr val="4F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Oval 14">
            <a:extLst>
              <a:ext uri="{FF2B5EF4-FFF2-40B4-BE49-F238E27FC236}">
                <a16:creationId xmlns:a16="http://schemas.microsoft.com/office/drawing/2014/main" id="{B954F462-0FA4-08ED-86DB-BAD05B73D4F2}"/>
              </a:ext>
            </a:extLst>
          </p:cNvPr>
          <p:cNvSpPr/>
          <p:nvPr/>
        </p:nvSpPr>
        <p:spPr>
          <a:xfrm>
            <a:off x="603504" y="4263860"/>
            <a:ext cx="457200" cy="457200"/>
          </a:xfrm>
          <a:prstGeom prst="ellipse">
            <a:avLst/>
          </a:prstGeom>
          <a:noFill/>
          <a:ln w="1778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dirty="0">
                <a:solidFill>
                  <a:srgbClr val="F06521"/>
                </a:solidFill>
              </a:rPr>
              <a:t>3</a:t>
            </a:r>
          </a:p>
        </p:txBody>
      </p:sp>
      <p:sp>
        <p:nvSpPr>
          <p:cNvPr id="16" name="TextBox 15">
            <a:extLst>
              <a:ext uri="{FF2B5EF4-FFF2-40B4-BE49-F238E27FC236}">
                <a16:creationId xmlns:a16="http://schemas.microsoft.com/office/drawing/2014/main" id="{6AAE4117-779A-F132-BAF4-D70CFC2F8435}"/>
              </a:ext>
            </a:extLst>
          </p:cNvPr>
          <p:cNvSpPr txBox="1"/>
          <p:nvPr/>
        </p:nvSpPr>
        <p:spPr>
          <a:xfrm>
            <a:off x="1280160" y="4148808"/>
            <a:ext cx="5661610" cy="687304"/>
          </a:xfrm>
          <a:prstGeom prst="rect">
            <a:avLst/>
          </a:prstGeom>
          <a:noFill/>
        </p:spPr>
        <p:txBody>
          <a:bodyPr wrap="square" lIns="0" tIns="0" rIns="0" bIns="0" anchor="ctr">
            <a:spAutoFit/>
          </a:bodyPr>
          <a:lstStyle/>
          <a:p>
            <a:pPr>
              <a:spcAft>
                <a:spcPts val="300"/>
              </a:spcAft>
            </a:pPr>
            <a:r>
              <a:rPr sz="1200" b="1" i="0" spc="160" dirty="0"/>
              <a:t>DECODING</a:t>
            </a:r>
            <a:r>
              <a:rPr sz="1200" b="1" i="0" spc="160" dirty="0">
                <a:solidFill>
                  <a:srgbClr val="828792"/>
                </a:solidFill>
              </a:rPr>
              <a:t>   </a:t>
            </a:r>
            <a:r>
              <a:rPr sz="1200" b="1" i="0" spc="160" dirty="0">
                <a:solidFill>
                  <a:srgbClr val="F06521"/>
                </a:solidFill>
              </a:rPr>
              <a:t>Speculative</a:t>
            </a:r>
          </a:p>
          <a:p>
            <a:pPr>
              <a:lnSpc>
                <a:spcPct val="103000"/>
              </a:lnSpc>
              <a:spcAft>
                <a:spcPts val="200"/>
              </a:spcAft>
            </a:pPr>
            <a:r>
              <a:rPr sz="1600" b="1" i="0" dirty="0">
                <a:solidFill>
                  <a:srgbClr val="FFFFFF"/>
                </a:solidFill>
              </a:rPr>
              <a:t>Many draft tokens per step — then rollback</a:t>
            </a:r>
          </a:p>
          <a:p>
            <a:r>
              <a:rPr sz="1200" b="0" i="1" dirty="0"/>
              <a:t>steady one‑token steps turn bursty</a:t>
            </a:r>
          </a:p>
        </p:txBody>
      </p:sp>
      <p:cxnSp>
        <p:nvCxnSpPr>
          <p:cNvPr id="17" name="Connector 20">
            <a:extLst>
              <a:ext uri="{FF2B5EF4-FFF2-40B4-BE49-F238E27FC236}">
                <a16:creationId xmlns:a16="http://schemas.microsoft.com/office/drawing/2014/main" id="{EEA1B5F0-3E04-39F2-04F2-93B0FAD62AED}"/>
              </a:ext>
            </a:extLst>
          </p:cNvPr>
          <p:cNvCxnSpPr>
            <a:cxnSpLocks/>
          </p:cNvCxnSpPr>
          <p:nvPr/>
        </p:nvCxnSpPr>
        <p:spPr>
          <a:xfrm>
            <a:off x="5080883" y="5764165"/>
            <a:ext cx="2619840" cy="0"/>
          </a:xfrm>
          <a:prstGeom prst="line">
            <a:avLst/>
          </a:prstGeom>
          <a:ln w="13970">
            <a:solidFill>
              <a:srgbClr val="555862"/>
            </a:solidFill>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4D74DF61-AE0A-D1F2-FC53-669C8BB56EA7}"/>
              </a:ext>
            </a:extLst>
          </p:cNvPr>
          <p:cNvSpPr/>
          <p:nvPr/>
        </p:nvSpPr>
        <p:spPr>
          <a:xfrm>
            <a:off x="7650431" y="5723017"/>
            <a:ext cx="82296" cy="82296"/>
          </a:xfrm>
          <a:prstGeom prst="ellipse">
            <a:avLst/>
          </a:prstGeom>
          <a:solidFill>
            <a:srgbClr val="4F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Oval 18">
            <a:extLst>
              <a:ext uri="{FF2B5EF4-FFF2-40B4-BE49-F238E27FC236}">
                <a16:creationId xmlns:a16="http://schemas.microsoft.com/office/drawing/2014/main" id="{186AA367-60B0-7DA4-13C8-E9B8330CE006}"/>
              </a:ext>
            </a:extLst>
          </p:cNvPr>
          <p:cNvSpPr/>
          <p:nvPr/>
        </p:nvSpPr>
        <p:spPr>
          <a:xfrm>
            <a:off x="603504" y="5535565"/>
            <a:ext cx="457200" cy="457200"/>
          </a:xfrm>
          <a:prstGeom prst="ellipse">
            <a:avLst/>
          </a:prstGeom>
          <a:noFill/>
          <a:ln w="1778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i="0" dirty="0">
                <a:solidFill>
                  <a:srgbClr val="F06521"/>
                </a:solidFill>
              </a:rPr>
              <a:t>4</a:t>
            </a:r>
          </a:p>
        </p:txBody>
      </p:sp>
      <p:sp>
        <p:nvSpPr>
          <p:cNvPr id="20" name="TextBox 19">
            <a:extLst>
              <a:ext uri="{FF2B5EF4-FFF2-40B4-BE49-F238E27FC236}">
                <a16:creationId xmlns:a16="http://schemas.microsoft.com/office/drawing/2014/main" id="{76BC93D6-8E0C-8C50-36DA-D84A16115C89}"/>
              </a:ext>
            </a:extLst>
          </p:cNvPr>
          <p:cNvSpPr txBox="1"/>
          <p:nvPr/>
        </p:nvSpPr>
        <p:spPr>
          <a:xfrm>
            <a:off x="1280160" y="5420513"/>
            <a:ext cx="5661610" cy="687304"/>
          </a:xfrm>
          <a:prstGeom prst="rect">
            <a:avLst/>
          </a:prstGeom>
          <a:noFill/>
        </p:spPr>
        <p:txBody>
          <a:bodyPr wrap="square" lIns="0" tIns="0" rIns="0" bIns="0" anchor="ctr">
            <a:spAutoFit/>
          </a:bodyPr>
          <a:lstStyle/>
          <a:p>
            <a:pPr>
              <a:spcAft>
                <a:spcPts val="300"/>
              </a:spcAft>
            </a:pPr>
            <a:r>
              <a:rPr sz="1200" b="1" i="0" spc="160" dirty="0"/>
              <a:t>SERVING</a:t>
            </a:r>
            <a:r>
              <a:rPr sz="1200" b="1" i="0" spc="160" dirty="0">
                <a:solidFill>
                  <a:srgbClr val="828792"/>
                </a:solidFill>
              </a:rPr>
              <a:t>   </a:t>
            </a:r>
            <a:r>
              <a:rPr sz="1200" b="1" i="0" spc="160" dirty="0">
                <a:solidFill>
                  <a:srgbClr val="F06521"/>
                </a:solidFill>
              </a:rPr>
              <a:t>Continuous batching</a:t>
            </a:r>
          </a:p>
          <a:p>
            <a:pPr>
              <a:lnSpc>
                <a:spcPct val="103000"/>
              </a:lnSpc>
              <a:spcAft>
                <a:spcPts val="200"/>
              </a:spcAft>
            </a:pPr>
            <a:r>
              <a:rPr sz="1600" b="1" i="0" dirty="0">
                <a:solidFill>
                  <a:srgbClr val="FFFFFF"/>
                </a:solidFill>
              </a:rPr>
              <a:t>The batch is resized every single step</a:t>
            </a:r>
          </a:p>
          <a:p>
            <a:r>
              <a:rPr sz="1200" b="0" i="1" dirty="0"/>
              <a:t>fixed batches become constant churn</a:t>
            </a:r>
          </a:p>
        </p:txBody>
      </p:sp>
    </p:spTree>
    <p:extLst>
      <p:ext uri="{BB962C8B-B14F-4D97-AF65-F5344CB8AC3E}">
        <p14:creationId xmlns:p14="http://schemas.microsoft.com/office/powerpoint/2010/main" val="127796676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9B53-2A7F-42CE-8050-4DF2A2918393}"/>
              </a:ext>
            </a:extLst>
          </p:cNvPr>
          <p:cNvSpPr txBox="1">
            <a:spLocks/>
          </p:cNvSpPr>
          <p:nvPr/>
        </p:nvSpPr>
        <p:spPr>
          <a:xfrm>
            <a:off x="588263" y="591790"/>
            <a:ext cx="11018520" cy="430887"/>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t>Four Data Shifts mapping to Six Data Principles</a:t>
            </a:r>
          </a:p>
        </p:txBody>
      </p:sp>
      <p:grpSp>
        <p:nvGrpSpPr>
          <p:cNvPr id="3" name="Group 2">
            <a:extLst>
              <a:ext uri="{FF2B5EF4-FFF2-40B4-BE49-F238E27FC236}">
                <a16:creationId xmlns:a16="http://schemas.microsoft.com/office/drawing/2014/main" id="{4CB93735-99DE-3587-04BC-9BD1CD5BA330}"/>
              </a:ext>
            </a:extLst>
          </p:cNvPr>
          <p:cNvGrpSpPr/>
          <p:nvPr/>
        </p:nvGrpSpPr>
        <p:grpSpPr>
          <a:xfrm>
            <a:off x="603504" y="1719072"/>
            <a:ext cx="2587752" cy="2578608"/>
            <a:chOff x="603504" y="1719072"/>
            <a:chExt cx="2587752" cy="2578608"/>
          </a:xfrm>
        </p:grpSpPr>
        <p:sp>
          <p:nvSpPr>
            <p:cNvPr id="4" name="Rounded Rectangle 3">
              <a:extLst>
                <a:ext uri="{FF2B5EF4-FFF2-40B4-BE49-F238E27FC236}">
                  <a16:creationId xmlns:a16="http://schemas.microsoft.com/office/drawing/2014/main" id="{838CB1D1-782F-64C9-C9C4-1ACB580BE3CE}"/>
                </a:ext>
              </a:extLst>
            </p:cNvPr>
            <p:cNvSpPr/>
            <p:nvPr/>
          </p:nvSpPr>
          <p:spPr>
            <a:xfrm>
              <a:off x="603504" y="1719072"/>
              <a:ext cx="2587752" cy="2578608"/>
            </a:xfrm>
            <a:prstGeom prst="roundRect">
              <a:avLst>
                <a:gd name="adj" fmla="val 6000"/>
              </a:avLst>
            </a:prstGeom>
            <a:solidFill>
              <a:srgbClr val="1B1D24"/>
            </a:solidFill>
            <a:ln w="12700">
              <a:solidFill>
                <a:srgbClr val="3A3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Oval 4">
              <a:extLst>
                <a:ext uri="{FF2B5EF4-FFF2-40B4-BE49-F238E27FC236}">
                  <a16:creationId xmlns:a16="http://schemas.microsoft.com/office/drawing/2014/main" id="{11BC1C49-B177-B331-409B-522D947B3E82}"/>
                </a:ext>
              </a:extLst>
            </p:cNvPr>
            <p:cNvSpPr/>
            <p:nvPr/>
          </p:nvSpPr>
          <p:spPr>
            <a:xfrm>
              <a:off x="841248" y="1938527"/>
              <a:ext cx="292608" cy="292608"/>
            </a:xfrm>
            <a:prstGeom prst="ellipse">
              <a:avLst/>
            </a:prstGeom>
            <a:noFill/>
            <a:ln w="1651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dirty="0">
                  <a:solidFill>
                    <a:srgbClr val="F06521"/>
                  </a:solidFill>
                </a:rPr>
                <a:t>1</a:t>
              </a:r>
            </a:p>
          </p:txBody>
        </p:sp>
        <p:sp>
          <p:nvSpPr>
            <p:cNvPr id="6" name="TextBox 5">
              <a:extLst>
                <a:ext uri="{FF2B5EF4-FFF2-40B4-BE49-F238E27FC236}">
                  <a16:creationId xmlns:a16="http://schemas.microsoft.com/office/drawing/2014/main" id="{F2323A8D-16B6-97CE-D84C-D0BD7E058973}"/>
                </a:ext>
              </a:extLst>
            </p:cNvPr>
            <p:cNvSpPr txBox="1"/>
            <p:nvPr/>
          </p:nvSpPr>
          <p:spPr>
            <a:xfrm>
              <a:off x="1207008" y="1992499"/>
              <a:ext cx="1874519" cy="184666"/>
            </a:xfrm>
            <a:prstGeom prst="rect">
              <a:avLst/>
            </a:prstGeom>
            <a:noFill/>
          </p:spPr>
          <p:txBody>
            <a:bodyPr wrap="square" lIns="0" tIns="0" rIns="0" bIns="0" anchor="ctr">
              <a:spAutoFit/>
            </a:bodyPr>
            <a:lstStyle/>
            <a:p>
              <a:r>
                <a:rPr sz="1200" b="1" i="0" spc="30" dirty="0">
                  <a:solidFill>
                    <a:srgbClr val="F06521"/>
                  </a:solidFill>
                </a:rPr>
                <a:t>ATTENTION · GQA</a:t>
              </a:r>
            </a:p>
          </p:txBody>
        </p:sp>
        <p:sp>
          <p:nvSpPr>
            <p:cNvPr id="7" name="TextBox 6">
              <a:extLst>
                <a:ext uri="{FF2B5EF4-FFF2-40B4-BE49-F238E27FC236}">
                  <a16:creationId xmlns:a16="http://schemas.microsoft.com/office/drawing/2014/main" id="{EBD26713-D25E-050F-7B5B-35EFA711760B}"/>
                </a:ext>
              </a:extLst>
            </p:cNvPr>
            <p:cNvSpPr txBox="1"/>
            <p:nvPr/>
          </p:nvSpPr>
          <p:spPr>
            <a:xfrm>
              <a:off x="841248" y="2378999"/>
              <a:ext cx="1102866" cy="307777"/>
            </a:xfrm>
            <a:prstGeom prst="rect">
              <a:avLst/>
            </a:prstGeom>
            <a:noFill/>
          </p:spPr>
          <p:txBody>
            <a:bodyPr wrap="none" lIns="0" tIns="0" rIns="0" bIns="0" anchor="ctr">
              <a:spAutoFit/>
            </a:bodyPr>
            <a:lstStyle/>
            <a:p>
              <a:r>
                <a:rPr lang="en-IN" sz="2000" b="1" i="0" dirty="0">
                  <a:solidFill>
                    <a:srgbClr val="F06521"/>
                  </a:solidFill>
                </a:rPr>
                <a:t>P1</a:t>
              </a:r>
              <a:r>
                <a:rPr lang="en-IN" sz="1800" b="1" i="0" dirty="0">
                  <a:solidFill>
                    <a:srgbClr val="4FBAD6"/>
                  </a:solidFill>
                </a:rPr>
                <a:t>  </a:t>
              </a:r>
              <a:r>
                <a:rPr lang="en-IN" sz="1600" b="1" i="0" dirty="0">
                  <a:solidFill>
                    <a:srgbClr val="FFFFFF"/>
                  </a:solidFill>
                </a:rPr>
                <a:t>Reuse</a:t>
              </a:r>
              <a:r>
                <a:rPr lang="en-IN" sz="1300" b="1" i="0" dirty="0">
                  <a:solidFill>
                    <a:srgbClr val="FFFFFF"/>
                  </a:solidFill>
                </a:rPr>
                <a:t> </a:t>
              </a:r>
            </a:p>
          </p:txBody>
        </p:sp>
        <p:pic>
          <p:nvPicPr>
            <p:cNvPr id="8" name="Picture 7" descr="p1.png">
              <a:extLst>
                <a:ext uri="{FF2B5EF4-FFF2-40B4-BE49-F238E27FC236}">
                  <a16:creationId xmlns:a16="http://schemas.microsoft.com/office/drawing/2014/main" id="{FAC681FB-354A-026C-E90B-8E00EAE007D6}"/>
                </a:ext>
              </a:extLst>
            </p:cNvPr>
            <p:cNvPicPr>
              <a:picLocks noChangeAspect="1"/>
            </p:cNvPicPr>
            <p:nvPr/>
          </p:nvPicPr>
          <p:blipFill>
            <a:blip r:embed="rId2"/>
            <a:stretch>
              <a:fillRect/>
            </a:stretch>
          </p:blipFill>
          <p:spPr>
            <a:xfrm>
              <a:off x="777240" y="2798063"/>
              <a:ext cx="2240280" cy="933449"/>
            </a:xfrm>
            <a:prstGeom prst="rect">
              <a:avLst/>
            </a:prstGeom>
          </p:spPr>
        </p:pic>
        <p:sp>
          <p:nvSpPr>
            <p:cNvPr id="9" name="TextBox 8">
              <a:extLst>
                <a:ext uri="{FF2B5EF4-FFF2-40B4-BE49-F238E27FC236}">
                  <a16:creationId xmlns:a16="http://schemas.microsoft.com/office/drawing/2014/main" id="{941E26C6-1B10-B594-F0BC-C76D0663572E}"/>
                </a:ext>
              </a:extLst>
            </p:cNvPr>
            <p:cNvSpPr txBox="1"/>
            <p:nvPr/>
          </p:nvSpPr>
          <p:spPr>
            <a:xfrm>
              <a:off x="822960" y="3847838"/>
              <a:ext cx="2185416" cy="369332"/>
            </a:xfrm>
            <a:prstGeom prst="rect">
              <a:avLst/>
            </a:prstGeom>
            <a:noFill/>
          </p:spPr>
          <p:txBody>
            <a:bodyPr wrap="square" lIns="0" tIns="0" rIns="0" bIns="0" anchor="ctr">
              <a:spAutoFit/>
            </a:bodyPr>
            <a:lstStyle/>
            <a:p>
              <a:pPr algn="ctr"/>
              <a:r>
                <a:rPr sz="1200" b="0" i="1" dirty="0"/>
                <a:t>track the reuse ⇄ parallel crossover</a:t>
              </a:r>
            </a:p>
          </p:txBody>
        </p:sp>
      </p:grpSp>
      <p:grpSp>
        <p:nvGrpSpPr>
          <p:cNvPr id="10" name="Group 9">
            <a:extLst>
              <a:ext uri="{FF2B5EF4-FFF2-40B4-BE49-F238E27FC236}">
                <a16:creationId xmlns:a16="http://schemas.microsoft.com/office/drawing/2014/main" id="{04C87780-1B45-ED21-CF3E-10FF72A14260}"/>
              </a:ext>
            </a:extLst>
          </p:cNvPr>
          <p:cNvGrpSpPr/>
          <p:nvPr/>
        </p:nvGrpSpPr>
        <p:grpSpPr>
          <a:xfrm>
            <a:off x="3410712" y="1719072"/>
            <a:ext cx="2587752" cy="2578608"/>
            <a:chOff x="3410712" y="1719072"/>
            <a:chExt cx="2587752" cy="2578608"/>
          </a:xfrm>
        </p:grpSpPr>
        <p:sp>
          <p:nvSpPr>
            <p:cNvPr id="11" name="Rounded Rectangle 10">
              <a:extLst>
                <a:ext uri="{FF2B5EF4-FFF2-40B4-BE49-F238E27FC236}">
                  <a16:creationId xmlns:a16="http://schemas.microsoft.com/office/drawing/2014/main" id="{7F373FFF-D4A4-001E-E00A-2D3DF6D499C2}"/>
                </a:ext>
              </a:extLst>
            </p:cNvPr>
            <p:cNvSpPr/>
            <p:nvPr/>
          </p:nvSpPr>
          <p:spPr>
            <a:xfrm>
              <a:off x="3410712" y="1719072"/>
              <a:ext cx="2587752" cy="2578608"/>
            </a:xfrm>
            <a:prstGeom prst="roundRect">
              <a:avLst>
                <a:gd name="adj" fmla="val 6000"/>
              </a:avLst>
            </a:prstGeom>
            <a:solidFill>
              <a:srgbClr val="1B1D24"/>
            </a:solidFill>
            <a:ln w="12700">
              <a:solidFill>
                <a:srgbClr val="3A3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Oval 11">
              <a:extLst>
                <a:ext uri="{FF2B5EF4-FFF2-40B4-BE49-F238E27FC236}">
                  <a16:creationId xmlns:a16="http://schemas.microsoft.com/office/drawing/2014/main" id="{B70ABB06-854F-EE23-DF09-F7477E8C561A}"/>
                </a:ext>
              </a:extLst>
            </p:cNvPr>
            <p:cNvSpPr/>
            <p:nvPr/>
          </p:nvSpPr>
          <p:spPr>
            <a:xfrm>
              <a:off x="3648456" y="1938527"/>
              <a:ext cx="292608" cy="292608"/>
            </a:xfrm>
            <a:prstGeom prst="ellipse">
              <a:avLst/>
            </a:prstGeom>
            <a:noFill/>
            <a:ln w="1651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dirty="0">
                  <a:solidFill>
                    <a:srgbClr val="F06521"/>
                  </a:solidFill>
                </a:rPr>
                <a:t>2</a:t>
              </a:r>
            </a:p>
          </p:txBody>
        </p:sp>
        <p:sp>
          <p:nvSpPr>
            <p:cNvPr id="13" name="TextBox 12">
              <a:extLst>
                <a:ext uri="{FF2B5EF4-FFF2-40B4-BE49-F238E27FC236}">
                  <a16:creationId xmlns:a16="http://schemas.microsoft.com/office/drawing/2014/main" id="{D27E7476-00DE-0147-E016-FA623FCE05F4}"/>
                </a:ext>
              </a:extLst>
            </p:cNvPr>
            <p:cNvSpPr txBox="1"/>
            <p:nvPr/>
          </p:nvSpPr>
          <p:spPr>
            <a:xfrm>
              <a:off x="4014216" y="1992499"/>
              <a:ext cx="1874519" cy="184666"/>
            </a:xfrm>
            <a:prstGeom prst="rect">
              <a:avLst/>
            </a:prstGeom>
            <a:noFill/>
          </p:spPr>
          <p:txBody>
            <a:bodyPr wrap="square" lIns="0" tIns="0" rIns="0" bIns="0" anchor="ctr">
              <a:spAutoFit/>
            </a:bodyPr>
            <a:lstStyle/>
            <a:p>
              <a:r>
                <a:rPr sz="1200" b="1" i="0" spc="30" dirty="0">
                  <a:solidFill>
                    <a:srgbClr val="F06521"/>
                  </a:solidFill>
                </a:rPr>
                <a:t>FEED‑FORWARD · MoE</a:t>
              </a:r>
            </a:p>
          </p:txBody>
        </p:sp>
        <p:sp>
          <p:nvSpPr>
            <p:cNvPr id="14" name="TextBox 13">
              <a:extLst>
                <a:ext uri="{FF2B5EF4-FFF2-40B4-BE49-F238E27FC236}">
                  <a16:creationId xmlns:a16="http://schemas.microsoft.com/office/drawing/2014/main" id="{E1B100D2-D355-0220-A2AA-56A773322E6F}"/>
                </a:ext>
              </a:extLst>
            </p:cNvPr>
            <p:cNvSpPr txBox="1"/>
            <p:nvPr/>
          </p:nvSpPr>
          <p:spPr>
            <a:xfrm>
              <a:off x="3648456" y="2378999"/>
              <a:ext cx="1251946" cy="307777"/>
            </a:xfrm>
            <a:prstGeom prst="rect">
              <a:avLst/>
            </a:prstGeom>
            <a:noFill/>
          </p:spPr>
          <p:txBody>
            <a:bodyPr wrap="none" lIns="0" tIns="0" rIns="0" bIns="0" anchor="ctr">
              <a:spAutoFit/>
            </a:bodyPr>
            <a:lstStyle/>
            <a:p>
              <a:r>
                <a:rPr lang="en-IN" sz="2000" b="1" i="0" dirty="0">
                  <a:solidFill>
                    <a:srgbClr val="F06521"/>
                  </a:solidFill>
                </a:rPr>
                <a:t>P2</a:t>
              </a:r>
              <a:r>
                <a:rPr lang="en-IN" sz="1800" b="1" i="0" dirty="0">
                  <a:solidFill>
                    <a:srgbClr val="4FBAD6"/>
                  </a:solidFill>
                </a:rPr>
                <a:t>  </a:t>
              </a:r>
              <a:r>
                <a:rPr lang="en-IN" sz="1600" b="1" i="0" dirty="0">
                  <a:solidFill>
                    <a:srgbClr val="FFFFFF"/>
                  </a:solidFill>
                </a:rPr>
                <a:t>Sparsity</a:t>
              </a:r>
              <a:endParaRPr sz="1600" b="1" i="0" dirty="0">
                <a:solidFill>
                  <a:srgbClr val="FFFFFF"/>
                </a:solidFill>
              </a:endParaRPr>
            </a:p>
          </p:txBody>
        </p:sp>
        <p:pic>
          <p:nvPicPr>
            <p:cNvPr id="15" name="Picture 14" descr="p4.png">
              <a:extLst>
                <a:ext uri="{FF2B5EF4-FFF2-40B4-BE49-F238E27FC236}">
                  <a16:creationId xmlns:a16="http://schemas.microsoft.com/office/drawing/2014/main" id="{4477D66C-5E15-3868-0093-37347501AF6E}"/>
                </a:ext>
              </a:extLst>
            </p:cNvPr>
            <p:cNvPicPr>
              <a:picLocks noChangeAspect="1"/>
            </p:cNvPicPr>
            <p:nvPr/>
          </p:nvPicPr>
          <p:blipFill>
            <a:blip r:embed="rId3"/>
            <a:stretch>
              <a:fillRect/>
            </a:stretch>
          </p:blipFill>
          <p:spPr>
            <a:xfrm>
              <a:off x="3584448" y="2798063"/>
              <a:ext cx="2240280" cy="933449"/>
            </a:xfrm>
            <a:prstGeom prst="rect">
              <a:avLst/>
            </a:prstGeom>
          </p:spPr>
        </p:pic>
        <p:sp>
          <p:nvSpPr>
            <p:cNvPr id="16" name="TextBox 15">
              <a:extLst>
                <a:ext uri="{FF2B5EF4-FFF2-40B4-BE49-F238E27FC236}">
                  <a16:creationId xmlns:a16="http://schemas.microsoft.com/office/drawing/2014/main" id="{6D637D90-1DE3-3839-9F48-451BD4079B34}"/>
                </a:ext>
              </a:extLst>
            </p:cNvPr>
            <p:cNvSpPr txBox="1"/>
            <p:nvPr/>
          </p:nvSpPr>
          <p:spPr>
            <a:xfrm>
              <a:off x="3630168" y="3940171"/>
              <a:ext cx="2185416" cy="184666"/>
            </a:xfrm>
            <a:prstGeom prst="rect">
              <a:avLst/>
            </a:prstGeom>
            <a:noFill/>
          </p:spPr>
          <p:txBody>
            <a:bodyPr wrap="square" lIns="0" tIns="0" rIns="0" bIns="0" anchor="ctr">
              <a:spAutoFit/>
            </a:bodyPr>
            <a:lstStyle/>
            <a:p>
              <a:pPr algn="ctr"/>
              <a:r>
                <a:rPr sz="1200" b="0" i="1" dirty="0"/>
                <a:t>route to top‑k, skip idle</a:t>
              </a:r>
            </a:p>
          </p:txBody>
        </p:sp>
      </p:grpSp>
      <p:grpSp>
        <p:nvGrpSpPr>
          <p:cNvPr id="17" name="Group 16">
            <a:extLst>
              <a:ext uri="{FF2B5EF4-FFF2-40B4-BE49-F238E27FC236}">
                <a16:creationId xmlns:a16="http://schemas.microsoft.com/office/drawing/2014/main" id="{62046D91-21BB-8AA1-FE1F-A0DDD0F13045}"/>
              </a:ext>
            </a:extLst>
          </p:cNvPr>
          <p:cNvGrpSpPr/>
          <p:nvPr/>
        </p:nvGrpSpPr>
        <p:grpSpPr>
          <a:xfrm>
            <a:off x="9018633" y="1745391"/>
            <a:ext cx="2587752" cy="2578608"/>
            <a:chOff x="6217920" y="1719072"/>
            <a:chExt cx="2587752" cy="2578608"/>
          </a:xfrm>
        </p:grpSpPr>
        <p:sp>
          <p:nvSpPr>
            <p:cNvPr id="18" name="Rounded Rectangle 17">
              <a:extLst>
                <a:ext uri="{FF2B5EF4-FFF2-40B4-BE49-F238E27FC236}">
                  <a16:creationId xmlns:a16="http://schemas.microsoft.com/office/drawing/2014/main" id="{93F48A93-0081-B207-1B04-A0269674458D}"/>
                </a:ext>
              </a:extLst>
            </p:cNvPr>
            <p:cNvSpPr/>
            <p:nvPr/>
          </p:nvSpPr>
          <p:spPr>
            <a:xfrm>
              <a:off x="6217920" y="1719072"/>
              <a:ext cx="2587752" cy="2578608"/>
            </a:xfrm>
            <a:prstGeom prst="roundRect">
              <a:avLst>
                <a:gd name="adj" fmla="val 6000"/>
              </a:avLst>
            </a:prstGeom>
            <a:solidFill>
              <a:srgbClr val="1B1D24"/>
            </a:solidFill>
            <a:ln w="12700">
              <a:solidFill>
                <a:srgbClr val="3A3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Oval 18">
              <a:extLst>
                <a:ext uri="{FF2B5EF4-FFF2-40B4-BE49-F238E27FC236}">
                  <a16:creationId xmlns:a16="http://schemas.microsoft.com/office/drawing/2014/main" id="{62E1C588-BF7D-B4DD-1DC1-76B0BB69D5C2}"/>
                </a:ext>
              </a:extLst>
            </p:cNvPr>
            <p:cNvSpPr/>
            <p:nvPr/>
          </p:nvSpPr>
          <p:spPr>
            <a:xfrm>
              <a:off x="6455664" y="1938527"/>
              <a:ext cx="292608" cy="292608"/>
            </a:xfrm>
            <a:prstGeom prst="ellipse">
              <a:avLst/>
            </a:prstGeom>
            <a:noFill/>
            <a:ln w="1651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dirty="0">
                  <a:solidFill>
                    <a:srgbClr val="F06521"/>
                  </a:solidFill>
                </a:rPr>
                <a:t>4</a:t>
              </a:r>
              <a:endParaRPr sz="1200" b="1" i="0" dirty="0">
                <a:solidFill>
                  <a:srgbClr val="F06521"/>
                </a:solidFill>
              </a:endParaRPr>
            </a:p>
          </p:txBody>
        </p:sp>
        <p:sp>
          <p:nvSpPr>
            <p:cNvPr id="20" name="TextBox 19">
              <a:extLst>
                <a:ext uri="{FF2B5EF4-FFF2-40B4-BE49-F238E27FC236}">
                  <a16:creationId xmlns:a16="http://schemas.microsoft.com/office/drawing/2014/main" id="{AC433F4D-5A29-DEA5-951E-7521461B65AD}"/>
                </a:ext>
              </a:extLst>
            </p:cNvPr>
            <p:cNvSpPr txBox="1"/>
            <p:nvPr/>
          </p:nvSpPr>
          <p:spPr>
            <a:xfrm>
              <a:off x="6821424" y="1992499"/>
              <a:ext cx="1984248" cy="184666"/>
            </a:xfrm>
            <a:prstGeom prst="rect">
              <a:avLst/>
            </a:prstGeom>
            <a:noFill/>
          </p:spPr>
          <p:txBody>
            <a:bodyPr wrap="square" lIns="0" tIns="0" rIns="0" bIns="0" anchor="ctr">
              <a:spAutoFit/>
            </a:bodyPr>
            <a:lstStyle/>
            <a:p>
              <a:r>
                <a:rPr sz="1200" b="1" i="0" spc="30" dirty="0">
                  <a:solidFill>
                    <a:srgbClr val="F06521"/>
                  </a:solidFill>
                </a:rPr>
                <a:t>DECODING · Speculative</a:t>
              </a:r>
            </a:p>
          </p:txBody>
        </p:sp>
        <p:sp>
          <p:nvSpPr>
            <p:cNvPr id="21" name="TextBox 20">
              <a:extLst>
                <a:ext uri="{FF2B5EF4-FFF2-40B4-BE49-F238E27FC236}">
                  <a16:creationId xmlns:a16="http://schemas.microsoft.com/office/drawing/2014/main" id="{C9FC922B-05D9-5203-5BE1-FA025868E650}"/>
                </a:ext>
              </a:extLst>
            </p:cNvPr>
            <p:cNvSpPr txBox="1"/>
            <p:nvPr/>
          </p:nvSpPr>
          <p:spPr>
            <a:xfrm>
              <a:off x="6455664" y="2378999"/>
              <a:ext cx="1695977" cy="307777"/>
            </a:xfrm>
            <a:prstGeom prst="rect">
              <a:avLst/>
            </a:prstGeom>
            <a:noFill/>
          </p:spPr>
          <p:txBody>
            <a:bodyPr wrap="none" lIns="0" tIns="0" rIns="0" bIns="0" anchor="ctr">
              <a:spAutoFit/>
            </a:bodyPr>
            <a:lstStyle/>
            <a:p>
              <a:r>
                <a:rPr lang="en-IN" sz="2000" b="1" i="0" dirty="0">
                  <a:solidFill>
                    <a:srgbClr val="F06521"/>
                  </a:solidFill>
                </a:rPr>
                <a:t>P4</a:t>
              </a:r>
              <a:r>
                <a:rPr lang="en-IN" sz="1800" b="1" i="0" dirty="0">
                  <a:solidFill>
                    <a:srgbClr val="4FBAD6"/>
                  </a:solidFill>
                </a:rPr>
                <a:t>  </a:t>
              </a:r>
              <a:r>
                <a:rPr lang="en-IN" sz="1600" b="1" i="0" dirty="0">
                  <a:solidFill>
                    <a:srgbClr val="FFFFFF"/>
                  </a:solidFill>
                </a:rPr>
                <a:t>Management</a:t>
              </a:r>
              <a:endParaRPr sz="1600" b="1" i="0" dirty="0">
                <a:solidFill>
                  <a:srgbClr val="FFFFFF"/>
                </a:solidFill>
              </a:endParaRPr>
            </a:p>
          </p:txBody>
        </p:sp>
        <p:pic>
          <p:nvPicPr>
            <p:cNvPr id="22" name="Picture 21" descr="p6.png">
              <a:extLst>
                <a:ext uri="{FF2B5EF4-FFF2-40B4-BE49-F238E27FC236}">
                  <a16:creationId xmlns:a16="http://schemas.microsoft.com/office/drawing/2014/main" id="{77A87413-45CB-F79A-2813-33FAFC179B6E}"/>
                </a:ext>
              </a:extLst>
            </p:cNvPr>
            <p:cNvPicPr>
              <a:picLocks noChangeAspect="1"/>
            </p:cNvPicPr>
            <p:nvPr/>
          </p:nvPicPr>
          <p:blipFill>
            <a:blip r:embed="rId4"/>
            <a:stretch>
              <a:fillRect/>
            </a:stretch>
          </p:blipFill>
          <p:spPr>
            <a:xfrm>
              <a:off x="6391656" y="2798063"/>
              <a:ext cx="2240280" cy="933449"/>
            </a:xfrm>
            <a:prstGeom prst="rect">
              <a:avLst/>
            </a:prstGeom>
          </p:spPr>
        </p:pic>
        <p:sp>
          <p:nvSpPr>
            <p:cNvPr id="23" name="TextBox 22">
              <a:extLst>
                <a:ext uri="{FF2B5EF4-FFF2-40B4-BE49-F238E27FC236}">
                  <a16:creationId xmlns:a16="http://schemas.microsoft.com/office/drawing/2014/main" id="{8F4D6716-0EA3-F310-D57C-E6FACF7655D1}"/>
                </a:ext>
              </a:extLst>
            </p:cNvPr>
            <p:cNvSpPr txBox="1"/>
            <p:nvPr/>
          </p:nvSpPr>
          <p:spPr>
            <a:xfrm>
              <a:off x="6437376" y="3940171"/>
              <a:ext cx="2185416" cy="184666"/>
            </a:xfrm>
            <a:prstGeom prst="rect">
              <a:avLst/>
            </a:prstGeom>
            <a:noFill/>
          </p:spPr>
          <p:txBody>
            <a:bodyPr wrap="square" lIns="0" tIns="0" rIns="0" bIns="0" anchor="ctr">
              <a:spAutoFit/>
            </a:bodyPr>
            <a:lstStyle/>
            <a:p>
              <a:pPr algn="ctr"/>
              <a:r>
                <a:rPr sz="1200" b="0" i="1" dirty="0"/>
                <a:t>rollback = one pointer step</a:t>
              </a:r>
            </a:p>
          </p:txBody>
        </p:sp>
      </p:grpSp>
      <p:grpSp>
        <p:nvGrpSpPr>
          <p:cNvPr id="24" name="Group 23">
            <a:extLst>
              <a:ext uri="{FF2B5EF4-FFF2-40B4-BE49-F238E27FC236}">
                <a16:creationId xmlns:a16="http://schemas.microsoft.com/office/drawing/2014/main" id="{5D555488-BE10-8DB6-6717-20B2F825F948}"/>
              </a:ext>
            </a:extLst>
          </p:cNvPr>
          <p:cNvGrpSpPr/>
          <p:nvPr/>
        </p:nvGrpSpPr>
        <p:grpSpPr>
          <a:xfrm>
            <a:off x="6172200" y="1745391"/>
            <a:ext cx="2587752" cy="2578608"/>
            <a:chOff x="9025128" y="1719072"/>
            <a:chExt cx="2587752" cy="2578608"/>
          </a:xfrm>
        </p:grpSpPr>
        <p:sp>
          <p:nvSpPr>
            <p:cNvPr id="25" name="Rounded Rectangle 24">
              <a:extLst>
                <a:ext uri="{FF2B5EF4-FFF2-40B4-BE49-F238E27FC236}">
                  <a16:creationId xmlns:a16="http://schemas.microsoft.com/office/drawing/2014/main" id="{BA6B26D4-E601-9AC1-D1D7-E1A342F90CB7}"/>
                </a:ext>
              </a:extLst>
            </p:cNvPr>
            <p:cNvSpPr/>
            <p:nvPr/>
          </p:nvSpPr>
          <p:spPr>
            <a:xfrm>
              <a:off x="9025128" y="1719072"/>
              <a:ext cx="2587752" cy="2578608"/>
            </a:xfrm>
            <a:prstGeom prst="roundRect">
              <a:avLst>
                <a:gd name="adj" fmla="val 6000"/>
              </a:avLst>
            </a:prstGeom>
            <a:solidFill>
              <a:srgbClr val="1B1D24"/>
            </a:solidFill>
            <a:ln w="12700">
              <a:solidFill>
                <a:srgbClr val="3A3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Oval 25">
              <a:extLst>
                <a:ext uri="{FF2B5EF4-FFF2-40B4-BE49-F238E27FC236}">
                  <a16:creationId xmlns:a16="http://schemas.microsoft.com/office/drawing/2014/main" id="{5C025EE8-7B5D-0053-FA2E-87566F6AE23E}"/>
                </a:ext>
              </a:extLst>
            </p:cNvPr>
            <p:cNvSpPr/>
            <p:nvPr/>
          </p:nvSpPr>
          <p:spPr>
            <a:xfrm>
              <a:off x="9262872" y="1938527"/>
              <a:ext cx="292608" cy="292608"/>
            </a:xfrm>
            <a:prstGeom prst="ellipse">
              <a:avLst/>
            </a:prstGeom>
            <a:noFill/>
            <a:ln w="16510">
              <a:solidFill>
                <a:srgbClr val="4FBAD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IN" sz="1200" b="1" dirty="0">
                  <a:solidFill>
                    <a:srgbClr val="F06521"/>
                  </a:solidFill>
                </a:rPr>
                <a:t>3</a:t>
              </a:r>
              <a:endParaRPr sz="1200" b="1" i="0" dirty="0">
                <a:solidFill>
                  <a:srgbClr val="F06521"/>
                </a:solidFill>
              </a:endParaRPr>
            </a:p>
          </p:txBody>
        </p:sp>
        <p:sp>
          <p:nvSpPr>
            <p:cNvPr id="27" name="TextBox 26">
              <a:extLst>
                <a:ext uri="{FF2B5EF4-FFF2-40B4-BE49-F238E27FC236}">
                  <a16:creationId xmlns:a16="http://schemas.microsoft.com/office/drawing/2014/main" id="{2836DB15-6874-2FBA-24EE-C670A9E3F4FE}"/>
                </a:ext>
              </a:extLst>
            </p:cNvPr>
            <p:cNvSpPr txBox="1"/>
            <p:nvPr/>
          </p:nvSpPr>
          <p:spPr>
            <a:xfrm>
              <a:off x="9628632" y="1992499"/>
              <a:ext cx="1874519" cy="184666"/>
            </a:xfrm>
            <a:prstGeom prst="rect">
              <a:avLst/>
            </a:prstGeom>
            <a:noFill/>
          </p:spPr>
          <p:txBody>
            <a:bodyPr wrap="square" lIns="0" tIns="0" rIns="0" bIns="0" anchor="ctr">
              <a:spAutoFit/>
            </a:bodyPr>
            <a:lstStyle/>
            <a:p>
              <a:r>
                <a:rPr sz="1200" b="1" i="0" spc="30" dirty="0">
                  <a:solidFill>
                    <a:srgbClr val="F06521"/>
                  </a:solidFill>
                </a:rPr>
                <a:t>SERVING · Batching</a:t>
              </a:r>
            </a:p>
          </p:txBody>
        </p:sp>
        <p:sp>
          <p:nvSpPr>
            <p:cNvPr id="28" name="TextBox 27">
              <a:extLst>
                <a:ext uri="{FF2B5EF4-FFF2-40B4-BE49-F238E27FC236}">
                  <a16:creationId xmlns:a16="http://schemas.microsoft.com/office/drawing/2014/main" id="{275F347A-82C5-D03A-2F02-D99386D7ECC2}"/>
                </a:ext>
              </a:extLst>
            </p:cNvPr>
            <p:cNvSpPr txBox="1"/>
            <p:nvPr/>
          </p:nvSpPr>
          <p:spPr>
            <a:xfrm>
              <a:off x="9262872" y="2378999"/>
              <a:ext cx="1457130" cy="307777"/>
            </a:xfrm>
            <a:prstGeom prst="rect">
              <a:avLst/>
            </a:prstGeom>
            <a:noFill/>
          </p:spPr>
          <p:txBody>
            <a:bodyPr wrap="none" lIns="0" tIns="0" rIns="0" bIns="0" anchor="ctr">
              <a:spAutoFit/>
            </a:bodyPr>
            <a:lstStyle/>
            <a:p>
              <a:r>
                <a:rPr lang="en-IN" sz="2000" b="1" i="0" dirty="0">
                  <a:solidFill>
                    <a:srgbClr val="F06521"/>
                  </a:solidFill>
                </a:rPr>
                <a:t>P3</a:t>
              </a:r>
              <a:r>
                <a:rPr lang="en-IN" sz="1800" b="1" i="0" dirty="0">
                  <a:solidFill>
                    <a:srgbClr val="4FBAD6"/>
                  </a:solidFill>
                </a:rPr>
                <a:t>  </a:t>
              </a:r>
              <a:r>
                <a:rPr lang="en-IN" sz="1600" b="1" i="0" dirty="0">
                  <a:solidFill>
                    <a:srgbClr val="FFFFFF"/>
                  </a:solidFill>
                </a:rPr>
                <a:t>Movement</a:t>
              </a:r>
              <a:endParaRPr sz="1600" b="1" i="0" dirty="0">
                <a:solidFill>
                  <a:srgbClr val="FFFFFF"/>
                </a:solidFill>
              </a:endParaRPr>
            </a:p>
          </p:txBody>
        </p:sp>
        <p:pic>
          <p:nvPicPr>
            <p:cNvPr id="29" name="Picture 28" descr="p5.png">
              <a:extLst>
                <a:ext uri="{FF2B5EF4-FFF2-40B4-BE49-F238E27FC236}">
                  <a16:creationId xmlns:a16="http://schemas.microsoft.com/office/drawing/2014/main" id="{248C5D5E-6256-795E-1D61-68EDACC5F3BA}"/>
                </a:ext>
              </a:extLst>
            </p:cNvPr>
            <p:cNvPicPr>
              <a:picLocks noChangeAspect="1"/>
            </p:cNvPicPr>
            <p:nvPr/>
          </p:nvPicPr>
          <p:blipFill>
            <a:blip r:embed="rId5"/>
            <a:stretch>
              <a:fillRect/>
            </a:stretch>
          </p:blipFill>
          <p:spPr>
            <a:xfrm>
              <a:off x="9198864" y="2798063"/>
              <a:ext cx="2240280" cy="933449"/>
            </a:xfrm>
            <a:prstGeom prst="rect">
              <a:avLst/>
            </a:prstGeom>
          </p:spPr>
        </p:pic>
        <p:sp>
          <p:nvSpPr>
            <p:cNvPr id="30" name="TextBox 29">
              <a:extLst>
                <a:ext uri="{FF2B5EF4-FFF2-40B4-BE49-F238E27FC236}">
                  <a16:creationId xmlns:a16="http://schemas.microsoft.com/office/drawing/2014/main" id="{847DA9F6-EC42-4C13-7D98-2D20E1646DC6}"/>
                </a:ext>
              </a:extLst>
            </p:cNvPr>
            <p:cNvSpPr txBox="1"/>
            <p:nvPr/>
          </p:nvSpPr>
          <p:spPr>
            <a:xfrm>
              <a:off x="9244584" y="3940171"/>
              <a:ext cx="2185416" cy="184666"/>
            </a:xfrm>
            <a:prstGeom prst="rect">
              <a:avLst/>
            </a:prstGeom>
            <a:noFill/>
          </p:spPr>
          <p:txBody>
            <a:bodyPr wrap="square" lIns="0" tIns="0" rIns="0" bIns="0" anchor="ctr">
              <a:spAutoFit/>
            </a:bodyPr>
            <a:lstStyle/>
            <a:p>
              <a:pPr algn="ctr"/>
              <a:r>
                <a:rPr sz="1200" b="0" i="1" dirty="0"/>
                <a:t>move the index, not the KV</a:t>
              </a:r>
            </a:p>
          </p:txBody>
        </p:sp>
      </p:grpSp>
      <p:grpSp>
        <p:nvGrpSpPr>
          <p:cNvPr id="31" name="Group 30">
            <a:extLst>
              <a:ext uri="{FF2B5EF4-FFF2-40B4-BE49-F238E27FC236}">
                <a16:creationId xmlns:a16="http://schemas.microsoft.com/office/drawing/2014/main" id="{30C51DC6-BC36-F41B-5A37-DD932E9992AE}"/>
              </a:ext>
            </a:extLst>
          </p:cNvPr>
          <p:cNvGrpSpPr/>
          <p:nvPr/>
        </p:nvGrpSpPr>
        <p:grpSpPr>
          <a:xfrm>
            <a:off x="603504" y="4535424"/>
            <a:ext cx="11009376" cy="1664208"/>
            <a:chOff x="603504" y="4535424"/>
            <a:chExt cx="11009376" cy="1664208"/>
          </a:xfrm>
        </p:grpSpPr>
        <p:sp>
          <p:nvSpPr>
            <p:cNvPr id="32" name="Rounded Rectangle 31">
              <a:extLst>
                <a:ext uri="{FF2B5EF4-FFF2-40B4-BE49-F238E27FC236}">
                  <a16:creationId xmlns:a16="http://schemas.microsoft.com/office/drawing/2014/main" id="{F9010F61-AA38-75BC-01C9-B040A78BEF61}"/>
                </a:ext>
              </a:extLst>
            </p:cNvPr>
            <p:cNvSpPr/>
            <p:nvPr/>
          </p:nvSpPr>
          <p:spPr>
            <a:xfrm>
              <a:off x="603504" y="4535424"/>
              <a:ext cx="11009376" cy="1664208"/>
            </a:xfrm>
            <a:prstGeom prst="roundRect">
              <a:avLst>
                <a:gd name="adj" fmla="val 5000"/>
              </a:avLst>
            </a:prstGeom>
            <a:solidFill>
              <a:srgbClr val="142022"/>
            </a:solidFill>
            <a:ln w="15875">
              <a:solidFill>
                <a:srgbClr val="4FBA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a:extLst>
                <a:ext uri="{FF2B5EF4-FFF2-40B4-BE49-F238E27FC236}">
                  <a16:creationId xmlns:a16="http://schemas.microsoft.com/office/drawing/2014/main" id="{1D0B5BB9-E7FD-B1EA-D8E1-95E75ED97A63}"/>
                </a:ext>
              </a:extLst>
            </p:cNvPr>
            <p:cNvSpPr txBox="1"/>
            <p:nvPr/>
          </p:nvSpPr>
          <p:spPr>
            <a:xfrm>
              <a:off x="877824" y="4717411"/>
              <a:ext cx="10460736" cy="184666"/>
            </a:xfrm>
            <a:prstGeom prst="rect">
              <a:avLst/>
            </a:prstGeom>
            <a:noFill/>
          </p:spPr>
          <p:txBody>
            <a:bodyPr wrap="square" lIns="0" tIns="0" rIns="0" bIns="0" anchor="ctr">
              <a:spAutoFit/>
            </a:bodyPr>
            <a:lstStyle/>
            <a:p>
              <a:r>
                <a:rPr sz="1200" b="1" i="0" spc="120" dirty="0">
                  <a:solidFill>
                    <a:srgbClr val="F06521"/>
                  </a:solidFill>
                </a:rPr>
                <a:t>THE SHARED CACHE SUBSTRATE</a:t>
              </a:r>
              <a:r>
                <a:rPr sz="1200" b="0" i="1" dirty="0">
                  <a:solidFill>
                    <a:srgbClr val="F06521"/>
                  </a:solidFill>
                </a:rPr>
                <a:t>     </a:t>
              </a:r>
              <a:r>
                <a:rPr sz="1200" b="0" i="1" dirty="0">
                  <a:solidFill>
                    <a:srgbClr val="868B96"/>
                  </a:solidFill>
                </a:rPr>
                <a:t>·     </a:t>
              </a:r>
              <a:r>
                <a:rPr sz="1200" b="0" i="1" dirty="0"/>
                <a:t>one foundation beneath all four shifts</a:t>
              </a:r>
            </a:p>
          </p:txBody>
        </p:sp>
        <p:sp>
          <p:nvSpPr>
            <p:cNvPr id="34" name="Rectangle 33">
              <a:extLst>
                <a:ext uri="{FF2B5EF4-FFF2-40B4-BE49-F238E27FC236}">
                  <a16:creationId xmlns:a16="http://schemas.microsoft.com/office/drawing/2014/main" id="{48490E8F-8D31-715F-2E07-8A0C1D261335}"/>
                </a:ext>
              </a:extLst>
            </p:cNvPr>
            <p:cNvSpPr/>
            <p:nvPr/>
          </p:nvSpPr>
          <p:spPr>
            <a:xfrm>
              <a:off x="877824" y="5029200"/>
              <a:ext cx="10460736" cy="12700"/>
            </a:xfrm>
            <a:prstGeom prst="rect">
              <a:avLst/>
            </a:prstGeom>
            <a:solidFill>
              <a:srgbClr val="3A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5" name="TextBox 34">
              <a:extLst>
                <a:ext uri="{FF2B5EF4-FFF2-40B4-BE49-F238E27FC236}">
                  <a16:creationId xmlns:a16="http://schemas.microsoft.com/office/drawing/2014/main" id="{00F77E24-1BC4-1C73-2FAF-728883567C3C}"/>
                </a:ext>
              </a:extLst>
            </p:cNvPr>
            <p:cNvSpPr txBox="1"/>
            <p:nvPr/>
          </p:nvSpPr>
          <p:spPr>
            <a:xfrm>
              <a:off x="1078992" y="5157216"/>
              <a:ext cx="2624328" cy="307777"/>
            </a:xfrm>
            <a:prstGeom prst="rect">
              <a:avLst/>
            </a:prstGeom>
            <a:noFill/>
          </p:spPr>
          <p:txBody>
            <a:bodyPr wrap="square" lIns="0" tIns="0" rIns="0" bIns="0">
              <a:spAutoFit/>
            </a:bodyPr>
            <a:lstStyle/>
            <a:p>
              <a:r>
                <a:rPr lang="en-IN" sz="2000" b="1" i="0" dirty="0">
                  <a:solidFill>
                    <a:srgbClr val="F06521"/>
                  </a:solidFill>
                </a:rPr>
                <a:t>P5</a:t>
              </a:r>
              <a:r>
                <a:rPr lang="en-IN" sz="1800" b="1" i="0" dirty="0">
                  <a:solidFill>
                    <a:srgbClr val="4FBAD6"/>
                  </a:solidFill>
                </a:rPr>
                <a:t>   </a:t>
              </a:r>
              <a:r>
                <a:rPr lang="en-IN" sz="1600" b="1" i="0" dirty="0">
                  <a:solidFill>
                    <a:srgbClr val="FFFFFF"/>
                  </a:solidFill>
                </a:rPr>
                <a:t>Co‑location</a:t>
              </a:r>
              <a:endParaRPr sz="1600" b="1" i="0" dirty="0">
                <a:solidFill>
                  <a:srgbClr val="FFFFFF"/>
                </a:solidFill>
              </a:endParaRPr>
            </a:p>
          </p:txBody>
        </p:sp>
        <p:sp>
          <p:nvSpPr>
            <p:cNvPr id="36" name="TextBox 35">
              <a:extLst>
                <a:ext uri="{FF2B5EF4-FFF2-40B4-BE49-F238E27FC236}">
                  <a16:creationId xmlns:a16="http://schemas.microsoft.com/office/drawing/2014/main" id="{55316535-F79D-6184-B02C-3E116A7FEBBD}"/>
                </a:ext>
              </a:extLst>
            </p:cNvPr>
            <p:cNvSpPr txBox="1"/>
            <p:nvPr/>
          </p:nvSpPr>
          <p:spPr>
            <a:xfrm>
              <a:off x="1078992" y="5596128"/>
              <a:ext cx="2624328" cy="187424"/>
            </a:xfrm>
            <a:prstGeom prst="rect">
              <a:avLst/>
            </a:prstGeom>
            <a:noFill/>
          </p:spPr>
          <p:txBody>
            <a:bodyPr wrap="square" lIns="0" tIns="0" rIns="0" bIns="0">
              <a:spAutoFit/>
            </a:bodyPr>
            <a:lstStyle/>
            <a:p>
              <a:pPr>
                <a:lnSpc>
                  <a:spcPct val="110000"/>
                </a:lnSpc>
              </a:pPr>
              <a:r>
                <a:rPr sz="1200" b="0" i="1" dirty="0"/>
                <a:t>interleave K|V, fuse the op chain</a:t>
              </a:r>
            </a:p>
          </p:txBody>
        </p:sp>
        <p:pic>
          <p:nvPicPr>
            <p:cNvPr id="37" name="Picture 36" descr="p2.png">
              <a:extLst>
                <a:ext uri="{FF2B5EF4-FFF2-40B4-BE49-F238E27FC236}">
                  <a16:creationId xmlns:a16="http://schemas.microsoft.com/office/drawing/2014/main" id="{56B14ADA-3EE4-9589-A63D-CE173B4898E8}"/>
                </a:ext>
              </a:extLst>
            </p:cNvPr>
            <p:cNvPicPr>
              <a:picLocks noChangeAspect="1"/>
            </p:cNvPicPr>
            <p:nvPr/>
          </p:nvPicPr>
          <p:blipFill>
            <a:blip r:embed="rId6"/>
            <a:stretch>
              <a:fillRect/>
            </a:stretch>
          </p:blipFill>
          <p:spPr>
            <a:xfrm>
              <a:off x="3776472" y="5084064"/>
              <a:ext cx="2148840" cy="895350"/>
            </a:xfrm>
            <a:prstGeom prst="rect">
              <a:avLst/>
            </a:prstGeom>
          </p:spPr>
        </p:pic>
        <p:sp>
          <p:nvSpPr>
            <p:cNvPr id="38" name="Rectangle 37">
              <a:extLst>
                <a:ext uri="{FF2B5EF4-FFF2-40B4-BE49-F238E27FC236}">
                  <a16:creationId xmlns:a16="http://schemas.microsoft.com/office/drawing/2014/main" id="{A3D91A01-F351-08CA-DCD1-E98F48D5C509}"/>
                </a:ext>
              </a:extLst>
            </p:cNvPr>
            <p:cNvSpPr/>
            <p:nvPr/>
          </p:nvSpPr>
          <p:spPr>
            <a:xfrm>
              <a:off x="6108192" y="5193792"/>
              <a:ext cx="54864" cy="749808"/>
            </a:xfrm>
            <a:prstGeom prst="rect">
              <a:avLst/>
            </a:prstGeom>
            <a:solidFill>
              <a:srgbClr val="4FBA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9" name="TextBox 38">
              <a:extLst>
                <a:ext uri="{FF2B5EF4-FFF2-40B4-BE49-F238E27FC236}">
                  <a16:creationId xmlns:a16="http://schemas.microsoft.com/office/drawing/2014/main" id="{80C870E4-8BFB-0C09-7657-61F1CF1B0348}"/>
                </a:ext>
              </a:extLst>
            </p:cNvPr>
            <p:cNvSpPr txBox="1"/>
            <p:nvPr/>
          </p:nvSpPr>
          <p:spPr>
            <a:xfrm>
              <a:off x="6309360" y="5157216"/>
              <a:ext cx="2624328" cy="307777"/>
            </a:xfrm>
            <a:prstGeom prst="rect">
              <a:avLst/>
            </a:prstGeom>
            <a:noFill/>
          </p:spPr>
          <p:txBody>
            <a:bodyPr wrap="square" lIns="0" tIns="0" rIns="0" bIns="0">
              <a:spAutoFit/>
            </a:bodyPr>
            <a:lstStyle/>
            <a:p>
              <a:r>
                <a:rPr lang="en-IN" sz="2000" b="1" i="0" dirty="0">
                  <a:solidFill>
                    <a:srgbClr val="F06521"/>
                  </a:solidFill>
                </a:rPr>
                <a:t>P6</a:t>
              </a:r>
              <a:r>
                <a:rPr lang="en-IN" sz="1800" b="1" i="0" dirty="0">
                  <a:solidFill>
                    <a:srgbClr val="4FBAD6"/>
                  </a:solidFill>
                </a:rPr>
                <a:t>   </a:t>
              </a:r>
              <a:r>
                <a:rPr lang="en-IN" sz="1600" b="1" i="0" dirty="0">
                  <a:solidFill>
                    <a:srgbClr val="FFFFFF"/>
                  </a:solidFill>
                </a:rPr>
                <a:t>Sizing</a:t>
              </a:r>
              <a:endParaRPr sz="1600" b="1" i="0" dirty="0">
                <a:solidFill>
                  <a:srgbClr val="FFFFFF"/>
                </a:solidFill>
              </a:endParaRPr>
            </a:p>
          </p:txBody>
        </p:sp>
        <p:sp>
          <p:nvSpPr>
            <p:cNvPr id="40" name="TextBox 39">
              <a:extLst>
                <a:ext uri="{FF2B5EF4-FFF2-40B4-BE49-F238E27FC236}">
                  <a16:creationId xmlns:a16="http://schemas.microsoft.com/office/drawing/2014/main" id="{014F322E-5018-6DC7-68CB-9B2FEDBBFABB}"/>
                </a:ext>
              </a:extLst>
            </p:cNvPr>
            <p:cNvSpPr txBox="1"/>
            <p:nvPr/>
          </p:nvSpPr>
          <p:spPr>
            <a:xfrm>
              <a:off x="6309360" y="5596128"/>
              <a:ext cx="2624328" cy="187424"/>
            </a:xfrm>
            <a:prstGeom prst="rect">
              <a:avLst/>
            </a:prstGeom>
            <a:noFill/>
          </p:spPr>
          <p:txBody>
            <a:bodyPr wrap="square" lIns="0" tIns="0" rIns="0" bIns="0">
              <a:spAutoFit/>
            </a:bodyPr>
            <a:lstStyle/>
            <a:p>
              <a:pPr>
                <a:lnSpc>
                  <a:spcPct val="110000"/>
                </a:lnSpc>
              </a:pPr>
              <a:r>
                <a:rPr sz="1200" b="0" i="1" dirty="0"/>
                <a:t>size the block to the cache</a:t>
              </a:r>
            </a:p>
          </p:txBody>
        </p:sp>
        <p:pic>
          <p:nvPicPr>
            <p:cNvPr id="41" name="Picture 40" descr="p3.png">
              <a:extLst>
                <a:ext uri="{FF2B5EF4-FFF2-40B4-BE49-F238E27FC236}">
                  <a16:creationId xmlns:a16="http://schemas.microsoft.com/office/drawing/2014/main" id="{B98DE28A-51C2-EA77-073C-59A20AB3FC22}"/>
                </a:ext>
              </a:extLst>
            </p:cNvPr>
            <p:cNvPicPr>
              <a:picLocks noChangeAspect="1"/>
            </p:cNvPicPr>
            <p:nvPr/>
          </p:nvPicPr>
          <p:blipFill>
            <a:blip r:embed="rId7"/>
            <a:stretch>
              <a:fillRect/>
            </a:stretch>
          </p:blipFill>
          <p:spPr>
            <a:xfrm>
              <a:off x="9006840" y="5084064"/>
              <a:ext cx="2148840" cy="895350"/>
            </a:xfrm>
            <a:prstGeom prst="rect">
              <a:avLst/>
            </a:prstGeom>
          </p:spPr>
        </p:pic>
      </p:grpSp>
    </p:spTree>
    <p:extLst>
      <p:ext uri="{BB962C8B-B14F-4D97-AF65-F5344CB8AC3E}">
        <p14:creationId xmlns:p14="http://schemas.microsoft.com/office/powerpoint/2010/main" val="6425382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925B1-78D8-0821-2BD4-7D12B04F2BC5}"/>
              </a:ext>
            </a:extLst>
          </p:cNvPr>
          <p:cNvSpPr txBox="1">
            <a:spLocks/>
          </p:cNvSpPr>
          <p:nvPr/>
        </p:nvSpPr>
        <p:spPr>
          <a:xfrm>
            <a:off x="588263" y="591790"/>
            <a:ext cx="11018520" cy="430887"/>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mn-lt"/>
              </a:rPr>
              <a:t>Reuse &amp; Sparsity</a:t>
            </a:r>
          </a:p>
        </p:txBody>
      </p:sp>
      <p:sp>
        <p:nvSpPr>
          <p:cNvPr id="3" name="TextBox 2">
            <a:extLst>
              <a:ext uri="{FF2B5EF4-FFF2-40B4-BE49-F238E27FC236}">
                <a16:creationId xmlns:a16="http://schemas.microsoft.com/office/drawing/2014/main" id="{641D9A6A-FE39-FB4B-B4E2-1AD229D14B40}"/>
              </a:ext>
            </a:extLst>
          </p:cNvPr>
          <p:cNvSpPr txBox="1"/>
          <p:nvPr/>
        </p:nvSpPr>
        <p:spPr>
          <a:xfrm>
            <a:off x="685800" y="1519903"/>
            <a:ext cx="5151353" cy="1107996"/>
          </a:xfrm>
          <a:prstGeom prst="rect">
            <a:avLst/>
          </a:prstGeom>
          <a:noFill/>
        </p:spPr>
        <p:txBody>
          <a:bodyPr wrap="square" lIns="0" tIns="0" rIns="0" bIns="0" anchor="ctr">
            <a:spAutoFit/>
          </a:bodyPr>
          <a:lstStyle/>
          <a:p>
            <a:pPr algn="just"/>
            <a:r>
              <a:rPr lang="en-IN" sz="2000" b="1" dirty="0"/>
              <a:t>P1 –</a:t>
            </a:r>
            <a:r>
              <a:rPr sz="2000" b="1" i="0" dirty="0"/>
              <a:t> Reuse vs. Parallelism</a:t>
            </a:r>
            <a:endParaRPr lang="en-IN" sz="2000" b="1" i="0" dirty="0"/>
          </a:p>
          <a:p>
            <a:pPr marL="285750" indent="-285750" algn="just">
              <a:buFont typeface="Arial" panose="020B0604020202020204" pitchFamily="34" charset="0"/>
              <a:buChar char="•"/>
            </a:pPr>
            <a:r>
              <a:rPr kumimoji="0" lang="en-IN" sz="1300" b="1" i="0" u="none" strike="noStrike" kern="1200" cap="none" spc="0" normalizeH="0" baseline="0" noProof="0" dirty="0">
                <a:ln>
                  <a:noFill/>
                </a:ln>
                <a:effectLst/>
                <a:uLnTx/>
                <a:uFillTx/>
                <a:ea typeface="+mn-ea"/>
                <a:cs typeface="+mn-cs"/>
              </a:rPr>
              <a:t>Reuse</a:t>
            </a:r>
            <a:r>
              <a:rPr kumimoji="0" lang="en-IN" sz="1300" b="0" i="0" u="none" strike="noStrike" kern="1200" cap="none" spc="0" normalizeH="0" baseline="0" noProof="0" dirty="0">
                <a:ln>
                  <a:noFill/>
                </a:ln>
                <a:effectLst/>
                <a:uLnTx/>
                <a:uFillTx/>
                <a:ea typeface="+mn-ea"/>
                <a:cs typeface="+mn-cs"/>
              </a:rPr>
              <a:t> — one KV / weight load serves many consumers</a:t>
            </a:r>
          </a:p>
          <a:p>
            <a:pPr marL="285750" marR="0" lvl="0" indent="-285750" algn="just"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300" b="1" i="0" u="none" strike="noStrike" kern="1200" cap="none" spc="0" normalizeH="0" baseline="0" noProof="0" dirty="0">
                <a:ln>
                  <a:noFill/>
                </a:ln>
                <a:effectLst/>
                <a:uLnTx/>
                <a:uFillTx/>
                <a:ea typeface="+mn-ea"/>
                <a:cs typeface="+mn-cs"/>
              </a:rPr>
              <a:t>Parallelism</a:t>
            </a:r>
            <a:r>
              <a:rPr kumimoji="0" lang="en-IN" sz="1300" b="0" i="0" u="none" strike="noStrike" kern="1200" cap="none" spc="0" normalizeH="0" baseline="0" noProof="0" dirty="0">
                <a:ln>
                  <a:noFill/>
                </a:ln>
                <a:effectLst/>
                <a:uLnTx/>
                <a:uFillTx/>
                <a:ea typeface="+mn-ea"/>
                <a:cs typeface="+mn-cs"/>
              </a:rPr>
              <a:t> — keep every core busy with independent work</a:t>
            </a:r>
          </a:p>
          <a:p>
            <a:pPr marL="285750" marR="0" lvl="0" indent="-285750" algn="just"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300" b="0" i="0" u="none" strike="noStrike" kern="1200" cap="none" spc="0" normalizeH="0" baseline="0" noProof="0" dirty="0">
                <a:ln>
                  <a:noFill/>
                </a:ln>
                <a:effectLst/>
                <a:uLnTx/>
                <a:uFillTx/>
                <a:ea typeface="+mn-ea"/>
                <a:cs typeface="+mn-cs"/>
              </a:rPr>
              <a:t>Parallelism wins at small batches; reuse wins as batch (and shared-operand traffic) grows</a:t>
            </a:r>
          </a:p>
        </p:txBody>
      </p:sp>
      <p:grpSp>
        <p:nvGrpSpPr>
          <p:cNvPr id="4" name="Group 3">
            <a:extLst>
              <a:ext uri="{FF2B5EF4-FFF2-40B4-BE49-F238E27FC236}">
                <a16:creationId xmlns:a16="http://schemas.microsoft.com/office/drawing/2014/main" id="{4A23FBE2-A70F-CB47-E6FD-161DBE9C7AE0}"/>
              </a:ext>
            </a:extLst>
          </p:cNvPr>
          <p:cNvGrpSpPr/>
          <p:nvPr/>
        </p:nvGrpSpPr>
        <p:grpSpPr>
          <a:xfrm>
            <a:off x="588264" y="5888736"/>
            <a:ext cx="5010380" cy="457200"/>
            <a:chOff x="603504" y="5888736"/>
            <a:chExt cx="5303520" cy="457200"/>
          </a:xfrm>
        </p:grpSpPr>
        <p:sp>
          <p:nvSpPr>
            <p:cNvPr id="5" name="Rounded Rectangle 10">
              <a:extLst>
                <a:ext uri="{FF2B5EF4-FFF2-40B4-BE49-F238E27FC236}">
                  <a16:creationId xmlns:a16="http://schemas.microsoft.com/office/drawing/2014/main" id="{B855EF0E-E0BD-D5A7-42FF-8FB593299531}"/>
                </a:ext>
              </a:extLst>
            </p:cNvPr>
            <p:cNvSpPr/>
            <p:nvPr/>
          </p:nvSpPr>
          <p:spPr>
            <a:xfrm>
              <a:off x="603504" y="5888736"/>
              <a:ext cx="5303520" cy="457200"/>
            </a:xfrm>
            <a:prstGeom prst="roundRect">
              <a:avLst>
                <a:gd name="adj" fmla="val 14000"/>
              </a:avLst>
            </a:prstGeom>
            <a:solidFill>
              <a:srgbClr val="102228"/>
            </a:solidFill>
            <a:ln w="12700">
              <a:solidFill>
                <a:srgbClr val="4FBA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a:extLst>
                <a:ext uri="{FF2B5EF4-FFF2-40B4-BE49-F238E27FC236}">
                  <a16:creationId xmlns:a16="http://schemas.microsoft.com/office/drawing/2014/main" id="{494869DA-5D06-41C7-5B5C-ADDE9082F96A}"/>
                </a:ext>
              </a:extLst>
            </p:cNvPr>
            <p:cNvSpPr txBox="1"/>
            <p:nvPr/>
          </p:nvSpPr>
          <p:spPr>
            <a:xfrm>
              <a:off x="685801" y="6025003"/>
              <a:ext cx="5151352" cy="184666"/>
            </a:xfrm>
            <a:prstGeom prst="rect">
              <a:avLst/>
            </a:prstGeom>
            <a:noFill/>
          </p:spPr>
          <p:txBody>
            <a:bodyPr wrap="square" lIns="0" tIns="0" rIns="0" bIns="0" anchor="ctr">
              <a:spAutoFit/>
            </a:bodyPr>
            <a:lstStyle/>
            <a:p>
              <a:pPr algn="ctr"/>
              <a:r>
                <a:rPr sz="1200" b="1" i="0" dirty="0">
                  <a:solidFill>
                    <a:srgbClr val="FFFFFF"/>
                  </a:solidFill>
                </a:rPr>
                <a:t>Adaptive dispatch auto‑follows the winner past the crossover </a:t>
              </a:r>
            </a:p>
          </p:txBody>
        </p:sp>
      </p:grpSp>
      <p:pic>
        <p:nvPicPr>
          <p:cNvPr id="7" name="Picture 6" descr="image.png">
            <a:extLst>
              <a:ext uri="{FF2B5EF4-FFF2-40B4-BE49-F238E27FC236}">
                <a16:creationId xmlns:a16="http://schemas.microsoft.com/office/drawing/2014/main" id="{FB4E9729-82AC-AB56-F115-484897CD6CAE}"/>
              </a:ext>
            </a:extLst>
          </p:cNvPr>
          <p:cNvPicPr>
            <a:picLocks noChangeAspect="1"/>
          </p:cNvPicPr>
          <p:nvPr/>
        </p:nvPicPr>
        <p:blipFill>
          <a:blip r:embed="rId2"/>
          <a:srcRect t="7851"/>
          <a:stretch>
            <a:fillRect/>
          </a:stretch>
        </p:blipFill>
        <p:spPr>
          <a:xfrm>
            <a:off x="685800" y="2986023"/>
            <a:ext cx="4912843" cy="2696368"/>
          </a:xfrm>
          <a:prstGeom prst="rect">
            <a:avLst/>
          </a:prstGeom>
        </p:spPr>
      </p:pic>
      <p:sp>
        <p:nvSpPr>
          <p:cNvPr id="8" name="TextBox 7">
            <a:extLst>
              <a:ext uri="{FF2B5EF4-FFF2-40B4-BE49-F238E27FC236}">
                <a16:creationId xmlns:a16="http://schemas.microsoft.com/office/drawing/2014/main" id="{5E6EC432-104C-395C-4598-B47E51F6E0EA}"/>
              </a:ext>
            </a:extLst>
          </p:cNvPr>
          <p:cNvSpPr txBox="1"/>
          <p:nvPr/>
        </p:nvSpPr>
        <p:spPr>
          <a:xfrm>
            <a:off x="603504" y="1060704"/>
            <a:ext cx="10972800" cy="202812"/>
          </a:xfrm>
          <a:prstGeom prst="rect">
            <a:avLst/>
          </a:prstGeom>
          <a:noFill/>
        </p:spPr>
        <p:txBody>
          <a:bodyPr wrap="square" lIns="0" tIns="0" rIns="0" bIns="0">
            <a:spAutoFit/>
          </a:bodyPr>
          <a:lstStyle/>
          <a:p>
            <a:pPr>
              <a:lnSpc>
                <a:spcPct val="110000"/>
              </a:lnSpc>
            </a:pPr>
            <a:r>
              <a:rPr lang="en-IN" sz="1300" b="0" i="0" dirty="0">
                <a:solidFill>
                  <a:srgbClr val="B6BBC4"/>
                </a:solidFill>
              </a:rPr>
              <a:t>Reuse &amp; Sparsity: Amortize shared operands, then skip data that will never be used</a:t>
            </a:r>
            <a:endParaRPr sz="1300" b="0" i="0" dirty="0">
              <a:solidFill>
                <a:srgbClr val="B6BBC4"/>
              </a:solidFill>
            </a:endParaRPr>
          </a:p>
        </p:txBody>
      </p:sp>
      <p:sp>
        <p:nvSpPr>
          <p:cNvPr id="9" name="TextBox 8">
            <a:extLst>
              <a:ext uri="{FF2B5EF4-FFF2-40B4-BE49-F238E27FC236}">
                <a16:creationId xmlns:a16="http://schemas.microsoft.com/office/drawing/2014/main" id="{0550D29F-F982-8FE5-63FB-7D4F31F35BC3}"/>
              </a:ext>
            </a:extLst>
          </p:cNvPr>
          <p:cNvSpPr txBox="1"/>
          <p:nvPr/>
        </p:nvSpPr>
        <p:spPr>
          <a:xfrm>
            <a:off x="6272784" y="1491691"/>
            <a:ext cx="5151353" cy="1107996"/>
          </a:xfrm>
          <a:prstGeom prst="rect">
            <a:avLst/>
          </a:prstGeom>
          <a:noFill/>
        </p:spPr>
        <p:txBody>
          <a:bodyPr wrap="square" lIns="0" tIns="0" rIns="0" bIns="0" anchor="ctr">
            <a:spAutoFit/>
          </a:bodyPr>
          <a:lstStyle/>
          <a:p>
            <a:pPr algn="just"/>
            <a:r>
              <a:rPr lang="en-IN" sz="2000" b="1" dirty="0"/>
              <a:t>P2 – Sparsity</a:t>
            </a:r>
          </a:p>
          <a:p>
            <a:pPr marL="342900" indent="-342900" algn="just">
              <a:buFont typeface="Arial" panose="020B0604020202020204" pitchFamily="34" charset="0"/>
              <a:buChar char="•"/>
            </a:pPr>
            <a:r>
              <a:rPr lang="en-IN" sz="1300" b="1" i="0" dirty="0"/>
              <a:t>Expert sparsity </a:t>
            </a:r>
            <a:r>
              <a:rPr lang="en-IN" sz="1300" i="0" dirty="0"/>
              <a:t>— run only top‑k experts, skip the idle</a:t>
            </a:r>
          </a:p>
          <a:p>
            <a:pPr marL="342900" indent="-342900" algn="just">
              <a:buFont typeface="Arial" panose="020B0604020202020204" pitchFamily="34" charset="0"/>
              <a:buChar char="•"/>
            </a:pPr>
            <a:r>
              <a:rPr lang="en-IN" sz="1300" b="1" i="0" dirty="0"/>
              <a:t>Block sparsity </a:t>
            </a:r>
            <a:r>
              <a:rPr lang="en-IN" sz="1300" i="0" dirty="0"/>
              <a:t>— skip masked KV and sliding windows</a:t>
            </a:r>
          </a:p>
          <a:p>
            <a:pPr marL="800083" lvl="1" indent="-342900" algn="just">
              <a:buFont typeface="Arial" panose="020B0604020202020204" pitchFamily="34" charset="0"/>
              <a:buChar char="•"/>
            </a:pPr>
            <a:r>
              <a:rPr lang="en-IN" sz="1300" dirty="0"/>
              <a:t>Causal tile-skip — drop up to 45% of attention tiles before they're touched</a:t>
            </a:r>
            <a:endParaRPr lang="en-IN" sz="1300" i="0" dirty="0"/>
          </a:p>
        </p:txBody>
      </p:sp>
      <p:pic>
        <p:nvPicPr>
          <p:cNvPr id="10" name="Picture 9" descr="image.gif">
            <a:extLst>
              <a:ext uri="{FF2B5EF4-FFF2-40B4-BE49-F238E27FC236}">
                <a16:creationId xmlns:a16="http://schemas.microsoft.com/office/drawing/2014/main" id="{4DC0915C-D986-CD8B-407B-1C6B1FC4137E}"/>
              </a:ext>
            </a:extLst>
          </p:cNvPr>
          <p:cNvPicPr>
            <a:picLocks noChangeAspect="1"/>
          </p:cNvPicPr>
          <p:nvPr/>
        </p:nvPicPr>
        <p:blipFill>
          <a:blip r:embed="rId3"/>
          <a:srcRect t="10870"/>
          <a:stretch>
            <a:fillRect/>
          </a:stretch>
        </p:blipFill>
        <p:spPr>
          <a:xfrm>
            <a:off x="6272784" y="3001537"/>
            <a:ext cx="5156574" cy="2673229"/>
          </a:xfrm>
          <a:prstGeom prst="rect">
            <a:avLst/>
          </a:prstGeom>
        </p:spPr>
      </p:pic>
      <p:sp>
        <p:nvSpPr>
          <p:cNvPr id="11" name="Rounded Rectangle 19">
            <a:extLst>
              <a:ext uri="{FF2B5EF4-FFF2-40B4-BE49-F238E27FC236}">
                <a16:creationId xmlns:a16="http://schemas.microsoft.com/office/drawing/2014/main" id="{6AF1A879-60AD-FF4B-3CCF-CF458BAFF281}"/>
              </a:ext>
            </a:extLst>
          </p:cNvPr>
          <p:cNvSpPr/>
          <p:nvPr/>
        </p:nvSpPr>
        <p:spPr>
          <a:xfrm>
            <a:off x="6272784" y="5888736"/>
            <a:ext cx="5303520" cy="457200"/>
          </a:xfrm>
          <a:prstGeom prst="roundRect">
            <a:avLst>
              <a:gd name="adj" fmla="val 14000"/>
            </a:avLst>
          </a:prstGeom>
          <a:solidFill>
            <a:srgbClr val="102228"/>
          </a:solidFill>
          <a:ln w="12700">
            <a:solidFill>
              <a:srgbClr val="4FBA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a:extLst>
              <a:ext uri="{FF2B5EF4-FFF2-40B4-BE49-F238E27FC236}">
                <a16:creationId xmlns:a16="http://schemas.microsoft.com/office/drawing/2014/main" id="{7C2E6B08-09C5-1F5B-BDF3-5BCA0280E6C9}"/>
              </a:ext>
            </a:extLst>
          </p:cNvPr>
          <p:cNvSpPr txBox="1"/>
          <p:nvPr/>
        </p:nvSpPr>
        <p:spPr>
          <a:xfrm>
            <a:off x="6496216" y="6023576"/>
            <a:ext cx="4872824" cy="184666"/>
          </a:xfrm>
          <a:prstGeom prst="rect">
            <a:avLst/>
          </a:prstGeom>
          <a:noFill/>
        </p:spPr>
        <p:txBody>
          <a:bodyPr wrap="square" lIns="0" tIns="0" rIns="0" bIns="0" anchor="ctr">
            <a:spAutoFit/>
          </a:bodyPr>
          <a:lstStyle/>
          <a:p>
            <a:pPr algn="ctr"/>
            <a:r>
              <a:rPr lang="en-IN" sz="1200" b="1" dirty="0">
                <a:solidFill>
                  <a:srgbClr val="FFFFFF"/>
                </a:solidFill>
              </a:rPr>
              <a:t>Skip masked blocks → skip data reads and compute</a:t>
            </a:r>
            <a:endParaRPr sz="1200" b="1" i="0" dirty="0">
              <a:solidFill>
                <a:srgbClr val="FFFFFF"/>
              </a:solidFill>
            </a:endParaRPr>
          </a:p>
        </p:txBody>
      </p:sp>
    </p:spTree>
    <p:extLst>
      <p:ext uri="{BB962C8B-B14F-4D97-AF65-F5344CB8AC3E}">
        <p14:creationId xmlns:p14="http://schemas.microsoft.com/office/powerpoint/2010/main" val="2212686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1" grpId="0" animBg="1"/>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733874-9383-3244-5B99-C3BFE519BEFA}"/>
              </a:ext>
            </a:extLst>
          </p:cNvPr>
          <p:cNvSpPr txBox="1"/>
          <p:nvPr/>
        </p:nvSpPr>
        <p:spPr>
          <a:xfrm>
            <a:off x="6272784" y="1519903"/>
            <a:ext cx="5151353" cy="907941"/>
          </a:xfrm>
          <a:prstGeom prst="rect">
            <a:avLst/>
          </a:prstGeom>
          <a:noFill/>
        </p:spPr>
        <p:txBody>
          <a:bodyPr wrap="square" lIns="0" tIns="0" rIns="0" bIns="0" anchor="ctr">
            <a:spAutoFit/>
          </a:bodyPr>
          <a:lstStyle/>
          <a:p>
            <a:pPr algn="just"/>
            <a:r>
              <a:rPr lang="en-IN" sz="2000" b="1" dirty="0"/>
              <a:t>P4 – Management</a:t>
            </a:r>
          </a:p>
          <a:p>
            <a:pPr marL="342900" indent="-342900" algn="just">
              <a:buFont typeface="Arial" panose="020B0604020202020204" pitchFamily="34" charset="0"/>
              <a:buChar char="•"/>
            </a:pPr>
            <a:r>
              <a:rPr lang="en-IN" sz="1300" b="1" i="0" dirty="0"/>
              <a:t>Stride‑addressed KV </a:t>
            </a:r>
            <a:r>
              <a:rPr lang="en-IN" sz="1300" dirty="0"/>
              <a:t>— </a:t>
            </a:r>
            <a:r>
              <a:rPr lang="en-IN" sz="1300" i="0" dirty="0"/>
              <a:t>grow = write at the next offset</a:t>
            </a:r>
          </a:p>
          <a:p>
            <a:pPr marL="342900" indent="-342900" algn="just">
              <a:buFont typeface="Arial" panose="020B0604020202020204" pitchFamily="34" charset="0"/>
              <a:buChar char="•"/>
            </a:pPr>
            <a:r>
              <a:rPr lang="en-IN" sz="1300" b="1" i="0" dirty="0"/>
              <a:t>O(1) rollback</a:t>
            </a:r>
            <a:r>
              <a:rPr lang="en-IN" sz="1300" i="0" dirty="0"/>
              <a:t> — just decrement the write pointer</a:t>
            </a:r>
          </a:p>
          <a:p>
            <a:pPr marL="342900" indent="-342900" algn="just">
              <a:buFont typeface="Arial" panose="020B0604020202020204" pitchFamily="34" charset="0"/>
              <a:buChar char="•"/>
            </a:pPr>
            <a:r>
              <a:rPr lang="en-IN" sz="1300" i="0" dirty="0"/>
              <a:t>Paged layouts rebuild block tables and slot mappings repeatedly</a:t>
            </a:r>
          </a:p>
        </p:txBody>
      </p:sp>
      <p:sp>
        <p:nvSpPr>
          <p:cNvPr id="3" name="TextBox 2">
            <a:extLst>
              <a:ext uri="{FF2B5EF4-FFF2-40B4-BE49-F238E27FC236}">
                <a16:creationId xmlns:a16="http://schemas.microsoft.com/office/drawing/2014/main" id="{968A9615-1DAF-9C55-DE29-1432B6E1C294}"/>
              </a:ext>
            </a:extLst>
          </p:cNvPr>
          <p:cNvSpPr txBox="1"/>
          <p:nvPr/>
        </p:nvSpPr>
        <p:spPr>
          <a:xfrm>
            <a:off x="685800" y="1519903"/>
            <a:ext cx="5151353" cy="1107996"/>
          </a:xfrm>
          <a:prstGeom prst="rect">
            <a:avLst/>
          </a:prstGeom>
          <a:noFill/>
        </p:spPr>
        <p:txBody>
          <a:bodyPr wrap="square" lIns="0" tIns="0" rIns="0" bIns="0" anchor="ctr">
            <a:spAutoFit/>
          </a:bodyPr>
          <a:lstStyle/>
          <a:p>
            <a:pPr algn="just"/>
            <a:r>
              <a:rPr lang="en-IN" sz="2000" b="1" dirty="0"/>
              <a:t>P3 – Movement</a:t>
            </a:r>
          </a:p>
          <a:p>
            <a:pPr marL="285750" indent="-285750" algn="just">
              <a:buFont typeface="Arial" panose="020B0604020202020204" pitchFamily="34" charset="0"/>
              <a:buChar char="•"/>
            </a:pPr>
            <a:r>
              <a:rPr kumimoji="0" lang="en-IN" sz="1300" b="1" i="0" u="none" strike="noStrike" kern="1200" cap="none" spc="0" normalizeH="0" baseline="0" noProof="0" dirty="0">
                <a:ln>
                  <a:noFill/>
                </a:ln>
                <a:effectLst/>
                <a:uLnTx/>
                <a:uFillTx/>
              </a:rPr>
              <a:t>Move indices, not KV </a:t>
            </a:r>
            <a:r>
              <a:rPr kumimoji="0" lang="en-IN" sz="1300" i="0" u="none" strike="noStrike" kern="1200" cap="none" spc="0" normalizeH="0" baseline="0" noProof="0" dirty="0">
                <a:ln>
                  <a:noFill/>
                </a:ln>
                <a:effectLst/>
                <a:uLnTx/>
                <a:uFillTx/>
              </a:rPr>
              <a:t>— surviving KV stays put</a:t>
            </a:r>
          </a:p>
          <a:p>
            <a:pPr marL="285750" indent="-285750" algn="just">
              <a:buFont typeface="Arial" panose="020B0604020202020204" pitchFamily="34" charset="0"/>
              <a:buChar char="•"/>
            </a:pPr>
            <a:r>
              <a:rPr kumimoji="0" lang="en-IN" sz="1300" b="1" i="0" u="none" strike="noStrike" kern="1200" cap="none" spc="0" normalizeH="0" baseline="0" noProof="0" dirty="0">
                <a:ln>
                  <a:noFill/>
                </a:ln>
                <a:effectLst/>
                <a:uLnTx/>
                <a:uFillTx/>
              </a:rPr>
              <a:t>O(1) free‑list</a:t>
            </a:r>
            <a:r>
              <a:rPr kumimoji="0" lang="en-IN" sz="1300" i="0" u="none" strike="noStrike" kern="1200" cap="none" spc="0" normalizeH="0" baseline="0" noProof="0" dirty="0">
                <a:ln>
                  <a:noFill/>
                </a:ln>
                <a:effectLst/>
                <a:uLnTx/>
                <a:uFillTx/>
              </a:rPr>
              <a:t> — pop to admit, return to retire</a:t>
            </a:r>
          </a:p>
          <a:p>
            <a:pPr marL="285750" indent="-285750" algn="just">
              <a:buFont typeface="Arial" panose="020B0604020202020204" pitchFamily="34" charset="0"/>
              <a:buChar char="•"/>
            </a:pPr>
            <a:r>
              <a:rPr kumimoji="0" lang="en-IN" sz="1300" i="0" u="none" strike="noStrike" kern="1200" cap="none" spc="0" normalizeH="0" baseline="0" noProof="0" dirty="0">
                <a:ln>
                  <a:noFill/>
                </a:ln>
                <a:effectLst/>
                <a:uLnTx/>
                <a:uFillTx/>
              </a:rPr>
              <a:t>Admission: pop free blocks; retirement: return blocks to the free list</a:t>
            </a:r>
          </a:p>
        </p:txBody>
      </p:sp>
      <p:sp>
        <p:nvSpPr>
          <p:cNvPr id="4" name="Title 1">
            <a:extLst>
              <a:ext uri="{FF2B5EF4-FFF2-40B4-BE49-F238E27FC236}">
                <a16:creationId xmlns:a16="http://schemas.microsoft.com/office/drawing/2014/main" id="{EAD30BAF-2370-EC33-C995-4C2A4F8250A6}"/>
              </a:ext>
            </a:extLst>
          </p:cNvPr>
          <p:cNvSpPr txBox="1">
            <a:spLocks/>
          </p:cNvSpPr>
          <p:nvPr/>
        </p:nvSpPr>
        <p:spPr>
          <a:xfrm>
            <a:off x="588263" y="591790"/>
            <a:ext cx="11018520" cy="430887"/>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t>Movement &amp; Management</a:t>
            </a:r>
          </a:p>
        </p:txBody>
      </p:sp>
      <p:sp>
        <p:nvSpPr>
          <p:cNvPr id="5" name="Rounded Rectangle 10">
            <a:extLst>
              <a:ext uri="{FF2B5EF4-FFF2-40B4-BE49-F238E27FC236}">
                <a16:creationId xmlns:a16="http://schemas.microsoft.com/office/drawing/2014/main" id="{1E38B591-3E4F-ED65-599A-77EF19750A05}"/>
              </a:ext>
            </a:extLst>
          </p:cNvPr>
          <p:cNvSpPr/>
          <p:nvPr/>
        </p:nvSpPr>
        <p:spPr>
          <a:xfrm>
            <a:off x="603504" y="5888736"/>
            <a:ext cx="5303520" cy="457200"/>
          </a:xfrm>
          <a:prstGeom prst="roundRect">
            <a:avLst>
              <a:gd name="adj" fmla="val 14000"/>
            </a:avLst>
          </a:prstGeom>
          <a:solidFill>
            <a:srgbClr val="102228"/>
          </a:solidFill>
          <a:ln w="12700">
            <a:solidFill>
              <a:srgbClr val="4FBA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a:extLst>
              <a:ext uri="{FF2B5EF4-FFF2-40B4-BE49-F238E27FC236}">
                <a16:creationId xmlns:a16="http://schemas.microsoft.com/office/drawing/2014/main" id="{63CA0FC6-6782-837E-3D06-2F4980ACF1B9}"/>
              </a:ext>
            </a:extLst>
          </p:cNvPr>
          <p:cNvSpPr txBox="1"/>
          <p:nvPr/>
        </p:nvSpPr>
        <p:spPr>
          <a:xfrm>
            <a:off x="685800" y="6025003"/>
            <a:ext cx="5151353" cy="184666"/>
          </a:xfrm>
          <a:prstGeom prst="rect">
            <a:avLst/>
          </a:prstGeom>
          <a:noFill/>
        </p:spPr>
        <p:txBody>
          <a:bodyPr wrap="square" lIns="0" tIns="0" rIns="0" bIns="0" anchor="ctr">
            <a:spAutoFit/>
          </a:bodyPr>
          <a:lstStyle/>
          <a:p>
            <a:pPr algn="ctr"/>
            <a:r>
              <a:rPr sz="1200" b="1" i="0" dirty="0">
                <a:solidFill>
                  <a:srgbClr val="FFFFFF"/>
                </a:solidFill>
              </a:rPr>
              <a:t>Head‑major layout</a:t>
            </a:r>
            <a:r>
              <a:rPr lang="en-IN" sz="1200" b="1" i="0" dirty="0">
                <a:solidFill>
                  <a:srgbClr val="FFFFFF"/>
                </a:solidFill>
              </a:rPr>
              <a:t> keep memory in-place </a:t>
            </a:r>
            <a:r>
              <a:rPr sz="1200" b="1" i="0" dirty="0">
                <a:solidFill>
                  <a:srgbClr val="FFFFFF"/>
                </a:solidFill>
              </a:rPr>
              <a:t>under churn.</a:t>
            </a:r>
          </a:p>
        </p:txBody>
      </p:sp>
      <p:pic>
        <p:nvPicPr>
          <p:cNvPr id="7" name="Picture 6" descr="image.png">
            <a:extLst>
              <a:ext uri="{FF2B5EF4-FFF2-40B4-BE49-F238E27FC236}">
                <a16:creationId xmlns:a16="http://schemas.microsoft.com/office/drawing/2014/main" id="{F9064C94-66CC-F29C-5260-BA4CE74101B8}"/>
              </a:ext>
            </a:extLst>
          </p:cNvPr>
          <p:cNvPicPr>
            <a:picLocks noChangeAspect="1"/>
          </p:cNvPicPr>
          <p:nvPr/>
        </p:nvPicPr>
        <p:blipFill>
          <a:blip r:embed="rId2"/>
          <a:srcRect t="9014"/>
          <a:stretch>
            <a:fillRect/>
          </a:stretch>
        </p:blipFill>
        <p:spPr>
          <a:xfrm>
            <a:off x="6298434" y="2919009"/>
            <a:ext cx="5222584" cy="2728888"/>
          </a:xfrm>
          <a:prstGeom prst="rect">
            <a:avLst/>
          </a:prstGeom>
        </p:spPr>
      </p:pic>
      <p:sp>
        <p:nvSpPr>
          <p:cNvPr id="8" name="Rounded Rectangle 19">
            <a:extLst>
              <a:ext uri="{FF2B5EF4-FFF2-40B4-BE49-F238E27FC236}">
                <a16:creationId xmlns:a16="http://schemas.microsoft.com/office/drawing/2014/main" id="{6D6B42B4-90B3-D817-8197-F4550A0C2F45}"/>
              </a:ext>
            </a:extLst>
          </p:cNvPr>
          <p:cNvSpPr/>
          <p:nvPr/>
        </p:nvSpPr>
        <p:spPr>
          <a:xfrm>
            <a:off x="6272784" y="5888736"/>
            <a:ext cx="5303520" cy="457200"/>
          </a:xfrm>
          <a:prstGeom prst="roundRect">
            <a:avLst>
              <a:gd name="adj" fmla="val 14000"/>
            </a:avLst>
          </a:prstGeom>
          <a:solidFill>
            <a:srgbClr val="102228"/>
          </a:solidFill>
          <a:ln w="12700">
            <a:solidFill>
              <a:srgbClr val="4FBA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a:extLst>
              <a:ext uri="{FF2B5EF4-FFF2-40B4-BE49-F238E27FC236}">
                <a16:creationId xmlns:a16="http://schemas.microsoft.com/office/drawing/2014/main" id="{DD0D14F7-6749-EAD9-668F-DFDC5E69662F}"/>
              </a:ext>
            </a:extLst>
          </p:cNvPr>
          <p:cNvSpPr txBox="1"/>
          <p:nvPr/>
        </p:nvSpPr>
        <p:spPr>
          <a:xfrm>
            <a:off x="6313252" y="6040100"/>
            <a:ext cx="5192948" cy="184666"/>
          </a:xfrm>
          <a:prstGeom prst="rect">
            <a:avLst/>
          </a:prstGeom>
          <a:noFill/>
        </p:spPr>
        <p:txBody>
          <a:bodyPr wrap="square" lIns="0" tIns="0" rIns="0" bIns="0" anchor="ctr">
            <a:spAutoFit/>
          </a:bodyPr>
          <a:lstStyle/>
          <a:p>
            <a:pPr algn="ctr"/>
            <a:r>
              <a:rPr lang="en-IN" sz="1200" b="1" i="0" dirty="0">
                <a:solidFill>
                  <a:srgbClr val="FFFFFF"/>
                </a:solidFill>
              </a:rPr>
              <a:t>In kernel stride mapping avoids metadata rebuilds.</a:t>
            </a:r>
            <a:endParaRPr sz="1200" b="1" i="0" dirty="0">
              <a:solidFill>
                <a:srgbClr val="FFFFFF"/>
              </a:solidFill>
            </a:endParaRPr>
          </a:p>
        </p:txBody>
      </p:sp>
      <p:sp>
        <p:nvSpPr>
          <p:cNvPr id="10" name="TextBox 9">
            <a:extLst>
              <a:ext uri="{FF2B5EF4-FFF2-40B4-BE49-F238E27FC236}">
                <a16:creationId xmlns:a16="http://schemas.microsoft.com/office/drawing/2014/main" id="{6F5D5C42-BE2A-C9D2-BDDF-7CEBF1D43F92}"/>
              </a:ext>
            </a:extLst>
          </p:cNvPr>
          <p:cNvSpPr txBox="1"/>
          <p:nvPr/>
        </p:nvSpPr>
        <p:spPr>
          <a:xfrm>
            <a:off x="603504" y="1060704"/>
            <a:ext cx="10972800" cy="202812"/>
          </a:xfrm>
          <a:prstGeom prst="rect">
            <a:avLst/>
          </a:prstGeom>
          <a:noFill/>
        </p:spPr>
        <p:txBody>
          <a:bodyPr wrap="square" lIns="0" tIns="0" rIns="0" bIns="0">
            <a:spAutoFit/>
          </a:bodyPr>
          <a:lstStyle/>
          <a:p>
            <a:pPr>
              <a:lnSpc>
                <a:spcPct val="110000"/>
              </a:lnSpc>
            </a:pPr>
            <a:r>
              <a:rPr lang="en-IN" sz="1300" b="0" i="0" dirty="0">
                <a:solidFill>
                  <a:srgbClr val="B6BBC4"/>
                </a:solidFill>
              </a:rPr>
              <a:t>Movement &amp; Management: Keep the KV still; move indices and pointers instead</a:t>
            </a:r>
            <a:endParaRPr sz="1300" b="0" i="0" dirty="0">
              <a:solidFill>
                <a:srgbClr val="B6BBC4"/>
              </a:solidFill>
            </a:endParaRPr>
          </a:p>
        </p:txBody>
      </p:sp>
      <p:pic>
        <p:nvPicPr>
          <p:cNvPr id="11" name="Picture 10">
            <a:extLst>
              <a:ext uri="{FF2B5EF4-FFF2-40B4-BE49-F238E27FC236}">
                <a16:creationId xmlns:a16="http://schemas.microsoft.com/office/drawing/2014/main" id="{8C328A0F-3B3B-0080-AD84-0FBF94013899}"/>
              </a:ext>
            </a:extLst>
          </p:cNvPr>
          <p:cNvPicPr>
            <a:picLocks noChangeAspect="1"/>
          </p:cNvPicPr>
          <p:nvPr/>
        </p:nvPicPr>
        <p:blipFill>
          <a:blip r:embed="rId3"/>
          <a:srcRect l="2474" t="11235" r="2719"/>
          <a:stretch>
            <a:fillRect/>
          </a:stretch>
        </p:blipFill>
        <p:spPr>
          <a:xfrm>
            <a:off x="603504" y="3110489"/>
            <a:ext cx="5303520" cy="2345928"/>
          </a:xfrm>
          <a:prstGeom prst="rect">
            <a:avLst/>
          </a:prstGeom>
        </p:spPr>
      </p:pic>
    </p:spTree>
    <p:extLst>
      <p:ext uri="{BB962C8B-B14F-4D97-AF65-F5344CB8AC3E}">
        <p14:creationId xmlns:p14="http://schemas.microsoft.com/office/powerpoint/2010/main" val="37043903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animBg="1"/>
      <p:bldP spid="6" grpId="0"/>
      <p:bldP spid="8"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24A2-D74E-62B3-F32F-92883B886C7B}"/>
              </a:ext>
            </a:extLst>
          </p:cNvPr>
          <p:cNvSpPr txBox="1">
            <a:spLocks/>
          </p:cNvSpPr>
          <p:nvPr/>
        </p:nvSpPr>
        <p:spPr>
          <a:xfrm>
            <a:off x="588263" y="591790"/>
            <a:ext cx="11018520" cy="430887"/>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t>Co-location &amp; Sizing</a:t>
            </a:r>
          </a:p>
        </p:txBody>
      </p:sp>
      <p:sp>
        <p:nvSpPr>
          <p:cNvPr id="3" name="TextBox 2">
            <a:extLst>
              <a:ext uri="{FF2B5EF4-FFF2-40B4-BE49-F238E27FC236}">
                <a16:creationId xmlns:a16="http://schemas.microsoft.com/office/drawing/2014/main" id="{B4EA34C2-2E80-8FC2-D729-246A5C9BF30B}"/>
              </a:ext>
            </a:extLst>
          </p:cNvPr>
          <p:cNvSpPr txBox="1"/>
          <p:nvPr/>
        </p:nvSpPr>
        <p:spPr>
          <a:xfrm>
            <a:off x="603504" y="1060704"/>
            <a:ext cx="10972800" cy="202812"/>
          </a:xfrm>
          <a:prstGeom prst="rect">
            <a:avLst/>
          </a:prstGeom>
          <a:noFill/>
        </p:spPr>
        <p:txBody>
          <a:bodyPr wrap="square" lIns="0" tIns="0" rIns="0" bIns="0">
            <a:spAutoFit/>
          </a:bodyPr>
          <a:lstStyle/>
          <a:p>
            <a:pPr>
              <a:lnSpc>
                <a:spcPct val="110000"/>
              </a:lnSpc>
            </a:pPr>
            <a:r>
              <a:rPr lang="en-IN" sz="1300" b="0" i="0" dirty="0">
                <a:solidFill>
                  <a:srgbClr val="B6BBC4"/>
                </a:solidFill>
              </a:rPr>
              <a:t>Co-location &amp; Sizing: Keep related data together, then fit each block to cache</a:t>
            </a:r>
            <a:endParaRPr sz="1300" b="0" i="0" dirty="0">
              <a:solidFill>
                <a:srgbClr val="B6BBC4"/>
              </a:solidFill>
            </a:endParaRPr>
          </a:p>
        </p:txBody>
      </p:sp>
      <p:sp>
        <p:nvSpPr>
          <p:cNvPr id="4" name="TextBox 3">
            <a:extLst>
              <a:ext uri="{FF2B5EF4-FFF2-40B4-BE49-F238E27FC236}">
                <a16:creationId xmlns:a16="http://schemas.microsoft.com/office/drawing/2014/main" id="{6CEA2249-6EB8-62D6-EBC3-10A1EED647B0}"/>
              </a:ext>
            </a:extLst>
          </p:cNvPr>
          <p:cNvSpPr txBox="1"/>
          <p:nvPr/>
        </p:nvSpPr>
        <p:spPr>
          <a:xfrm>
            <a:off x="645080" y="1434455"/>
            <a:ext cx="5208169" cy="1107996"/>
          </a:xfrm>
          <a:prstGeom prst="rect">
            <a:avLst/>
          </a:prstGeom>
          <a:noFill/>
        </p:spPr>
        <p:txBody>
          <a:bodyPr wrap="square" lIns="0" tIns="0" rIns="0" bIns="0" anchor="ctr">
            <a:spAutoFit/>
          </a:bodyPr>
          <a:lstStyle/>
          <a:p>
            <a:pPr algn="just"/>
            <a:r>
              <a:rPr lang="en-IN" sz="2000" b="1" dirty="0"/>
              <a:t>P5 –</a:t>
            </a:r>
            <a:r>
              <a:rPr sz="2000" b="1" i="0" dirty="0"/>
              <a:t> </a:t>
            </a:r>
            <a:r>
              <a:rPr lang="en-IN" sz="2000" b="1" i="0" dirty="0"/>
              <a:t>Co-location</a:t>
            </a:r>
          </a:p>
          <a:p>
            <a:pPr marL="342900" indent="-342900" algn="just">
              <a:buFont typeface="Arial" panose="020B0604020202020204" pitchFamily="34" charset="0"/>
              <a:buChar char="•"/>
            </a:pPr>
            <a:r>
              <a:rPr lang="en-IN" sz="1300" b="1" i="0" dirty="0"/>
              <a:t>Attention</a:t>
            </a:r>
            <a:r>
              <a:rPr lang="en-IN" sz="1300" i="0" dirty="0"/>
              <a:t> — K and V of a block stored (and used) together</a:t>
            </a:r>
            <a:endParaRPr lang="en-IN" sz="1300" b="1" dirty="0"/>
          </a:p>
          <a:p>
            <a:pPr marL="342900" indent="-342900" algn="just">
              <a:buFont typeface="Arial" panose="020B0604020202020204" pitchFamily="34" charset="0"/>
              <a:buChar char="•"/>
            </a:pPr>
            <a:r>
              <a:rPr lang="en-IN" sz="1300" b="1" i="0" dirty="0"/>
              <a:t>MLP / MoE </a:t>
            </a:r>
            <a:r>
              <a:rPr lang="en-IN" sz="1300" i="0" dirty="0"/>
              <a:t>— intermediate tensors are large; DRAM round-trips are costly</a:t>
            </a:r>
          </a:p>
          <a:p>
            <a:pPr marL="342900" indent="-342900" algn="just">
              <a:buFont typeface="Arial" panose="020B0604020202020204" pitchFamily="34" charset="0"/>
              <a:buChar char="•"/>
            </a:pPr>
            <a:r>
              <a:rPr lang="en-IN" sz="1300" b="1" i="0" dirty="0"/>
              <a:t>Fusion</a:t>
            </a:r>
            <a:r>
              <a:rPr lang="en-IN" sz="1300" i="0" dirty="0"/>
              <a:t> — tile the op chain; keep intermediates in L2/L3</a:t>
            </a:r>
          </a:p>
        </p:txBody>
      </p:sp>
      <p:grpSp>
        <p:nvGrpSpPr>
          <p:cNvPr id="5" name="Group 4">
            <a:extLst>
              <a:ext uri="{FF2B5EF4-FFF2-40B4-BE49-F238E27FC236}">
                <a16:creationId xmlns:a16="http://schemas.microsoft.com/office/drawing/2014/main" id="{D52FCC8C-068A-2874-F884-AED4086721EA}"/>
              </a:ext>
            </a:extLst>
          </p:cNvPr>
          <p:cNvGrpSpPr/>
          <p:nvPr/>
        </p:nvGrpSpPr>
        <p:grpSpPr>
          <a:xfrm>
            <a:off x="645080" y="5809010"/>
            <a:ext cx="5264986" cy="457200"/>
            <a:chOff x="6272784" y="5888736"/>
            <a:chExt cx="5303520" cy="457200"/>
          </a:xfrm>
        </p:grpSpPr>
        <p:sp>
          <p:nvSpPr>
            <p:cNvPr id="6" name="Rounded Rectangle 19">
              <a:extLst>
                <a:ext uri="{FF2B5EF4-FFF2-40B4-BE49-F238E27FC236}">
                  <a16:creationId xmlns:a16="http://schemas.microsoft.com/office/drawing/2014/main" id="{F4FA420C-68E6-9AE8-91C9-29AE074C5956}"/>
                </a:ext>
              </a:extLst>
            </p:cNvPr>
            <p:cNvSpPr/>
            <p:nvPr/>
          </p:nvSpPr>
          <p:spPr>
            <a:xfrm>
              <a:off x="6272784" y="5888736"/>
              <a:ext cx="5303520" cy="457200"/>
            </a:xfrm>
            <a:prstGeom prst="roundRect">
              <a:avLst>
                <a:gd name="adj" fmla="val 14000"/>
              </a:avLst>
            </a:prstGeom>
            <a:solidFill>
              <a:srgbClr val="102228"/>
            </a:solidFill>
            <a:ln w="12700">
              <a:solidFill>
                <a:srgbClr val="4FBA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460D0EA1-304B-F7D9-3687-2165989FA20A}"/>
                </a:ext>
              </a:extLst>
            </p:cNvPr>
            <p:cNvSpPr txBox="1"/>
            <p:nvPr/>
          </p:nvSpPr>
          <p:spPr>
            <a:xfrm>
              <a:off x="6492240" y="6025003"/>
              <a:ext cx="4776387" cy="184666"/>
            </a:xfrm>
            <a:prstGeom prst="rect">
              <a:avLst/>
            </a:prstGeom>
            <a:noFill/>
          </p:spPr>
          <p:txBody>
            <a:bodyPr wrap="none" lIns="0" tIns="0" rIns="0" bIns="0" anchor="ctr">
              <a:spAutoFit/>
            </a:bodyPr>
            <a:lstStyle/>
            <a:p>
              <a:r>
                <a:rPr lang="en-IN" sz="1200" b="1" i="0" dirty="0">
                  <a:solidFill>
                    <a:srgbClr val="FFFFFF"/>
                  </a:solidFill>
                </a:rPr>
                <a:t>             </a:t>
              </a:r>
              <a:r>
                <a:rPr sz="1200" b="1" i="0" dirty="0">
                  <a:solidFill>
                    <a:srgbClr val="FFFFFF"/>
                  </a:solidFill>
                </a:rPr>
                <a:t>Lower L2 cache‑miss across every batch and model size.</a:t>
              </a:r>
            </a:p>
          </p:txBody>
        </p:sp>
      </p:grpSp>
      <p:pic>
        <p:nvPicPr>
          <p:cNvPr id="8" name="Picture 7">
            <a:extLst>
              <a:ext uri="{FF2B5EF4-FFF2-40B4-BE49-F238E27FC236}">
                <a16:creationId xmlns:a16="http://schemas.microsoft.com/office/drawing/2014/main" id="{DD108539-A4E1-0251-05EB-171C86A19648}"/>
              </a:ext>
            </a:extLst>
          </p:cNvPr>
          <p:cNvPicPr>
            <a:picLocks noChangeAspect="1"/>
          </p:cNvPicPr>
          <p:nvPr/>
        </p:nvPicPr>
        <p:blipFill>
          <a:blip r:embed="rId2"/>
          <a:srcRect t="17262"/>
          <a:stretch>
            <a:fillRect/>
          </a:stretch>
        </p:blipFill>
        <p:spPr>
          <a:xfrm>
            <a:off x="588263" y="3059205"/>
            <a:ext cx="5264986" cy="2390552"/>
          </a:xfrm>
          <a:prstGeom prst="rect">
            <a:avLst/>
          </a:prstGeom>
        </p:spPr>
      </p:pic>
      <p:sp>
        <p:nvSpPr>
          <p:cNvPr id="9" name="TextBox 8">
            <a:extLst>
              <a:ext uri="{FF2B5EF4-FFF2-40B4-BE49-F238E27FC236}">
                <a16:creationId xmlns:a16="http://schemas.microsoft.com/office/drawing/2014/main" id="{D2F06B2B-1C50-099D-B8DF-E0F8D0DAB815}"/>
              </a:ext>
            </a:extLst>
          </p:cNvPr>
          <p:cNvSpPr txBox="1"/>
          <p:nvPr/>
        </p:nvSpPr>
        <p:spPr>
          <a:xfrm>
            <a:off x="6338754" y="1442150"/>
            <a:ext cx="5167680" cy="1308050"/>
          </a:xfrm>
          <a:prstGeom prst="rect">
            <a:avLst/>
          </a:prstGeom>
          <a:noFill/>
        </p:spPr>
        <p:txBody>
          <a:bodyPr wrap="square" lIns="0" tIns="0" rIns="0" bIns="0" anchor="ctr">
            <a:spAutoFit/>
          </a:bodyPr>
          <a:lstStyle/>
          <a:p>
            <a:pPr algn="just"/>
            <a:r>
              <a:rPr lang="en-IN" sz="2000" b="1" dirty="0"/>
              <a:t>P6 – Sizing</a:t>
            </a:r>
          </a:p>
          <a:p>
            <a:pPr marL="285750" indent="-285750" algn="just">
              <a:buFont typeface="Arial" panose="020B0604020202020204" pitchFamily="34" charset="0"/>
              <a:buChar char="•"/>
            </a:pPr>
            <a:r>
              <a:rPr kumimoji="0" lang="en-IN" sz="1300" b="1" i="0" u="none" strike="noStrike" kern="1200" cap="none" spc="0" normalizeH="0" baseline="0" noProof="0" dirty="0">
                <a:ln>
                  <a:noFill/>
                </a:ln>
                <a:effectLst/>
                <a:uLnTx/>
                <a:uFillTx/>
              </a:rPr>
              <a:t>Cache‑resident </a:t>
            </a:r>
            <a:r>
              <a:rPr kumimoji="0" lang="en-IN" sz="1300" i="0" u="none" strike="noStrike" kern="1200" cap="none" spc="0" normalizeH="0" baseline="0" noProof="0" dirty="0">
                <a:ln>
                  <a:noFill/>
                </a:ln>
                <a:effectLst/>
                <a:uLnTx/>
                <a:uFillTx/>
              </a:rPr>
              <a:t>— a fitted block is reused from L2/L3</a:t>
            </a:r>
          </a:p>
          <a:p>
            <a:pPr marL="285750" marR="0" lvl="0" indent="-285750" algn="just"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300" b="1" i="0" u="none" strike="noStrike" kern="1200" cap="none" spc="0" normalizeH="0" baseline="0" noProof="0" dirty="0">
                <a:ln>
                  <a:noFill/>
                </a:ln>
                <a:effectLst/>
                <a:uLnTx/>
                <a:uFillTx/>
              </a:rPr>
              <a:t>Auto‑tuned </a:t>
            </a:r>
            <a:r>
              <a:rPr kumimoji="0" lang="en-IN" sz="1300" i="0" u="none" strike="noStrike" kern="1200" cap="none" spc="0" normalizeH="0" baseline="0" noProof="0" dirty="0">
                <a:ln>
                  <a:noFill/>
                </a:ln>
                <a:effectLst/>
                <a:uLnTx/>
                <a:uFillTx/>
              </a:rPr>
              <a:t>— size blocks to the CPU cache &amp; context length</a:t>
            </a:r>
          </a:p>
          <a:p>
            <a:pPr marL="742933" lvl="1" indent="-285750" algn="just">
              <a:buFont typeface="Arial" panose="020B0604020202020204" pitchFamily="34" charset="0"/>
              <a:buChar char="•"/>
              <a:defRPr/>
            </a:pPr>
            <a:r>
              <a:rPr kumimoji="0" lang="en-IN" sz="1300" i="0" u="none" strike="noStrike" kern="1200" cap="none" spc="0" normalizeH="0" baseline="0" noProof="0" dirty="0">
                <a:ln>
                  <a:noFill/>
                </a:ln>
                <a:effectLst/>
                <a:uLnTx/>
                <a:uFillTx/>
              </a:rPr>
              <a:t>Short contexts → smaller blocks, less boundary waste</a:t>
            </a:r>
          </a:p>
          <a:p>
            <a:pPr marL="742933" lvl="1" indent="-285750" algn="just">
              <a:buFont typeface="Arial" panose="020B0604020202020204" pitchFamily="34" charset="0"/>
              <a:buChar char="•"/>
              <a:defRPr/>
            </a:pPr>
            <a:r>
              <a:rPr kumimoji="0" lang="en-IN" sz="1300" i="0" u="none" strike="noStrike" kern="1200" cap="none" spc="0" normalizeH="0" baseline="0" noProof="0" dirty="0">
                <a:ln>
                  <a:noFill/>
                </a:ln>
                <a:effectLst/>
                <a:uLnTx/>
                <a:uFillTx/>
              </a:rPr>
              <a:t>Long contexts → larger blocks, better overhead amortization</a:t>
            </a:r>
          </a:p>
        </p:txBody>
      </p:sp>
      <p:sp>
        <p:nvSpPr>
          <p:cNvPr id="10" name="Rounded Rectangle 10">
            <a:extLst>
              <a:ext uri="{FF2B5EF4-FFF2-40B4-BE49-F238E27FC236}">
                <a16:creationId xmlns:a16="http://schemas.microsoft.com/office/drawing/2014/main" id="{F7F26945-FBA7-723B-9CE7-D5ECB7867596}"/>
              </a:ext>
            </a:extLst>
          </p:cNvPr>
          <p:cNvSpPr/>
          <p:nvPr/>
        </p:nvSpPr>
        <p:spPr>
          <a:xfrm>
            <a:off x="6272784" y="5831500"/>
            <a:ext cx="5303520" cy="457200"/>
          </a:xfrm>
          <a:prstGeom prst="roundRect">
            <a:avLst>
              <a:gd name="adj" fmla="val 14000"/>
            </a:avLst>
          </a:prstGeom>
          <a:solidFill>
            <a:srgbClr val="102228"/>
          </a:solidFill>
          <a:ln w="12700">
            <a:solidFill>
              <a:srgbClr val="4FBA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a:extLst>
              <a:ext uri="{FF2B5EF4-FFF2-40B4-BE49-F238E27FC236}">
                <a16:creationId xmlns:a16="http://schemas.microsoft.com/office/drawing/2014/main" id="{77384B3F-7460-F745-A230-2936BC8877FD}"/>
              </a:ext>
            </a:extLst>
          </p:cNvPr>
          <p:cNvSpPr txBox="1"/>
          <p:nvPr/>
        </p:nvSpPr>
        <p:spPr>
          <a:xfrm>
            <a:off x="6492240" y="5965865"/>
            <a:ext cx="4870174" cy="184666"/>
          </a:xfrm>
          <a:prstGeom prst="rect">
            <a:avLst/>
          </a:prstGeom>
          <a:noFill/>
        </p:spPr>
        <p:txBody>
          <a:bodyPr wrap="square" lIns="0" tIns="0" rIns="0" bIns="0" anchor="ctr">
            <a:spAutoFit/>
          </a:bodyPr>
          <a:lstStyle/>
          <a:p>
            <a:pPr algn="ctr"/>
            <a:r>
              <a:rPr sz="1200" b="1" i="0" dirty="0">
                <a:solidFill>
                  <a:srgbClr val="FFFFFF"/>
                </a:solidFill>
              </a:rPr>
              <a:t>Auto‑tuned block size </a:t>
            </a:r>
            <a:r>
              <a:rPr lang="en-IN" sz="1200" b="1" i="0" dirty="0">
                <a:solidFill>
                  <a:srgbClr val="FFFFFF"/>
                </a:solidFill>
              </a:rPr>
              <a:t>reduces </a:t>
            </a:r>
            <a:r>
              <a:rPr sz="1200" b="1" i="0" dirty="0">
                <a:solidFill>
                  <a:srgbClr val="FFFFFF"/>
                </a:solidFill>
              </a:rPr>
              <a:t>L2 misses.</a:t>
            </a:r>
          </a:p>
        </p:txBody>
      </p:sp>
      <p:pic>
        <p:nvPicPr>
          <p:cNvPr id="12" name="Picture 11">
            <a:extLst>
              <a:ext uri="{FF2B5EF4-FFF2-40B4-BE49-F238E27FC236}">
                <a16:creationId xmlns:a16="http://schemas.microsoft.com/office/drawing/2014/main" id="{70E8A371-39BA-616F-6231-76EE643477E1}"/>
              </a:ext>
            </a:extLst>
          </p:cNvPr>
          <p:cNvPicPr>
            <a:picLocks noChangeAspect="1"/>
          </p:cNvPicPr>
          <p:nvPr/>
        </p:nvPicPr>
        <p:blipFill>
          <a:blip r:embed="rId3"/>
          <a:srcRect t="9817"/>
          <a:stretch>
            <a:fillRect/>
          </a:stretch>
        </p:blipFill>
        <p:spPr>
          <a:xfrm>
            <a:off x="6528483" y="2850201"/>
            <a:ext cx="4788222" cy="2808560"/>
          </a:xfrm>
          <a:prstGeom prst="rect">
            <a:avLst/>
          </a:prstGeom>
        </p:spPr>
      </p:pic>
    </p:spTree>
    <p:extLst>
      <p:ext uri="{BB962C8B-B14F-4D97-AF65-F5344CB8AC3E}">
        <p14:creationId xmlns:p14="http://schemas.microsoft.com/office/powerpoint/2010/main" val="8574884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animBg="1"/>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75CF17-C7F9-8EE0-45FD-BC2D249FFFB3}"/>
              </a:ext>
            </a:extLst>
          </p:cNvPr>
          <p:cNvSpPr txBox="1"/>
          <p:nvPr/>
        </p:nvSpPr>
        <p:spPr>
          <a:xfrm>
            <a:off x="457200" y="6583680"/>
            <a:ext cx="5029200" cy="219456"/>
          </a:xfrm>
          <a:prstGeom prst="rect">
            <a:avLst/>
          </a:prstGeom>
          <a:noFill/>
        </p:spPr>
        <p:txBody>
          <a:bodyPr wrap="square" lIns="0" tIns="0" rIns="0" bIns="0" anchor="t">
            <a:spAutoFit/>
          </a:bodyPr>
          <a:lstStyle/>
          <a:p>
            <a:pPr algn="l"/>
            <a:r>
              <a:rPr sz="900" b="0">
                <a:solidFill>
                  <a:srgbClr val="6B707C"/>
                </a:solidFill>
                <a:latin typeface="Calibri"/>
              </a:rPr>
              <a:t>AMD PACE  ·  Platform Aware Compute Engine</a:t>
            </a:r>
          </a:p>
        </p:txBody>
      </p:sp>
      <p:sp>
        <p:nvSpPr>
          <p:cNvPr id="5" name="TextBox 4">
            <a:extLst>
              <a:ext uri="{FF2B5EF4-FFF2-40B4-BE49-F238E27FC236}">
                <a16:creationId xmlns:a16="http://schemas.microsoft.com/office/drawing/2014/main" id="{B462F3D6-6E5C-E7FB-588E-40ED77797A26}"/>
              </a:ext>
            </a:extLst>
          </p:cNvPr>
          <p:cNvSpPr txBox="1"/>
          <p:nvPr/>
        </p:nvSpPr>
        <p:spPr>
          <a:xfrm>
            <a:off x="9052560" y="6583680"/>
            <a:ext cx="2651760" cy="219456"/>
          </a:xfrm>
          <a:prstGeom prst="rect">
            <a:avLst/>
          </a:prstGeom>
          <a:noFill/>
        </p:spPr>
        <p:txBody>
          <a:bodyPr wrap="square" lIns="0" tIns="0" rIns="0" bIns="0" anchor="t">
            <a:spAutoFit/>
          </a:bodyPr>
          <a:lstStyle/>
          <a:p>
            <a:pPr algn="r"/>
            <a:r>
              <a:rPr sz="900" b="0">
                <a:solidFill>
                  <a:srgbClr val="6B707C"/>
                </a:solidFill>
                <a:latin typeface="Calibri"/>
              </a:rPr>
              <a:t>© 2026 Advanced Micro Devices, Inc.</a:t>
            </a:r>
          </a:p>
        </p:txBody>
      </p:sp>
      <p:sp>
        <p:nvSpPr>
          <p:cNvPr id="7" name="TextBox 6">
            <a:extLst>
              <a:ext uri="{FF2B5EF4-FFF2-40B4-BE49-F238E27FC236}">
                <a16:creationId xmlns:a16="http://schemas.microsoft.com/office/drawing/2014/main" id="{E2D13FD0-E6B5-2AE9-A109-0D9A59F0C80E}"/>
              </a:ext>
            </a:extLst>
          </p:cNvPr>
          <p:cNvSpPr txBox="1"/>
          <p:nvPr/>
        </p:nvSpPr>
        <p:spPr>
          <a:xfrm>
            <a:off x="457200" y="402336"/>
            <a:ext cx="11247120" cy="502920"/>
          </a:xfrm>
          <a:prstGeom prst="rect">
            <a:avLst/>
          </a:prstGeom>
          <a:noFill/>
        </p:spPr>
        <p:txBody>
          <a:bodyPr wrap="square" lIns="0" tIns="0" rIns="0" bIns="0" anchor="t">
            <a:spAutoFit/>
          </a:bodyPr>
          <a:lstStyle/>
          <a:p>
            <a:pPr algn="l"/>
            <a:r>
              <a:rPr sz="2600" b="1">
                <a:solidFill>
                  <a:srgbClr val="F5F7FA"/>
                </a:solidFill>
                <a:latin typeface="Calibri"/>
              </a:rPr>
              <a:t>How PACE accelerates — a data-centric engine</a:t>
            </a:r>
          </a:p>
        </p:txBody>
      </p:sp>
      <p:sp>
        <p:nvSpPr>
          <p:cNvPr id="9" name="TextBox 8">
            <a:extLst>
              <a:ext uri="{FF2B5EF4-FFF2-40B4-BE49-F238E27FC236}">
                <a16:creationId xmlns:a16="http://schemas.microsoft.com/office/drawing/2014/main" id="{A1244AC1-A6A6-3681-146E-FDDBB302C005}"/>
              </a:ext>
            </a:extLst>
          </p:cNvPr>
          <p:cNvSpPr txBox="1"/>
          <p:nvPr/>
        </p:nvSpPr>
        <p:spPr>
          <a:xfrm>
            <a:off x="457200" y="950976"/>
            <a:ext cx="11247120" cy="365760"/>
          </a:xfrm>
          <a:prstGeom prst="rect">
            <a:avLst/>
          </a:prstGeom>
          <a:noFill/>
        </p:spPr>
        <p:txBody>
          <a:bodyPr wrap="square" lIns="0" tIns="0" rIns="0" bIns="0" anchor="t">
            <a:spAutoFit/>
          </a:bodyPr>
          <a:lstStyle/>
          <a:p>
            <a:pPr algn="l">
              <a:lnSpc>
                <a:spcPct val="100000"/>
              </a:lnSpc>
            </a:pPr>
            <a:r>
              <a:rPr sz="1300" b="0">
                <a:solidFill>
                  <a:srgbClr val="AEB6C2"/>
                </a:solidFill>
                <a:latin typeface="Calibri"/>
              </a:rPr>
              <a:t>Same ModernBERT weights; six dimensions size every access — KV, weights, tiles — to the AMD EPYC cache.</a:t>
            </a:r>
          </a:p>
        </p:txBody>
      </p:sp>
      <p:sp>
        <p:nvSpPr>
          <p:cNvPr id="11" name="Rounded Rectangle 8">
            <a:extLst>
              <a:ext uri="{FF2B5EF4-FFF2-40B4-BE49-F238E27FC236}">
                <a16:creationId xmlns:a16="http://schemas.microsoft.com/office/drawing/2014/main" id="{D9705653-E8BA-860D-3C4C-F53A5129352A}"/>
              </a:ext>
            </a:extLst>
          </p:cNvPr>
          <p:cNvSpPr/>
          <p:nvPr/>
        </p:nvSpPr>
        <p:spPr>
          <a:xfrm>
            <a:off x="457200" y="1536192"/>
            <a:ext cx="3566160" cy="1572768"/>
          </a:xfrm>
          <a:prstGeom prst="roundRect">
            <a:avLst/>
          </a:prstGeom>
          <a:solidFill>
            <a:srgbClr val="17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885358C-9DA1-F537-02F4-010C9805D15F}"/>
              </a:ext>
            </a:extLst>
          </p:cNvPr>
          <p:cNvSpPr/>
          <p:nvPr/>
        </p:nvSpPr>
        <p:spPr>
          <a:xfrm>
            <a:off x="457200" y="1682495"/>
            <a:ext cx="45720" cy="1280160"/>
          </a:xfrm>
          <a:prstGeom prst="rect">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A5F5BEB3-DADD-FA9C-197C-F49CA8C4357B}"/>
              </a:ext>
            </a:extLst>
          </p:cNvPr>
          <p:cNvSpPr txBox="1"/>
          <p:nvPr/>
        </p:nvSpPr>
        <p:spPr>
          <a:xfrm>
            <a:off x="694944" y="1719072"/>
            <a:ext cx="3154679" cy="320040"/>
          </a:xfrm>
          <a:prstGeom prst="rect">
            <a:avLst/>
          </a:prstGeom>
          <a:noFill/>
        </p:spPr>
        <p:txBody>
          <a:bodyPr wrap="square" lIns="0" tIns="0" rIns="0" bIns="0" anchor="t">
            <a:spAutoFit/>
          </a:bodyPr>
          <a:lstStyle/>
          <a:p>
            <a:pPr algn="l"/>
            <a:r>
              <a:rPr sz="1400" b="1">
                <a:solidFill>
                  <a:srgbClr val="F5F7FA"/>
                </a:solidFill>
                <a:latin typeface="Calibri"/>
              </a:rPr>
              <a:t>1 · K/V colocation</a:t>
            </a:r>
          </a:p>
        </p:txBody>
      </p:sp>
      <p:sp>
        <p:nvSpPr>
          <p:cNvPr id="17" name="TextBox 16">
            <a:extLst>
              <a:ext uri="{FF2B5EF4-FFF2-40B4-BE49-F238E27FC236}">
                <a16:creationId xmlns:a16="http://schemas.microsoft.com/office/drawing/2014/main" id="{60C6A7C8-BC75-2214-EE38-FFBE5AB7A90F}"/>
              </a:ext>
            </a:extLst>
          </p:cNvPr>
          <p:cNvSpPr txBox="1"/>
          <p:nvPr/>
        </p:nvSpPr>
        <p:spPr>
          <a:xfrm>
            <a:off x="694944" y="2139696"/>
            <a:ext cx="3154679" cy="868680"/>
          </a:xfrm>
          <a:prstGeom prst="rect">
            <a:avLst/>
          </a:prstGeom>
          <a:noFill/>
        </p:spPr>
        <p:txBody>
          <a:bodyPr wrap="square" lIns="0" tIns="0" rIns="0" bIns="0" anchor="t">
            <a:spAutoFit/>
          </a:bodyPr>
          <a:lstStyle/>
          <a:p>
            <a:pPr algn="l">
              <a:lnSpc>
                <a:spcPct val="112000"/>
              </a:lnSpc>
            </a:pPr>
            <a:r>
              <a:rPr sz="1150" b="0">
                <a:solidFill>
                  <a:srgbClr val="AEB6C2"/>
                </a:solidFill>
                <a:latin typeface="Calibri"/>
              </a:rPr>
              <a:t>Keys &amp; values share one pre-allocated BF16 SlabPool, CPU-native.</a:t>
            </a:r>
          </a:p>
        </p:txBody>
      </p:sp>
      <p:sp>
        <p:nvSpPr>
          <p:cNvPr id="19" name="Rounded Rectangle 12">
            <a:extLst>
              <a:ext uri="{FF2B5EF4-FFF2-40B4-BE49-F238E27FC236}">
                <a16:creationId xmlns:a16="http://schemas.microsoft.com/office/drawing/2014/main" id="{84537C81-E7FB-9D81-F761-61B701060969}"/>
              </a:ext>
            </a:extLst>
          </p:cNvPr>
          <p:cNvSpPr/>
          <p:nvPr/>
        </p:nvSpPr>
        <p:spPr>
          <a:xfrm>
            <a:off x="4306824" y="1536192"/>
            <a:ext cx="3566160" cy="1572768"/>
          </a:xfrm>
          <a:prstGeom prst="roundRect">
            <a:avLst/>
          </a:prstGeom>
          <a:solidFill>
            <a:srgbClr val="1C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614664C7-6D90-7A6D-5E8D-FC6A2E6CF32C}"/>
              </a:ext>
            </a:extLst>
          </p:cNvPr>
          <p:cNvSpPr/>
          <p:nvPr/>
        </p:nvSpPr>
        <p:spPr>
          <a:xfrm>
            <a:off x="4306824" y="1682495"/>
            <a:ext cx="45720" cy="1280160"/>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937C350A-8781-B466-9DB4-FDBD9BD2B046}"/>
              </a:ext>
            </a:extLst>
          </p:cNvPr>
          <p:cNvSpPr txBox="1"/>
          <p:nvPr/>
        </p:nvSpPr>
        <p:spPr>
          <a:xfrm>
            <a:off x="4544568" y="1719072"/>
            <a:ext cx="3154679" cy="320040"/>
          </a:xfrm>
          <a:prstGeom prst="rect">
            <a:avLst/>
          </a:prstGeom>
          <a:noFill/>
        </p:spPr>
        <p:txBody>
          <a:bodyPr wrap="square" lIns="0" tIns="0" rIns="0" bIns="0" anchor="t">
            <a:spAutoFit/>
          </a:bodyPr>
          <a:lstStyle/>
          <a:p>
            <a:pPr algn="l"/>
            <a:r>
              <a:rPr sz="1400" b="1">
                <a:solidFill>
                  <a:srgbClr val="F5F7FA"/>
                </a:solidFill>
                <a:latin typeface="Calibri"/>
              </a:rPr>
              <a:t>2 · Cache-sized tiling</a:t>
            </a:r>
          </a:p>
        </p:txBody>
      </p:sp>
      <p:sp>
        <p:nvSpPr>
          <p:cNvPr id="25" name="TextBox 24">
            <a:extLst>
              <a:ext uri="{FF2B5EF4-FFF2-40B4-BE49-F238E27FC236}">
                <a16:creationId xmlns:a16="http://schemas.microsoft.com/office/drawing/2014/main" id="{63EE896D-6F3D-38D9-E173-3E969F9071EA}"/>
              </a:ext>
            </a:extLst>
          </p:cNvPr>
          <p:cNvSpPr txBox="1"/>
          <p:nvPr/>
        </p:nvSpPr>
        <p:spPr>
          <a:xfrm>
            <a:off x="4544568" y="2139696"/>
            <a:ext cx="3154679" cy="868680"/>
          </a:xfrm>
          <a:prstGeom prst="rect">
            <a:avLst/>
          </a:prstGeom>
          <a:noFill/>
        </p:spPr>
        <p:txBody>
          <a:bodyPr wrap="square" lIns="0" tIns="0" rIns="0" bIns="0" anchor="t">
            <a:spAutoFit/>
          </a:bodyPr>
          <a:lstStyle/>
          <a:p>
            <a:pPr algn="l">
              <a:lnSpc>
                <a:spcPct val="112000"/>
              </a:lnSpc>
            </a:pPr>
            <a:r>
              <a:rPr sz="1150" b="0">
                <a:solidFill>
                  <a:srgbClr val="AEB6C2"/>
                </a:solidFill>
                <a:latin typeface="Calibri"/>
              </a:rPr>
              <a:t>L1/L2-aware blocking keeps matmuls cache-resident on EPYC.</a:t>
            </a:r>
          </a:p>
        </p:txBody>
      </p:sp>
      <p:sp>
        <p:nvSpPr>
          <p:cNvPr id="27" name="Rounded Rectangle 16">
            <a:extLst>
              <a:ext uri="{FF2B5EF4-FFF2-40B4-BE49-F238E27FC236}">
                <a16:creationId xmlns:a16="http://schemas.microsoft.com/office/drawing/2014/main" id="{882E775C-F210-AA19-4C16-BD66C2287A9F}"/>
              </a:ext>
            </a:extLst>
          </p:cNvPr>
          <p:cNvSpPr/>
          <p:nvPr/>
        </p:nvSpPr>
        <p:spPr>
          <a:xfrm>
            <a:off x="8156448" y="1536192"/>
            <a:ext cx="3566160" cy="1572768"/>
          </a:xfrm>
          <a:prstGeom prst="roundRect">
            <a:avLst/>
          </a:prstGeom>
          <a:solidFill>
            <a:srgbClr val="17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7F7578BA-6304-67CB-F7EB-65A1266B32FA}"/>
              </a:ext>
            </a:extLst>
          </p:cNvPr>
          <p:cNvSpPr/>
          <p:nvPr/>
        </p:nvSpPr>
        <p:spPr>
          <a:xfrm>
            <a:off x="8156448" y="1682495"/>
            <a:ext cx="45720" cy="1280160"/>
          </a:xfrm>
          <a:prstGeom prst="rect">
            <a:avLst/>
          </a:prstGeom>
          <a:solidFill>
            <a:srgbClr val="82A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17600329-AEFC-46DF-46D4-0658D845514C}"/>
              </a:ext>
            </a:extLst>
          </p:cNvPr>
          <p:cNvSpPr txBox="1"/>
          <p:nvPr/>
        </p:nvSpPr>
        <p:spPr>
          <a:xfrm>
            <a:off x="8394192" y="1719072"/>
            <a:ext cx="3154679" cy="320040"/>
          </a:xfrm>
          <a:prstGeom prst="rect">
            <a:avLst/>
          </a:prstGeom>
          <a:noFill/>
        </p:spPr>
        <p:txBody>
          <a:bodyPr wrap="square" lIns="0" tIns="0" rIns="0" bIns="0" anchor="t">
            <a:spAutoFit/>
          </a:bodyPr>
          <a:lstStyle/>
          <a:p>
            <a:pPr algn="l"/>
            <a:r>
              <a:rPr sz="1400" b="1">
                <a:solidFill>
                  <a:srgbClr val="F5F7FA"/>
                </a:solidFill>
                <a:latin typeface="Calibri"/>
              </a:rPr>
              <a:t>3 · Adaptive scheduling</a:t>
            </a:r>
          </a:p>
        </p:txBody>
      </p:sp>
      <p:sp>
        <p:nvSpPr>
          <p:cNvPr id="33" name="TextBox 32">
            <a:extLst>
              <a:ext uri="{FF2B5EF4-FFF2-40B4-BE49-F238E27FC236}">
                <a16:creationId xmlns:a16="http://schemas.microsoft.com/office/drawing/2014/main" id="{434E6DF5-2249-A8DC-36F0-3E1E60720338}"/>
              </a:ext>
            </a:extLst>
          </p:cNvPr>
          <p:cNvSpPr txBox="1"/>
          <p:nvPr/>
        </p:nvSpPr>
        <p:spPr>
          <a:xfrm>
            <a:off x="8394192" y="2139696"/>
            <a:ext cx="3154679" cy="868680"/>
          </a:xfrm>
          <a:prstGeom prst="rect">
            <a:avLst/>
          </a:prstGeom>
          <a:noFill/>
        </p:spPr>
        <p:txBody>
          <a:bodyPr wrap="square" lIns="0" tIns="0" rIns="0" bIns="0" anchor="t">
            <a:spAutoFit/>
          </a:bodyPr>
          <a:lstStyle/>
          <a:p>
            <a:pPr algn="l">
              <a:lnSpc>
                <a:spcPct val="112000"/>
              </a:lnSpc>
            </a:pPr>
            <a:r>
              <a:rPr sz="1150" b="0">
                <a:solidFill>
                  <a:srgbClr val="AEB6C2"/>
                </a:solidFill>
                <a:latin typeface="Calibri"/>
              </a:rPr>
              <a:t>Dispatcher picks GQA-decode / multi-token / tiled-prefill — reuse vs parallel.</a:t>
            </a:r>
          </a:p>
        </p:txBody>
      </p:sp>
      <p:sp>
        <p:nvSpPr>
          <p:cNvPr id="35" name="Rounded Rectangle 20">
            <a:extLst>
              <a:ext uri="{FF2B5EF4-FFF2-40B4-BE49-F238E27FC236}">
                <a16:creationId xmlns:a16="http://schemas.microsoft.com/office/drawing/2014/main" id="{0BA63074-FAFE-B468-4DDE-DB3F6A352246}"/>
              </a:ext>
            </a:extLst>
          </p:cNvPr>
          <p:cNvSpPr/>
          <p:nvPr/>
        </p:nvSpPr>
        <p:spPr>
          <a:xfrm>
            <a:off x="457200" y="3310128"/>
            <a:ext cx="3566160" cy="1572768"/>
          </a:xfrm>
          <a:prstGeom prst="roundRect">
            <a:avLst/>
          </a:prstGeom>
          <a:solidFill>
            <a:srgbClr val="1C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D86AAD20-BA1F-A5BF-702F-519618044FA3}"/>
              </a:ext>
            </a:extLst>
          </p:cNvPr>
          <p:cNvSpPr/>
          <p:nvPr/>
        </p:nvSpPr>
        <p:spPr>
          <a:xfrm>
            <a:off x="457200" y="3456432"/>
            <a:ext cx="45720" cy="1280160"/>
          </a:xfrm>
          <a:prstGeom prst="rect">
            <a:avLst/>
          </a:prstGeom>
          <a:solidFill>
            <a:srgbClr val="F6C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F7E6FDE3-C7F6-69CC-9D7A-8B860D9BD28E}"/>
              </a:ext>
            </a:extLst>
          </p:cNvPr>
          <p:cNvSpPr txBox="1"/>
          <p:nvPr/>
        </p:nvSpPr>
        <p:spPr>
          <a:xfrm>
            <a:off x="694944" y="3493008"/>
            <a:ext cx="3154679" cy="320040"/>
          </a:xfrm>
          <a:prstGeom prst="rect">
            <a:avLst/>
          </a:prstGeom>
          <a:noFill/>
        </p:spPr>
        <p:txBody>
          <a:bodyPr wrap="square" lIns="0" tIns="0" rIns="0" bIns="0" anchor="t">
            <a:spAutoFit/>
          </a:bodyPr>
          <a:lstStyle/>
          <a:p>
            <a:pPr algn="l"/>
            <a:r>
              <a:rPr sz="1400" b="1">
                <a:solidFill>
                  <a:srgbClr val="F5F7FA"/>
                </a:solidFill>
                <a:latin typeface="Calibri"/>
              </a:rPr>
              <a:t>4 · Sparse skipping</a:t>
            </a:r>
          </a:p>
        </p:txBody>
      </p:sp>
      <p:sp>
        <p:nvSpPr>
          <p:cNvPr id="41" name="TextBox 40">
            <a:extLst>
              <a:ext uri="{FF2B5EF4-FFF2-40B4-BE49-F238E27FC236}">
                <a16:creationId xmlns:a16="http://schemas.microsoft.com/office/drawing/2014/main" id="{8D90BBB3-945D-9A5C-0B77-9022A0327AEA}"/>
              </a:ext>
            </a:extLst>
          </p:cNvPr>
          <p:cNvSpPr txBox="1"/>
          <p:nvPr/>
        </p:nvSpPr>
        <p:spPr>
          <a:xfrm>
            <a:off x="694944" y="3913632"/>
            <a:ext cx="3154679" cy="868680"/>
          </a:xfrm>
          <a:prstGeom prst="rect">
            <a:avLst/>
          </a:prstGeom>
          <a:noFill/>
        </p:spPr>
        <p:txBody>
          <a:bodyPr wrap="square" lIns="0" tIns="0" rIns="0" bIns="0" anchor="t">
            <a:spAutoFit/>
          </a:bodyPr>
          <a:lstStyle/>
          <a:p>
            <a:pPr algn="l">
              <a:lnSpc>
                <a:spcPct val="112000"/>
              </a:lnSpc>
            </a:pPr>
            <a:r>
              <a:rPr sz="1150" b="0">
                <a:solidFill>
                  <a:srgbClr val="AEB6C2"/>
                </a:solidFill>
                <a:latin typeface="Calibri"/>
              </a:rPr>
              <a:t>Causal tile-skipping in SDPA drops work that can't contribute.</a:t>
            </a:r>
          </a:p>
        </p:txBody>
      </p:sp>
      <p:sp>
        <p:nvSpPr>
          <p:cNvPr id="43" name="Rounded Rectangle 24">
            <a:extLst>
              <a:ext uri="{FF2B5EF4-FFF2-40B4-BE49-F238E27FC236}">
                <a16:creationId xmlns:a16="http://schemas.microsoft.com/office/drawing/2014/main" id="{63A8A0D1-7610-D0FB-BC8B-3F2848CA498D}"/>
              </a:ext>
            </a:extLst>
          </p:cNvPr>
          <p:cNvSpPr/>
          <p:nvPr/>
        </p:nvSpPr>
        <p:spPr>
          <a:xfrm>
            <a:off x="4306824" y="3310128"/>
            <a:ext cx="3566160" cy="1572768"/>
          </a:xfrm>
          <a:prstGeom prst="roundRect">
            <a:avLst/>
          </a:prstGeom>
          <a:solidFill>
            <a:srgbClr val="17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9ADE5CF7-391D-30C8-EA40-B7627D4A4F8C}"/>
              </a:ext>
            </a:extLst>
          </p:cNvPr>
          <p:cNvSpPr/>
          <p:nvPr/>
        </p:nvSpPr>
        <p:spPr>
          <a:xfrm>
            <a:off x="4306824" y="3456432"/>
            <a:ext cx="45720" cy="1280160"/>
          </a:xfrm>
          <a:prstGeom prst="rect">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D7073291-D9E4-5C54-D568-7EDB62057EBF}"/>
              </a:ext>
            </a:extLst>
          </p:cNvPr>
          <p:cNvSpPr txBox="1"/>
          <p:nvPr/>
        </p:nvSpPr>
        <p:spPr>
          <a:xfrm>
            <a:off x="4544568" y="3493008"/>
            <a:ext cx="3154679" cy="320040"/>
          </a:xfrm>
          <a:prstGeom prst="rect">
            <a:avLst/>
          </a:prstGeom>
          <a:noFill/>
        </p:spPr>
        <p:txBody>
          <a:bodyPr wrap="square" lIns="0" tIns="0" rIns="0" bIns="0" anchor="t">
            <a:spAutoFit/>
          </a:bodyPr>
          <a:lstStyle/>
          <a:p>
            <a:pPr algn="l"/>
            <a:r>
              <a:rPr sz="1400" b="1">
                <a:solidFill>
                  <a:srgbClr val="F5F7FA"/>
                </a:solidFill>
                <a:latin typeface="Calibri"/>
              </a:rPr>
              <a:t>5 · Low-overhead allocation</a:t>
            </a:r>
          </a:p>
        </p:txBody>
      </p:sp>
      <p:sp>
        <p:nvSpPr>
          <p:cNvPr id="49" name="TextBox 48">
            <a:extLst>
              <a:ext uri="{FF2B5EF4-FFF2-40B4-BE49-F238E27FC236}">
                <a16:creationId xmlns:a16="http://schemas.microsoft.com/office/drawing/2014/main" id="{E9B6B797-26D8-0FCD-73A2-F2B17EAF6BB1}"/>
              </a:ext>
            </a:extLst>
          </p:cNvPr>
          <p:cNvSpPr txBox="1"/>
          <p:nvPr/>
        </p:nvSpPr>
        <p:spPr>
          <a:xfrm>
            <a:off x="4544568" y="3913632"/>
            <a:ext cx="3154679" cy="868680"/>
          </a:xfrm>
          <a:prstGeom prst="rect">
            <a:avLst/>
          </a:prstGeom>
          <a:noFill/>
        </p:spPr>
        <p:txBody>
          <a:bodyPr wrap="square" lIns="0" tIns="0" rIns="0" bIns="0" anchor="t">
            <a:spAutoFit/>
          </a:bodyPr>
          <a:lstStyle/>
          <a:p>
            <a:pPr algn="l">
              <a:lnSpc>
                <a:spcPct val="112000"/>
              </a:lnSpc>
            </a:pPr>
            <a:r>
              <a:rPr sz="1150" b="0">
                <a:solidFill>
                  <a:srgbClr val="AEB6C2"/>
                </a:solidFill>
                <a:latin typeface="Calibri"/>
              </a:rPr>
              <a:t>O(1) slab allocation — no fragmentation, prefill &amp; decode coexist.</a:t>
            </a:r>
          </a:p>
        </p:txBody>
      </p:sp>
      <p:sp>
        <p:nvSpPr>
          <p:cNvPr id="51" name="Rounded Rectangle 28">
            <a:extLst>
              <a:ext uri="{FF2B5EF4-FFF2-40B4-BE49-F238E27FC236}">
                <a16:creationId xmlns:a16="http://schemas.microsoft.com/office/drawing/2014/main" id="{4AC9ED24-BFDE-1E9C-69B6-720E6FA51191}"/>
              </a:ext>
            </a:extLst>
          </p:cNvPr>
          <p:cNvSpPr/>
          <p:nvPr/>
        </p:nvSpPr>
        <p:spPr>
          <a:xfrm>
            <a:off x="8156448" y="3310128"/>
            <a:ext cx="3566160" cy="1572768"/>
          </a:xfrm>
          <a:prstGeom prst="roundRect">
            <a:avLst/>
          </a:prstGeom>
          <a:solidFill>
            <a:srgbClr val="1C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B3B4F071-5FBE-E3F8-913D-4FB37796ECC8}"/>
              </a:ext>
            </a:extLst>
          </p:cNvPr>
          <p:cNvSpPr/>
          <p:nvPr/>
        </p:nvSpPr>
        <p:spPr>
          <a:xfrm>
            <a:off x="8156448" y="3456432"/>
            <a:ext cx="45720" cy="1280160"/>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D1EC9549-2154-EF60-3E35-FAEBA5C3ACB8}"/>
              </a:ext>
            </a:extLst>
          </p:cNvPr>
          <p:cNvSpPr txBox="1"/>
          <p:nvPr/>
        </p:nvSpPr>
        <p:spPr>
          <a:xfrm>
            <a:off x="8394192" y="3493008"/>
            <a:ext cx="3154679" cy="320040"/>
          </a:xfrm>
          <a:prstGeom prst="rect">
            <a:avLst/>
          </a:prstGeom>
          <a:noFill/>
        </p:spPr>
        <p:txBody>
          <a:bodyPr wrap="square" lIns="0" tIns="0" rIns="0" bIns="0" anchor="t">
            <a:spAutoFit/>
          </a:bodyPr>
          <a:lstStyle/>
          <a:p>
            <a:pPr algn="l"/>
            <a:r>
              <a:rPr sz="1400" b="1">
                <a:solidFill>
                  <a:srgbClr val="F5F7FA"/>
                </a:solidFill>
                <a:latin typeface="Calibri"/>
              </a:rPr>
              <a:t>6 · Pre-packed layout</a:t>
            </a:r>
          </a:p>
        </p:txBody>
      </p:sp>
      <p:sp>
        <p:nvSpPr>
          <p:cNvPr id="57" name="TextBox 56">
            <a:extLst>
              <a:ext uri="{FF2B5EF4-FFF2-40B4-BE49-F238E27FC236}">
                <a16:creationId xmlns:a16="http://schemas.microsoft.com/office/drawing/2014/main" id="{41EB9061-8B6E-AB8B-4A26-D781F830B6C1}"/>
              </a:ext>
            </a:extLst>
          </p:cNvPr>
          <p:cNvSpPr txBox="1"/>
          <p:nvPr/>
        </p:nvSpPr>
        <p:spPr>
          <a:xfrm>
            <a:off x="8394192" y="3913632"/>
            <a:ext cx="3154679" cy="868680"/>
          </a:xfrm>
          <a:prstGeom prst="rect">
            <a:avLst/>
          </a:prstGeom>
          <a:noFill/>
        </p:spPr>
        <p:txBody>
          <a:bodyPr wrap="square" lIns="0" tIns="0" rIns="0" bIns="0" anchor="t">
            <a:spAutoFit/>
          </a:bodyPr>
          <a:lstStyle/>
          <a:p>
            <a:pPr algn="l">
              <a:lnSpc>
                <a:spcPct val="112000"/>
              </a:lnSpc>
            </a:pPr>
            <a:r>
              <a:rPr sz="1150" b="0">
                <a:solidFill>
                  <a:srgbClr val="AEB6C2"/>
                </a:solidFill>
                <a:latin typeface="Calibri"/>
              </a:rPr>
              <a:t>Weights pre-packed to SIMD tiles; fused ops cut memory traffic.</a:t>
            </a:r>
          </a:p>
        </p:txBody>
      </p:sp>
      <p:sp>
        <p:nvSpPr>
          <p:cNvPr id="59" name="Rounded Rectangle 32">
            <a:extLst>
              <a:ext uri="{FF2B5EF4-FFF2-40B4-BE49-F238E27FC236}">
                <a16:creationId xmlns:a16="http://schemas.microsoft.com/office/drawing/2014/main" id="{D997ADA6-0680-829F-CF38-418FB0F8CA9D}"/>
              </a:ext>
            </a:extLst>
          </p:cNvPr>
          <p:cNvSpPr/>
          <p:nvPr/>
        </p:nvSpPr>
        <p:spPr>
          <a:xfrm>
            <a:off x="457200" y="5230368"/>
            <a:ext cx="11274552" cy="822960"/>
          </a:xfrm>
          <a:prstGeom prst="roundRect">
            <a:avLst/>
          </a:prstGeom>
          <a:solidFill>
            <a:srgbClr val="1C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33">
            <a:extLst>
              <a:ext uri="{FF2B5EF4-FFF2-40B4-BE49-F238E27FC236}">
                <a16:creationId xmlns:a16="http://schemas.microsoft.com/office/drawing/2014/main" id="{2642FA6C-11D8-3054-7882-926264784355}"/>
              </a:ext>
            </a:extLst>
          </p:cNvPr>
          <p:cNvSpPr/>
          <p:nvPr/>
        </p:nvSpPr>
        <p:spPr>
          <a:xfrm>
            <a:off x="457200" y="5230368"/>
            <a:ext cx="11274552" cy="54864"/>
          </a:xfrm>
          <a:prstGeom prst="roundRect">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6B05FA9D-5192-3432-9FBE-AF92032B4B12}"/>
              </a:ext>
            </a:extLst>
          </p:cNvPr>
          <p:cNvSpPr txBox="1"/>
          <p:nvPr/>
        </p:nvSpPr>
        <p:spPr>
          <a:xfrm>
            <a:off x="777240" y="5367528"/>
            <a:ext cx="10607040" cy="548640"/>
          </a:xfrm>
          <a:prstGeom prst="rect">
            <a:avLst/>
          </a:prstGeom>
          <a:noFill/>
        </p:spPr>
        <p:txBody>
          <a:bodyPr wrap="square" lIns="0" tIns="0" rIns="0" bIns="0" anchor="ctr">
            <a:spAutoFit/>
          </a:bodyPr>
          <a:lstStyle/>
          <a:p>
            <a:pPr algn="l">
              <a:lnSpc>
                <a:spcPct val="110000"/>
              </a:lnSpc>
            </a:pPr>
            <a:r>
              <a:rPr sz="1250" b="0">
                <a:solidFill>
                  <a:srgbClr val="AEB6C2"/>
                </a:solidFill>
                <a:latin typeface="Calibri"/>
              </a:rPr>
              <a:t>Several PACE SLM-inference optimizations are published at </a:t>
            </a:r>
            <a:r>
              <a:rPr sz="1250" b="1">
                <a:solidFill>
                  <a:srgbClr val="F5F7FA"/>
                </a:solidFill>
                <a:latin typeface="Calibri"/>
              </a:rPr>
              <a:t>HiPC 2025 &amp; 2026</a:t>
            </a:r>
            <a:r>
              <a:rPr sz="1250" b="0">
                <a:solidFill>
                  <a:srgbClr val="AEB6C2"/>
                </a:solidFill>
                <a:latin typeface="Calibri"/>
              </a:rPr>
              <a:t>; PACE ships as a drop-in vLLM plugin — </a:t>
            </a:r>
            <a:r>
              <a:rPr sz="1250" b="1">
                <a:solidFill>
                  <a:srgbClr val="F5F7FA"/>
                </a:solidFill>
                <a:latin typeface="Calibri"/>
              </a:rPr>
              <a:t>pip install pace-vllm.</a:t>
            </a:r>
          </a:p>
        </p:txBody>
      </p:sp>
      <p:sp>
        <p:nvSpPr>
          <p:cNvPr id="65" name="TextBox 64">
            <a:extLst>
              <a:ext uri="{FF2B5EF4-FFF2-40B4-BE49-F238E27FC236}">
                <a16:creationId xmlns:a16="http://schemas.microsoft.com/office/drawing/2014/main" id="{8DC92C94-E11A-9BDC-43A3-300FC2221332}"/>
              </a:ext>
            </a:extLst>
          </p:cNvPr>
          <p:cNvSpPr txBox="1"/>
          <p:nvPr/>
        </p:nvSpPr>
        <p:spPr>
          <a:xfrm>
            <a:off x="457200" y="6199632"/>
            <a:ext cx="1005840" cy="274320"/>
          </a:xfrm>
          <a:prstGeom prst="rect">
            <a:avLst/>
          </a:prstGeom>
          <a:noFill/>
        </p:spPr>
        <p:txBody>
          <a:bodyPr wrap="square" lIns="0" tIns="0" rIns="0" bIns="0" anchor="t">
            <a:spAutoFit/>
          </a:bodyPr>
          <a:lstStyle/>
          <a:p>
            <a:pPr algn="l"/>
            <a:r>
              <a:rPr sz="1000" b="1">
                <a:solidFill>
                  <a:srgbClr val="6B707C"/>
                </a:solidFill>
                <a:latin typeface="Calibri"/>
              </a:rPr>
              <a:t>BLOGS:</a:t>
            </a:r>
          </a:p>
        </p:txBody>
      </p:sp>
      <p:sp>
        <p:nvSpPr>
          <p:cNvPr id="67" name="TextBox 66">
            <a:extLst>
              <a:ext uri="{FF2B5EF4-FFF2-40B4-BE49-F238E27FC236}">
                <a16:creationId xmlns:a16="http://schemas.microsoft.com/office/drawing/2014/main" id="{CB4C5A90-76A8-825F-927A-184451C4C54B}"/>
              </a:ext>
            </a:extLst>
          </p:cNvPr>
          <p:cNvSpPr txBox="1"/>
          <p:nvPr/>
        </p:nvSpPr>
        <p:spPr>
          <a:xfrm>
            <a:off x="1371600" y="6199632"/>
            <a:ext cx="3291840" cy="274320"/>
          </a:xfrm>
          <a:prstGeom prst="rect">
            <a:avLst/>
          </a:prstGeom>
          <a:noFill/>
        </p:spPr>
        <p:txBody>
          <a:bodyPr wrap="square" lIns="0" tIns="0" rIns="0" bIns="0" anchor="t">
            <a:spAutoFit/>
          </a:bodyPr>
          <a:lstStyle/>
          <a:p>
            <a:pPr algn="l"/>
            <a:r>
              <a:rPr sz="1050" b="0">
                <a:solidFill>
                  <a:srgbClr val="8FD9E6"/>
                </a:solidFill>
                <a:latin typeface="Calibri"/>
                <a:hlinkClick r:id="rId2"/>
              </a:rPr>
              <a:t>PACE (high-performance engine) ↗</a:t>
            </a:r>
          </a:p>
        </p:txBody>
      </p:sp>
      <p:sp>
        <p:nvSpPr>
          <p:cNvPr id="69" name="TextBox 68">
            <a:extLst>
              <a:ext uri="{FF2B5EF4-FFF2-40B4-BE49-F238E27FC236}">
                <a16:creationId xmlns:a16="http://schemas.microsoft.com/office/drawing/2014/main" id="{D07B0F77-E820-7B59-C254-D9E7510F4014}"/>
              </a:ext>
            </a:extLst>
          </p:cNvPr>
          <p:cNvSpPr txBox="1"/>
          <p:nvPr/>
        </p:nvSpPr>
        <p:spPr>
          <a:xfrm>
            <a:off x="4052620" y="6199632"/>
            <a:ext cx="3291840" cy="274320"/>
          </a:xfrm>
          <a:prstGeom prst="rect">
            <a:avLst/>
          </a:prstGeom>
          <a:noFill/>
        </p:spPr>
        <p:txBody>
          <a:bodyPr wrap="square" lIns="0" tIns="0" rIns="0" bIns="0" anchor="t">
            <a:spAutoFit/>
          </a:bodyPr>
          <a:lstStyle/>
          <a:p>
            <a:pPr algn="l"/>
            <a:r>
              <a:rPr sz="1050" b="0">
                <a:solidFill>
                  <a:srgbClr val="8FD9E6"/>
                </a:solidFill>
                <a:latin typeface="Calibri"/>
                <a:hlinkClick r:id="rId3"/>
              </a:rPr>
              <a:t>PACE integrates with vLLM ↗</a:t>
            </a:r>
          </a:p>
        </p:txBody>
      </p:sp>
      <p:sp>
        <p:nvSpPr>
          <p:cNvPr id="71" name="TextBox 70">
            <a:extLst>
              <a:ext uri="{FF2B5EF4-FFF2-40B4-BE49-F238E27FC236}">
                <a16:creationId xmlns:a16="http://schemas.microsoft.com/office/drawing/2014/main" id="{5C8DEA83-9568-B13E-E551-83D0EE12FDD2}"/>
              </a:ext>
            </a:extLst>
          </p:cNvPr>
          <p:cNvSpPr txBox="1"/>
          <p:nvPr/>
        </p:nvSpPr>
        <p:spPr>
          <a:xfrm>
            <a:off x="6386169" y="6199632"/>
            <a:ext cx="3291840" cy="274320"/>
          </a:xfrm>
          <a:prstGeom prst="rect">
            <a:avLst/>
          </a:prstGeom>
          <a:noFill/>
        </p:spPr>
        <p:txBody>
          <a:bodyPr wrap="square" lIns="0" tIns="0" rIns="0" bIns="0" anchor="t">
            <a:spAutoFit/>
          </a:bodyPr>
          <a:lstStyle/>
          <a:p>
            <a:pPr algn="l"/>
            <a:r>
              <a:rPr sz="1050" b="0">
                <a:solidFill>
                  <a:srgbClr val="8FD9E6"/>
                </a:solidFill>
                <a:latin typeface="Calibri"/>
                <a:hlinkClick r:id="rId4"/>
              </a:rPr>
              <a:t>AMD PACE on GitHub ↗</a:t>
            </a:r>
          </a:p>
        </p:txBody>
      </p:sp>
    </p:spTree>
    <p:extLst>
      <p:ext uri="{BB962C8B-B14F-4D97-AF65-F5344CB8AC3E}">
        <p14:creationId xmlns:p14="http://schemas.microsoft.com/office/powerpoint/2010/main" val="215131425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EC8421-F646-03CB-6539-9EBB7BEEF636}"/>
              </a:ext>
            </a:extLst>
          </p:cNvPr>
          <p:cNvSpPr txBox="1"/>
          <p:nvPr/>
        </p:nvSpPr>
        <p:spPr>
          <a:xfrm>
            <a:off x="457200" y="256032"/>
            <a:ext cx="5486400" cy="219456"/>
          </a:xfrm>
          <a:prstGeom prst="rect">
            <a:avLst/>
          </a:prstGeom>
          <a:noFill/>
        </p:spPr>
        <p:txBody>
          <a:bodyPr wrap="square" lIns="36576" tIns="18288" rIns="36576" bIns="18288" anchor="t"/>
          <a:lstStyle/>
          <a:p>
            <a:pPr algn="l">
              <a:lnSpc>
                <a:spcPct val="100000"/>
              </a:lnSpc>
              <a:spcBef>
                <a:spcPts val="0"/>
              </a:spcBef>
              <a:spcAft>
                <a:spcPts val="0"/>
              </a:spcAft>
            </a:pPr>
            <a:r>
              <a:rPr sz="1200" b="1" i="0">
                <a:solidFill>
                  <a:srgbClr val="F0333B"/>
                </a:solidFill>
                <a:latin typeface="Calibri"/>
              </a:rPr>
              <a:t>02   ·   PERFORMANCE</a:t>
            </a:r>
          </a:p>
        </p:txBody>
      </p:sp>
      <p:sp>
        <p:nvSpPr>
          <p:cNvPr id="5" name="TextBox 4">
            <a:extLst>
              <a:ext uri="{FF2B5EF4-FFF2-40B4-BE49-F238E27FC236}">
                <a16:creationId xmlns:a16="http://schemas.microsoft.com/office/drawing/2014/main" id="{3733D581-B616-02CC-DC2A-5DDB467AC708}"/>
              </a:ext>
            </a:extLst>
          </p:cNvPr>
          <p:cNvSpPr txBox="1"/>
          <p:nvPr/>
        </p:nvSpPr>
        <p:spPr>
          <a:xfrm>
            <a:off x="457200" y="457200"/>
            <a:ext cx="11155680" cy="365760"/>
          </a:xfrm>
          <a:prstGeom prst="rect">
            <a:avLst/>
          </a:prstGeom>
          <a:noFill/>
        </p:spPr>
        <p:txBody>
          <a:bodyPr wrap="square" lIns="36576" tIns="18288" rIns="36576" bIns="18288" anchor="t"/>
          <a:lstStyle/>
          <a:p>
            <a:pPr algn="l">
              <a:lnSpc>
                <a:spcPct val="100000"/>
              </a:lnSpc>
              <a:spcBef>
                <a:spcPts val="0"/>
              </a:spcBef>
              <a:spcAft>
                <a:spcPts val="0"/>
              </a:spcAft>
            </a:pPr>
            <a:r>
              <a:rPr sz="2800" b="1" i="0">
                <a:solidFill>
                  <a:srgbClr val="F5F7FA"/>
                </a:solidFill>
                <a:latin typeface="Calibri"/>
              </a:rPr>
              <a:t>AMD PACE versus vLLM</a:t>
            </a:r>
          </a:p>
        </p:txBody>
      </p:sp>
      <p:sp>
        <p:nvSpPr>
          <p:cNvPr id="7" name="TextBox 6">
            <a:extLst>
              <a:ext uri="{FF2B5EF4-FFF2-40B4-BE49-F238E27FC236}">
                <a16:creationId xmlns:a16="http://schemas.microsoft.com/office/drawing/2014/main" id="{85B63FF8-B954-B84C-4808-80F45182DCA0}"/>
              </a:ext>
            </a:extLst>
          </p:cNvPr>
          <p:cNvSpPr txBox="1"/>
          <p:nvPr/>
        </p:nvSpPr>
        <p:spPr>
          <a:xfrm>
            <a:off x="457200" y="859536"/>
            <a:ext cx="11155680" cy="256032"/>
          </a:xfrm>
          <a:prstGeom prst="rect">
            <a:avLst/>
          </a:prstGeom>
          <a:noFill/>
        </p:spPr>
        <p:txBody>
          <a:bodyPr wrap="square" lIns="36576" tIns="18288" rIns="36576" bIns="18288" anchor="t"/>
          <a:lstStyle/>
          <a:p>
            <a:pPr algn="l">
              <a:lnSpc>
                <a:spcPct val="100000"/>
              </a:lnSpc>
              <a:spcBef>
                <a:spcPts val="0"/>
              </a:spcBef>
              <a:spcAft>
                <a:spcPts val="0"/>
              </a:spcAft>
            </a:pPr>
            <a:r>
              <a:rPr sz="1300" b="0" i="0">
                <a:solidFill>
                  <a:srgbClr val="AEB6C2"/>
                </a:solidFill>
                <a:latin typeface="Calibri"/>
              </a:rPr>
              <a:t>PACE versus vLLM on attention, mixture-of-experts, speculative decoding, and online serving.</a:t>
            </a:r>
          </a:p>
        </p:txBody>
      </p:sp>
      <p:sp>
        <p:nvSpPr>
          <p:cNvPr id="9" name="Rounded Rectangle 4">
            <a:extLst>
              <a:ext uri="{FF2B5EF4-FFF2-40B4-BE49-F238E27FC236}">
                <a16:creationId xmlns:a16="http://schemas.microsoft.com/office/drawing/2014/main" id="{5306147B-2F7B-5B15-78AD-251E8353750C}"/>
              </a:ext>
            </a:extLst>
          </p:cNvPr>
          <p:cNvSpPr/>
          <p:nvPr/>
        </p:nvSpPr>
        <p:spPr>
          <a:xfrm>
            <a:off x="384048" y="1225296"/>
            <a:ext cx="5638800" cy="2267712"/>
          </a:xfrm>
          <a:prstGeom prst="roundRect">
            <a:avLst>
              <a:gd name="adj" fmla="val 6000"/>
            </a:avLst>
          </a:prstGeom>
          <a:solidFill>
            <a:srgbClr val="17191F"/>
          </a:solidFill>
          <a:ln w="12700">
            <a:solidFill>
              <a:srgbClr val="2B2E38"/>
            </a:solidFill>
          </a:ln>
        </p:spPr>
        <p:txBody>
          <a:bodyPr rtlCol="0" anchor="ctr"/>
          <a:lstStyle/>
          <a:p>
            <a:pPr algn="ctr"/>
            <a:endParaRPr/>
          </a:p>
        </p:txBody>
      </p:sp>
      <p:sp>
        <p:nvSpPr>
          <p:cNvPr id="11" name="TextBox 10">
            <a:extLst>
              <a:ext uri="{FF2B5EF4-FFF2-40B4-BE49-F238E27FC236}">
                <a16:creationId xmlns:a16="http://schemas.microsoft.com/office/drawing/2014/main" id="{28AC8069-EA00-A0AB-A703-FF72D41985C1}"/>
              </a:ext>
            </a:extLst>
          </p:cNvPr>
          <p:cNvSpPr txBox="1"/>
          <p:nvPr/>
        </p:nvSpPr>
        <p:spPr>
          <a:xfrm>
            <a:off x="530352" y="1298448"/>
            <a:ext cx="5346192" cy="219456"/>
          </a:xfrm>
          <a:prstGeom prst="rect">
            <a:avLst/>
          </a:prstGeom>
          <a:noFill/>
        </p:spPr>
        <p:txBody>
          <a:bodyPr wrap="square" lIns="36576" tIns="18288" rIns="36576" bIns="18288" anchor="t"/>
          <a:lstStyle/>
          <a:p>
            <a:pPr algn="l">
              <a:lnSpc>
                <a:spcPct val="100000"/>
              </a:lnSpc>
              <a:spcBef>
                <a:spcPts val="0"/>
              </a:spcBef>
              <a:spcAft>
                <a:spcPts val="0"/>
              </a:spcAft>
            </a:pPr>
            <a:r>
              <a:rPr sz="1100" b="1" i="0">
                <a:solidFill>
                  <a:srgbClr val="F0333B"/>
                </a:solidFill>
                <a:latin typeface="Calibri"/>
              </a:rPr>
              <a:t>ATTENTION  ·  GQA</a:t>
            </a:r>
          </a:p>
        </p:txBody>
      </p:sp>
      <p:sp>
        <p:nvSpPr>
          <p:cNvPr id="13" name="TextBox 12">
            <a:extLst>
              <a:ext uri="{FF2B5EF4-FFF2-40B4-BE49-F238E27FC236}">
                <a16:creationId xmlns:a16="http://schemas.microsoft.com/office/drawing/2014/main" id="{43B14579-2C9D-362E-7FC2-4900776FDE98}"/>
              </a:ext>
            </a:extLst>
          </p:cNvPr>
          <p:cNvSpPr txBox="1"/>
          <p:nvPr/>
        </p:nvSpPr>
        <p:spPr>
          <a:xfrm>
            <a:off x="530352" y="1499616"/>
            <a:ext cx="5346192" cy="256032"/>
          </a:xfrm>
          <a:prstGeom prst="rect">
            <a:avLst/>
          </a:prstGeom>
          <a:noFill/>
        </p:spPr>
        <p:txBody>
          <a:bodyPr wrap="square" lIns="36576" tIns="18288" rIns="36576" bIns="18288" anchor="t"/>
          <a:lstStyle/>
          <a:p>
            <a:pPr algn="l">
              <a:lnSpc>
                <a:spcPct val="100000"/>
              </a:lnSpc>
              <a:spcBef>
                <a:spcPts val="0"/>
              </a:spcBef>
              <a:spcAft>
                <a:spcPts val="0"/>
              </a:spcAft>
            </a:pPr>
            <a:r>
              <a:rPr sz="1400" b="1" i="0">
                <a:solidFill>
                  <a:srgbClr val="F5F7FA"/>
                </a:solidFill>
                <a:latin typeface="Calibri"/>
              </a:rPr>
              <a:t>Batched inference  ·  geomean 1.60×</a:t>
            </a:r>
          </a:p>
        </p:txBody>
      </p:sp>
      <p:pic>
        <p:nvPicPr>
          <p:cNvPr id="15" name="Picture 14" descr="image.png">
            <a:extLst>
              <a:ext uri="{FF2B5EF4-FFF2-40B4-BE49-F238E27FC236}">
                <a16:creationId xmlns:a16="http://schemas.microsoft.com/office/drawing/2014/main" id="{622CEDE8-09D0-912C-4AF6-0ECEE580C1D7}"/>
              </a:ext>
            </a:extLst>
          </p:cNvPr>
          <p:cNvPicPr>
            <a:picLocks noChangeAspect="1"/>
          </p:cNvPicPr>
          <p:nvPr/>
        </p:nvPicPr>
        <p:blipFill>
          <a:blip r:embed="rId2"/>
          <a:stretch>
            <a:fillRect/>
          </a:stretch>
        </p:blipFill>
        <p:spPr>
          <a:xfrm>
            <a:off x="1723196" y="1847088"/>
            <a:ext cx="2960504" cy="1572768"/>
          </a:xfrm>
          <a:prstGeom prst="rect">
            <a:avLst/>
          </a:prstGeom>
        </p:spPr>
      </p:pic>
      <p:sp>
        <p:nvSpPr>
          <p:cNvPr id="17" name="Rounded Rectangle 8">
            <a:extLst>
              <a:ext uri="{FF2B5EF4-FFF2-40B4-BE49-F238E27FC236}">
                <a16:creationId xmlns:a16="http://schemas.microsoft.com/office/drawing/2014/main" id="{5C85DAC9-4531-EDCE-0532-A8D5371434BE}"/>
              </a:ext>
            </a:extLst>
          </p:cNvPr>
          <p:cNvSpPr/>
          <p:nvPr/>
        </p:nvSpPr>
        <p:spPr>
          <a:xfrm>
            <a:off x="6169152" y="1225296"/>
            <a:ext cx="5638800" cy="2267712"/>
          </a:xfrm>
          <a:prstGeom prst="roundRect">
            <a:avLst>
              <a:gd name="adj" fmla="val 6000"/>
            </a:avLst>
          </a:prstGeom>
          <a:solidFill>
            <a:srgbClr val="17191F"/>
          </a:solidFill>
          <a:ln w="12700">
            <a:solidFill>
              <a:srgbClr val="2B2E38"/>
            </a:solidFill>
          </a:ln>
        </p:spPr>
        <p:txBody>
          <a:bodyPr rtlCol="0" anchor="ctr"/>
          <a:lstStyle/>
          <a:p>
            <a:pPr algn="ctr"/>
            <a:endParaRPr/>
          </a:p>
        </p:txBody>
      </p:sp>
      <p:sp>
        <p:nvSpPr>
          <p:cNvPr id="19" name="TextBox 18">
            <a:extLst>
              <a:ext uri="{FF2B5EF4-FFF2-40B4-BE49-F238E27FC236}">
                <a16:creationId xmlns:a16="http://schemas.microsoft.com/office/drawing/2014/main" id="{9AEFFA36-06E1-952D-F6AC-B867C9B771E2}"/>
              </a:ext>
            </a:extLst>
          </p:cNvPr>
          <p:cNvSpPr txBox="1"/>
          <p:nvPr/>
        </p:nvSpPr>
        <p:spPr>
          <a:xfrm>
            <a:off x="6315456" y="1298448"/>
            <a:ext cx="5346192" cy="219456"/>
          </a:xfrm>
          <a:prstGeom prst="rect">
            <a:avLst/>
          </a:prstGeom>
          <a:noFill/>
        </p:spPr>
        <p:txBody>
          <a:bodyPr wrap="square" lIns="36576" tIns="18288" rIns="36576" bIns="18288" anchor="t"/>
          <a:lstStyle/>
          <a:p>
            <a:pPr algn="l">
              <a:lnSpc>
                <a:spcPct val="100000"/>
              </a:lnSpc>
              <a:spcBef>
                <a:spcPts val="0"/>
              </a:spcBef>
              <a:spcAft>
                <a:spcPts val="0"/>
              </a:spcAft>
            </a:pPr>
            <a:r>
              <a:rPr sz="1100" b="1" i="0">
                <a:solidFill>
                  <a:srgbClr val="F0333B"/>
                </a:solidFill>
                <a:latin typeface="Calibri"/>
              </a:rPr>
              <a:t>FEED-FORWARD  ·  MoE</a:t>
            </a:r>
          </a:p>
        </p:txBody>
      </p:sp>
      <p:sp>
        <p:nvSpPr>
          <p:cNvPr id="21" name="TextBox 20">
            <a:extLst>
              <a:ext uri="{FF2B5EF4-FFF2-40B4-BE49-F238E27FC236}">
                <a16:creationId xmlns:a16="http://schemas.microsoft.com/office/drawing/2014/main" id="{57D2DAAA-81A6-C9B7-3BBA-30FE9765E746}"/>
              </a:ext>
            </a:extLst>
          </p:cNvPr>
          <p:cNvSpPr txBox="1"/>
          <p:nvPr/>
        </p:nvSpPr>
        <p:spPr>
          <a:xfrm>
            <a:off x="6315456" y="1499616"/>
            <a:ext cx="5346192" cy="256032"/>
          </a:xfrm>
          <a:prstGeom prst="rect">
            <a:avLst/>
          </a:prstGeom>
          <a:noFill/>
        </p:spPr>
        <p:txBody>
          <a:bodyPr wrap="square" lIns="36576" tIns="18288" rIns="36576" bIns="18288" anchor="t"/>
          <a:lstStyle/>
          <a:p>
            <a:pPr algn="l">
              <a:lnSpc>
                <a:spcPct val="100000"/>
              </a:lnSpc>
              <a:spcBef>
                <a:spcPts val="0"/>
              </a:spcBef>
              <a:spcAft>
                <a:spcPts val="0"/>
              </a:spcAft>
            </a:pPr>
            <a:r>
              <a:rPr sz="1400" b="1" i="0">
                <a:solidFill>
                  <a:srgbClr val="F5F7FA"/>
                </a:solidFill>
                <a:latin typeface="Calibri"/>
              </a:rPr>
              <a:t>Full BF16, no MoE-specific tuning  ·  peak 3.17×</a:t>
            </a:r>
          </a:p>
        </p:txBody>
      </p:sp>
      <p:pic>
        <p:nvPicPr>
          <p:cNvPr id="23" name="Picture 22" descr="image.png">
            <a:extLst>
              <a:ext uri="{FF2B5EF4-FFF2-40B4-BE49-F238E27FC236}">
                <a16:creationId xmlns:a16="http://schemas.microsoft.com/office/drawing/2014/main" id="{040AAAE2-3457-AE6E-56D7-D4EEE18BB0FE}"/>
              </a:ext>
            </a:extLst>
          </p:cNvPr>
          <p:cNvPicPr>
            <a:picLocks noChangeAspect="1"/>
          </p:cNvPicPr>
          <p:nvPr/>
        </p:nvPicPr>
        <p:blipFill>
          <a:blip r:embed="rId3"/>
          <a:stretch>
            <a:fillRect/>
          </a:stretch>
        </p:blipFill>
        <p:spPr>
          <a:xfrm>
            <a:off x="7508300" y="1847088"/>
            <a:ext cx="2960504" cy="1572768"/>
          </a:xfrm>
          <a:prstGeom prst="rect">
            <a:avLst/>
          </a:prstGeom>
        </p:spPr>
      </p:pic>
      <p:sp>
        <p:nvSpPr>
          <p:cNvPr id="25" name="Rounded Rectangle 12">
            <a:extLst>
              <a:ext uri="{FF2B5EF4-FFF2-40B4-BE49-F238E27FC236}">
                <a16:creationId xmlns:a16="http://schemas.microsoft.com/office/drawing/2014/main" id="{4CCD45F2-EFC2-6824-F01D-525A846849A5}"/>
              </a:ext>
            </a:extLst>
          </p:cNvPr>
          <p:cNvSpPr/>
          <p:nvPr/>
        </p:nvSpPr>
        <p:spPr>
          <a:xfrm>
            <a:off x="384048" y="3639312"/>
            <a:ext cx="5638800" cy="2267712"/>
          </a:xfrm>
          <a:prstGeom prst="roundRect">
            <a:avLst>
              <a:gd name="adj" fmla="val 6000"/>
            </a:avLst>
          </a:prstGeom>
          <a:solidFill>
            <a:srgbClr val="17191F"/>
          </a:solidFill>
          <a:ln w="12700">
            <a:solidFill>
              <a:srgbClr val="2B2E38"/>
            </a:solidFill>
          </a:ln>
        </p:spPr>
        <p:txBody>
          <a:bodyPr rtlCol="0" anchor="ctr"/>
          <a:lstStyle/>
          <a:p>
            <a:pPr algn="ctr"/>
            <a:endParaRPr/>
          </a:p>
        </p:txBody>
      </p:sp>
      <p:sp>
        <p:nvSpPr>
          <p:cNvPr id="27" name="TextBox 26">
            <a:extLst>
              <a:ext uri="{FF2B5EF4-FFF2-40B4-BE49-F238E27FC236}">
                <a16:creationId xmlns:a16="http://schemas.microsoft.com/office/drawing/2014/main" id="{119FA416-62D3-2DC6-5966-B8692129256B}"/>
              </a:ext>
            </a:extLst>
          </p:cNvPr>
          <p:cNvSpPr txBox="1"/>
          <p:nvPr/>
        </p:nvSpPr>
        <p:spPr>
          <a:xfrm>
            <a:off x="530352" y="3712464"/>
            <a:ext cx="5346192" cy="219456"/>
          </a:xfrm>
          <a:prstGeom prst="rect">
            <a:avLst/>
          </a:prstGeom>
          <a:noFill/>
        </p:spPr>
        <p:txBody>
          <a:bodyPr wrap="square" lIns="36576" tIns="18288" rIns="36576" bIns="18288" anchor="t"/>
          <a:lstStyle/>
          <a:p>
            <a:pPr algn="l">
              <a:lnSpc>
                <a:spcPct val="100000"/>
              </a:lnSpc>
              <a:spcBef>
                <a:spcPts val="0"/>
              </a:spcBef>
              <a:spcAft>
                <a:spcPts val="0"/>
              </a:spcAft>
            </a:pPr>
            <a:r>
              <a:rPr sz="1100" b="1" i="0">
                <a:solidFill>
                  <a:srgbClr val="F0333B"/>
                </a:solidFill>
                <a:latin typeface="Calibri"/>
              </a:rPr>
              <a:t>DECODING  ·  SPECULATIVE</a:t>
            </a:r>
          </a:p>
        </p:txBody>
      </p:sp>
      <p:sp>
        <p:nvSpPr>
          <p:cNvPr id="29" name="TextBox 28">
            <a:extLst>
              <a:ext uri="{FF2B5EF4-FFF2-40B4-BE49-F238E27FC236}">
                <a16:creationId xmlns:a16="http://schemas.microsoft.com/office/drawing/2014/main" id="{BF29F870-9C3E-CA03-F166-FAB7F1FC7983}"/>
              </a:ext>
            </a:extLst>
          </p:cNvPr>
          <p:cNvSpPr txBox="1"/>
          <p:nvPr/>
        </p:nvSpPr>
        <p:spPr>
          <a:xfrm>
            <a:off x="530352" y="3913632"/>
            <a:ext cx="5346192" cy="256032"/>
          </a:xfrm>
          <a:prstGeom prst="rect">
            <a:avLst/>
          </a:prstGeom>
          <a:noFill/>
        </p:spPr>
        <p:txBody>
          <a:bodyPr wrap="square" lIns="36576" tIns="18288" rIns="36576" bIns="18288" anchor="t"/>
          <a:lstStyle/>
          <a:p>
            <a:pPr algn="l">
              <a:lnSpc>
                <a:spcPct val="100000"/>
              </a:lnSpc>
              <a:spcBef>
                <a:spcPts val="0"/>
              </a:spcBef>
              <a:spcAft>
                <a:spcPts val="0"/>
              </a:spcAft>
            </a:pPr>
            <a:r>
              <a:rPr sz="1400" b="1" i="0">
                <a:solidFill>
                  <a:srgbClr val="F5F7FA"/>
                </a:solidFill>
                <a:latin typeface="Calibri"/>
              </a:rPr>
              <a:t>PARD, 12 draft tokens, batch 1  ·  peak 4.45×</a:t>
            </a:r>
          </a:p>
        </p:txBody>
      </p:sp>
      <p:pic>
        <p:nvPicPr>
          <p:cNvPr id="31" name="Picture 30" descr="image.png">
            <a:extLst>
              <a:ext uri="{FF2B5EF4-FFF2-40B4-BE49-F238E27FC236}">
                <a16:creationId xmlns:a16="http://schemas.microsoft.com/office/drawing/2014/main" id="{C6FDC672-92E9-8545-8F2F-C7E65088A968}"/>
              </a:ext>
            </a:extLst>
          </p:cNvPr>
          <p:cNvPicPr>
            <a:picLocks noChangeAspect="1"/>
          </p:cNvPicPr>
          <p:nvPr/>
        </p:nvPicPr>
        <p:blipFill>
          <a:blip r:embed="rId4"/>
          <a:stretch>
            <a:fillRect/>
          </a:stretch>
        </p:blipFill>
        <p:spPr>
          <a:xfrm>
            <a:off x="1723196" y="4261104"/>
            <a:ext cx="2960504" cy="1572768"/>
          </a:xfrm>
          <a:prstGeom prst="rect">
            <a:avLst/>
          </a:prstGeom>
        </p:spPr>
      </p:pic>
      <p:sp>
        <p:nvSpPr>
          <p:cNvPr id="33" name="Rounded Rectangle 16">
            <a:extLst>
              <a:ext uri="{FF2B5EF4-FFF2-40B4-BE49-F238E27FC236}">
                <a16:creationId xmlns:a16="http://schemas.microsoft.com/office/drawing/2014/main" id="{8C04A1D6-AC37-0441-B371-678F05F663B7}"/>
              </a:ext>
            </a:extLst>
          </p:cNvPr>
          <p:cNvSpPr/>
          <p:nvPr/>
        </p:nvSpPr>
        <p:spPr>
          <a:xfrm>
            <a:off x="6169152" y="3639312"/>
            <a:ext cx="5638800" cy="2267712"/>
          </a:xfrm>
          <a:prstGeom prst="roundRect">
            <a:avLst>
              <a:gd name="adj" fmla="val 6000"/>
            </a:avLst>
          </a:prstGeom>
          <a:solidFill>
            <a:srgbClr val="17191F"/>
          </a:solidFill>
          <a:ln w="12700">
            <a:solidFill>
              <a:srgbClr val="2B2E38"/>
            </a:solidFill>
          </a:ln>
        </p:spPr>
        <p:txBody>
          <a:bodyPr rtlCol="0" anchor="ctr"/>
          <a:lstStyle/>
          <a:p>
            <a:pPr algn="ctr"/>
            <a:endParaRPr/>
          </a:p>
        </p:txBody>
      </p:sp>
      <p:sp>
        <p:nvSpPr>
          <p:cNvPr id="35" name="TextBox 34">
            <a:extLst>
              <a:ext uri="{FF2B5EF4-FFF2-40B4-BE49-F238E27FC236}">
                <a16:creationId xmlns:a16="http://schemas.microsoft.com/office/drawing/2014/main" id="{7DABCF3D-5900-7959-30E9-B1C569A07272}"/>
              </a:ext>
            </a:extLst>
          </p:cNvPr>
          <p:cNvSpPr txBox="1"/>
          <p:nvPr/>
        </p:nvSpPr>
        <p:spPr>
          <a:xfrm>
            <a:off x="6315456" y="3712464"/>
            <a:ext cx="5346192" cy="219456"/>
          </a:xfrm>
          <a:prstGeom prst="rect">
            <a:avLst/>
          </a:prstGeom>
          <a:noFill/>
        </p:spPr>
        <p:txBody>
          <a:bodyPr wrap="square" lIns="36576" tIns="18288" rIns="36576" bIns="18288" anchor="t"/>
          <a:lstStyle/>
          <a:p>
            <a:pPr algn="l">
              <a:lnSpc>
                <a:spcPct val="100000"/>
              </a:lnSpc>
              <a:spcBef>
                <a:spcPts val="0"/>
              </a:spcBef>
              <a:spcAft>
                <a:spcPts val="0"/>
              </a:spcAft>
            </a:pPr>
            <a:r>
              <a:rPr sz="1100" b="1" i="0">
                <a:solidFill>
                  <a:srgbClr val="F0333B"/>
                </a:solidFill>
                <a:latin typeface="Calibri"/>
              </a:rPr>
              <a:t>SERVING  ·  CONTINUOUS</a:t>
            </a:r>
          </a:p>
        </p:txBody>
      </p:sp>
      <p:sp>
        <p:nvSpPr>
          <p:cNvPr id="37" name="TextBox 36">
            <a:extLst>
              <a:ext uri="{FF2B5EF4-FFF2-40B4-BE49-F238E27FC236}">
                <a16:creationId xmlns:a16="http://schemas.microsoft.com/office/drawing/2014/main" id="{75A3D0CC-4E02-3298-98F6-7F0569067AC4}"/>
              </a:ext>
            </a:extLst>
          </p:cNvPr>
          <p:cNvSpPr txBox="1"/>
          <p:nvPr/>
        </p:nvSpPr>
        <p:spPr>
          <a:xfrm>
            <a:off x="6315456" y="3913632"/>
            <a:ext cx="5346192" cy="256032"/>
          </a:xfrm>
          <a:prstGeom prst="rect">
            <a:avLst/>
          </a:prstGeom>
          <a:noFill/>
        </p:spPr>
        <p:txBody>
          <a:bodyPr wrap="square" lIns="36576" tIns="18288" rIns="36576" bIns="18288" anchor="t"/>
          <a:lstStyle/>
          <a:p>
            <a:pPr algn="l">
              <a:lnSpc>
                <a:spcPct val="100000"/>
              </a:lnSpc>
              <a:spcBef>
                <a:spcPts val="0"/>
              </a:spcBef>
              <a:spcAft>
                <a:spcPts val="0"/>
              </a:spcAft>
            </a:pPr>
            <a:r>
              <a:rPr sz="1400" b="1" i="0">
                <a:solidFill>
                  <a:srgbClr val="F5F7FA"/>
                </a:solidFill>
                <a:latin typeface="Calibri"/>
              </a:rPr>
              <a:t>ShareGPT and BurstGPT  ·  peak 2.06×</a:t>
            </a:r>
          </a:p>
        </p:txBody>
      </p:sp>
      <p:pic>
        <p:nvPicPr>
          <p:cNvPr id="39" name="Picture 38" descr="image.png">
            <a:extLst>
              <a:ext uri="{FF2B5EF4-FFF2-40B4-BE49-F238E27FC236}">
                <a16:creationId xmlns:a16="http://schemas.microsoft.com/office/drawing/2014/main" id="{ACD9B2C6-C853-ECF8-CC12-427E982C6D83}"/>
              </a:ext>
            </a:extLst>
          </p:cNvPr>
          <p:cNvPicPr>
            <a:picLocks noChangeAspect="1"/>
          </p:cNvPicPr>
          <p:nvPr/>
        </p:nvPicPr>
        <p:blipFill>
          <a:blip r:embed="rId5"/>
          <a:stretch>
            <a:fillRect/>
          </a:stretch>
        </p:blipFill>
        <p:spPr>
          <a:xfrm>
            <a:off x="7508300" y="4261104"/>
            <a:ext cx="2960504" cy="1572768"/>
          </a:xfrm>
          <a:prstGeom prst="rect">
            <a:avLst/>
          </a:prstGeom>
        </p:spPr>
      </p:pic>
      <p:sp>
        <p:nvSpPr>
          <p:cNvPr id="41" name="TextBox 40">
            <a:extLst>
              <a:ext uri="{FF2B5EF4-FFF2-40B4-BE49-F238E27FC236}">
                <a16:creationId xmlns:a16="http://schemas.microsoft.com/office/drawing/2014/main" id="{95F03292-FDFE-8662-64CD-AAAF842A8785}"/>
              </a:ext>
            </a:extLst>
          </p:cNvPr>
          <p:cNvSpPr txBox="1"/>
          <p:nvPr/>
        </p:nvSpPr>
        <p:spPr>
          <a:xfrm>
            <a:off x="457200" y="5961888"/>
            <a:ext cx="11247120" cy="329184"/>
          </a:xfrm>
          <a:prstGeom prst="rect">
            <a:avLst/>
          </a:prstGeom>
          <a:noFill/>
        </p:spPr>
        <p:txBody>
          <a:bodyPr wrap="square" lIns="36576" tIns="18288" rIns="36576" bIns="18288" anchor="t"/>
          <a:lstStyle/>
          <a:p>
            <a:pPr algn="l">
              <a:lnSpc>
                <a:spcPct val="100000"/>
              </a:lnSpc>
              <a:spcBef>
                <a:spcPts val="0"/>
              </a:spcBef>
              <a:spcAft>
                <a:spcPts val="0"/>
              </a:spcAft>
            </a:pPr>
            <a:r>
              <a:rPr sz="1100" b="0" i="0">
                <a:solidFill>
                  <a:srgbClr val="AEB6C2"/>
                </a:solidFill>
                <a:latin typeface="Calibri"/>
              </a:rPr>
              <a:t>Principles in isolation —  P1 reuse 4.8×   ·   P2 sparsity 3.2×   ·   P3 movement −32% DTLB   ·   P4 management 1.9×   ·   P5 co-location −24% L2   ·   P6 sizing −38% L2</a:t>
            </a:r>
          </a:p>
        </p:txBody>
      </p:sp>
    </p:spTree>
    <p:extLst>
      <p:ext uri="{BB962C8B-B14F-4D97-AF65-F5344CB8AC3E}">
        <p14:creationId xmlns:p14="http://schemas.microsoft.com/office/powerpoint/2010/main" val="60555959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BFBCB8-D551-D2CD-C880-3F1F4E219D28}"/>
              </a:ext>
            </a:extLst>
          </p:cNvPr>
          <p:cNvSpPr txBox="1"/>
          <p:nvPr/>
        </p:nvSpPr>
        <p:spPr>
          <a:xfrm>
            <a:off x="457200" y="256032"/>
            <a:ext cx="7315200" cy="219456"/>
          </a:xfrm>
          <a:prstGeom prst="rect">
            <a:avLst/>
          </a:prstGeom>
          <a:noFill/>
        </p:spPr>
        <p:txBody>
          <a:bodyPr wrap="square" lIns="36576" tIns="18288" rIns="36576" bIns="18288" anchor="t"/>
          <a:lstStyle/>
          <a:p>
            <a:pPr algn="l">
              <a:lnSpc>
                <a:spcPct val="100000"/>
              </a:lnSpc>
              <a:spcBef>
                <a:spcPts val="0"/>
              </a:spcBef>
              <a:spcAft>
                <a:spcPts val="0"/>
              </a:spcAft>
            </a:pPr>
            <a:r>
              <a:rPr sz="1200" b="1" i="0">
                <a:solidFill>
                  <a:srgbClr val="F0333B"/>
                </a:solidFill>
                <a:latin typeface="Calibri"/>
              </a:rPr>
              <a:t>02   ·   PERFORMANCE</a:t>
            </a:r>
          </a:p>
        </p:txBody>
      </p:sp>
      <p:sp>
        <p:nvSpPr>
          <p:cNvPr id="5" name="TextBox 4">
            <a:extLst>
              <a:ext uri="{FF2B5EF4-FFF2-40B4-BE49-F238E27FC236}">
                <a16:creationId xmlns:a16="http://schemas.microsoft.com/office/drawing/2014/main" id="{D013BC31-CBE5-B761-6871-306EC66761CE}"/>
              </a:ext>
            </a:extLst>
          </p:cNvPr>
          <p:cNvSpPr txBox="1"/>
          <p:nvPr/>
        </p:nvSpPr>
        <p:spPr>
          <a:xfrm>
            <a:off x="457200" y="457200"/>
            <a:ext cx="11155680" cy="365760"/>
          </a:xfrm>
          <a:prstGeom prst="rect">
            <a:avLst/>
          </a:prstGeom>
          <a:noFill/>
        </p:spPr>
        <p:txBody>
          <a:bodyPr wrap="square" lIns="36576" tIns="18288" rIns="36576" bIns="18288" anchor="t"/>
          <a:lstStyle/>
          <a:p>
            <a:pPr algn="l">
              <a:lnSpc>
                <a:spcPct val="100000"/>
              </a:lnSpc>
              <a:spcBef>
                <a:spcPts val="0"/>
              </a:spcBef>
              <a:spcAft>
                <a:spcPts val="0"/>
              </a:spcAft>
            </a:pPr>
            <a:r>
              <a:rPr sz="2800" b="1" i="0">
                <a:solidFill>
                  <a:srgbClr val="F5F7FA"/>
                </a:solidFill>
                <a:latin typeface="Calibri"/>
              </a:rPr>
              <a:t>Speedup by model and configuration</a:t>
            </a:r>
          </a:p>
        </p:txBody>
      </p:sp>
      <p:sp>
        <p:nvSpPr>
          <p:cNvPr id="7" name="TextBox 6">
            <a:extLst>
              <a:ext uri="{FF2B5EF4-FFF2-40B4-BE49-F238E27FC236}">
                <a16:creationId xmlns:a16="http://schemas.microsoft.com/office/drawing/2014/main" id="{C9986AD7-8E2D-D1CF-BAC1-D26F37569B26}"/>
              </a:ext>
            </a:extLst>
          </p:cNvPr>
          <p:cNvSpPr txBox="1"/>
          <p:nvPr/>
        </p:nvSpPr>
        <p:spPr>
          <a:xfrm>
            <a:off x="457200" y="859536"/>
            <a:ext cx="11155680" cy="256032"/>
          </a:xfrm>
          <a:prstGeom prst="rect">
            <a:avLst/>
          </a:prstGeom>
          <a:noFill/>
        </p:spPr>
        <p:txBody>
          <a:bodyPr wrap="square" lIns="36576" tIns="18288" rIns="36576" bIns="18288" anchor="t"/>
          <a:lstStyle/>
          <a:p>
            <a:pPr algn="l">
              <a:lnSpc>
                <a:spcPct val="100000"/>
              </a:lnSpc>
              <a:spcBef>
                <a:spcPts val="0"/>
              </a:spcBef>
              <a:spcAft>
                <a:spcPts val="0"/>
              </a:spcAft>
            </a:pPr>
            <a:r>
              <a:rPr sz="1400" b="0" i="0">
                <a:solidFill>
                  <a:srgbClr val="AEB6C2"/>
                </a:solidFill>
                <a:latin typeface="Calibri"/>
              </a:rPr>
              <a:t>Every listed model is faster than vLLM. The peak is 3.29×, on Qwen2-7B.</a:t>
            </a:r>
          </a:p>
        </p:txBody>
      </p:sp>
      <p:sp>
        <p:nvSpPr>
          <p:cNvPr id="9" name="Rounded Rectangle 4">
            <a:extLst>
              <a:ext uri="{FF2B5EF4-FFF2-40B4-BE49-F238E27FC236}">
                <a16:creationId xmlns:a16="http://schemas.microsoft.com/office/drawing/2014/main" id="{41A27046-0DE5-637A-C273-E2CE556A6EFD}"/>
              </a:ext>
            </a:extLst>
          </p:cNvPr>
          <p:cNvSpPr/>
          <p:nvPr/>
        </p:nvSpPr>
        <p:spPr>
          <a:xfrm>
            <a:off x="1811316" y="1170432"/>
            <a:ext cx="8569367" cy="4764024"/>
          </a:xfrm>
          <a:prstGeom prst="roundRect">
            <a:avLst>
              <a:gd name="adj" fmla="val 4000"/>
            </a:avLst>
          </a:prstGeom>
          <a:solidFill>
            <a:srgbClr val="FFFFFF"/>
          </a:solidFill>
          <a:ln w="12700">
            <a:solidFill>
              <a:srgbClr val="2B2E38"/>
            </a:solidFill>
          </a:ln>
        </p:spPr>
        <p:txBody>
          <a:bodyPr rtlCol="0" anchor="ctr"/>
          <a:lstStyle/>
          <a:p>
            <a:pPr algn="ctr"/>
            <a:endParaRPr/>
          </a:p>
        </p:txBody>
      </p:sp>
      <p:pic>
        <p:nvPicPr>
          <p:cNvPr id="11" name="Picture 10" descr="image.png">
            <a:extLst>
              <a:ext uri="{FF2B5EF4-FFF2-40B4-BE49-F238E27FC236}">
                <a16:creationId xmlns:a16="http://schemas.microsoft.com/office/drawing/2014/main" id="{964D8564-9FD8-BA7E-0CFA-F7331DDD2C2D}"/>
              </a:ext>
            </a:extLst>
          </p:cNvPr>
          <p:cNvPicPr>
            <a:picLocks noChangeAspect="1"/>
          </p:cNvPicPr>
          <p:nvPr/>
        </p:nvPicPr>
        <p:blipFill>
          <a:blip r:embed="rId2"/>
          <a:stretch>
            <a:fillRect/>
          </a:stretch>
        </p:blipFill>
        <p:spPr>
          <a:xfrm>
            <a:off x="1884468" y="1243584"/>
            <a:ext cx="8423063" cy="4617720"/>
          </a:xfrm>
          <a:prstGeom prst="rect">
            <a:avLst/>
          </a:prstGeom>
        </p:spPr>
      </p:pic>
      <p:sp>
        <p:nvSpPr>
          <p:cNvPr id="13" name="TextBox 12">
            <a:extLst>
              <a:ext uri="{FF2B5EF4-FFF2-40B4-BE49-F238E27FC236}">
                <a16:creationId xmlns:a16="http://schemas.microsoft.com/office/drawing/2014/main" id="{D8F9017C-D970-122C-FCB6-7032D87E7944}"/>
              </a:ext>
            </a:extLst>
          </p:cNvPr>
          <p:cNvSpPr txBox="1"/>
          <p:nvPr/>
        </p:nvSpPr>
        <p:spPr>
          <a:xfrm>
            <a:off x="457200" y="6007608"/>
            <a:ext cx="11247120" cy="256032"/>
          </a:xfrm>
          <a:prstGeom prst="rect">
            <a:avLst/>
          </a:prstGeom>
          <a:noFill/>
        </p:spPr>
        <p:txBody>
          <a:bodyPr wrap="square" lIns="36576" tIns="18288" rIns="36576" bIns="18288" anchor="t"/>
          <a:lstStyle/>
          <a:p>
            <a:pPr algn="l">
              <a:lnSpc>
                <a:spcPct val="100000"/>
              </a:lnSpc>
              <a:spcBef>
                <a:spcPts val="0"/>
              </a:spcBef>
              <a:spcAft>
                <a:spcPts val="0"/>
              </a:spcAft>
            </a:pPr>
            <a:r>
              <a:rPr sz="1200" b="0" i="0">
                <a:solidFill>
                  <a:srgbClr val="AEB6C2"/>
                </a:solidFill>
                <a:latin typeface="Calibri"/>
              </a:rPr>
              <a:t>Cell value is PACE ÷ vLLM. Columns are input / output / batch. Darker is closer to 1×; lighter is a larger speedup.</a:t>
            </a:r>
          </a:p>
        </p:txBody>
      </p:sp>
    </p:spTree>
    <p:extLst>
      <p:ext uri="{BB962C8B-B14F-4D97-AF65-F5344CB8AC3E}">
        <p14:creationId xmlns:p14="http://schemas.microsoft.com/office/powerpoint/2010/main" val="201526506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F1BB97-5E9B-75B0-DD58-3157D83D080F}"/>
              </a:ext>
            </a:extLst>
          </p:cNvPr>
          <p:cNvSpPr/>
          <p:nvPr/>
        </p:nvSpPr>
        <p:spPr>
          <a:xfrm>
            <a:off x="0" y="0"/>
            <a:ext cx="109728" cy="6858000"/>
          </a:xfrm>
          <a:prstGeom prst="rect">
            <a:avLst/>
          </a:prstGeom>
          <a:solidFill>
            <a:srgbClr val="F0333B"/>
          </a:solidFill>
          <a:ln>
            <a:noFill/>
          </a:ln>
        </p:spPr>
        <p:txBody>
          <a:bodyPr rtlCol="0" anchor="ctr"/>
          <a:lstStyle/>
          <a:p>
            <a:pPr algn="ctr"/>
            <a:endParaRPr/>
          </a:p>
        </p:txBody>
      </p:sp>
      <p:sp>
        <p:nvSpPr>
          <p:cNvPr id="5" name="TextBox 4">
            <a:extLst>
              <a:ext uri="{FF2B5EF4-FFF2-40B4-BE49-F238E27FC236}">
                <a16:creationId xmlns:a16="http://schemas.microsoft.com/office/drawing/2014/main" id="{9B5E3004-F048-96CA-6398-964A50C85D69}"/>
              </a:ext>
            </a:extLst>
          </p:cNvPr>
          <p:cNvSpPr txBox="1"/>
          <p:nvPr/>
        </p:nvSpPr>
        <p:spPr>
          <a:xfrm>
            <a:off x="640080" y="1965960"/>
            <a:ext cx="3657600" cy="777240"/>
          </a:xfrm>
          <a:prstGeom prst="rect">
            <a:avLst/>
          </a:prstGeom>
          <a:noFill/>
        </p:spPr>
        <p:txBody>
          <a:bodyPr wrap="square" lIns="36576" tIns="18288" rIns="36576" bIns="18288" anchor="t"/>
          <a:lstStyle/>
          <a:p>
            <a:pPr algn="l">
              <a:lnSpc>
                <a:spcPct val="100000"/>
              </a:lnSpc>
              <a:spcBef>
                <a:spcPts val="0"/>
              </a:spcBef>
              <a:spcAft>
                <a:spcPts val="0"/>
              </a:spcAft>
            </a:pPr>
            <a:r>
              <a:rPr sz="6000" b="1" i="0">
                <a:solidFill>
                  <a:srgbClr val="F0333B"/>
                </a:solidFill>
                <a:latin typeface="Calibri"/>
              </a:rPr>
              <a:t>03</a:t>
            </a:r>
          </a:p>
        </p:txBody>
      </p:sp>
      <p:sp>
        <p:nvSpPr>
          <p:cNvPr id="7" name="TextBox 6">
            <a:extLst>
              <a:ext uri="{FF2B5EF4-FFF2-40B4-BE49-F238E27FC236}">
                <a16:creationId xmlns:a16="http://schemas.microsoft.com/office/drawing/2014/main" id="{94A6AB2A-8A4B-0F7B-4193-BD9D6697F9C8}"/>
              </a:ext>
            </a:extLst>
          </p:cNvPr>
          <p:cNvSpPr txBox="1"/>
          <p:nvPr/>
        </p:nvSpPr>
        <p:spPr>
          <a:xfrm>
            <a:off x="640080" y="2834640"/>
            <a:ext cx="10607040" cy="640080"/>
          </a:xfrm>
          <a:prstGeom prst="rect">
            <a:avLst/>
          </a:prstGeom>
          <a:noFill/>
        </p:spPr>
        <p:txBody>
          <a:bodyPr wrap="square" lIns="36576" tIns="18288" rIns="36576" bIns="18288" anchor="t"/>
          <a:lstStyle/>
          <a:p>
            <a:pPr algn="l">
              <a:lnSpc>
                <a:spcPct val="100000"/>
              </a:lnSpc>
              <a:spcBef>
                <a:spcPts val="0"/>
              </a:spcBef>
              <a:spcAft>
                <a:spcPts val="0"/>
              </a:spcAft>
            </a:pPr>
            <a:r>
              <a:rPr sz="3200" b="1" i="0">
                <a:solidFill>
                  <a:srgbClr val="F5F7FA"/>
                </a:solidFill>
                <a:latin typeface="Calibri"/>
              </a:rPr>
              <a:t>Agentic capabilities with PACE</a:t>
            </a:r>
          </a:p>
        </p:txBody>
      </p:sp>
      <p:sp>
        <p:nvSpPr>
          <p:cNvPr id="9" name="TextBox 8">
            <a:extLst>
              <a:ext uri="{FF2B5EF4-FFF2-40B4-BE49-F238E27FC236}">
                <a16:creationId xmlns:a16="http://schemas.microsoft.com/office/drawing/2014/main" id="{DD17F6C6-D5C0-F360-BE0E-2223BD236045}"/>
              </a:ext>
            </a:extLst>
          </p:cNvPr>
          <p:cNvSpPr txBox="1"/>
          <p:nvPr/>
        </p:nvSpPr>
        <p:spPr>
          <a:xfrm>
            <a:off x="640080" y="3566160"/>
            <a:ext cx="9875520" cy="640080"/>
          </a:xfrm>
          <a:prstGeom prst="rect">
            <a:avLst/>
          </a:prstGeom>
          <a:noFill/>
        </p:spPr>
        <p:txBody>
          <a:bodyPr wrap="square" lIns="36576" tIns="18288" rIns="36576" bIns="18288" anchor="t"/>
          <a:lstStyle/>
          <a:p>
            <a:pPr algn="l">
              <a:lnSpc>
                <a:spcPct val="100000"/>
              </a:lnSpc>
              <a:spcBef>
                <a:spcPts val="0"/>
              </a:spcBef>
              <a:spcAft>
                <a:spcPts val="0"/>
              </a:spcAft>
            </a:pPr>
            <a:r>
              <a:rPr sz="1800" b="0" i="0">
                <a:solidFill>
                  <a:srgbClr val="AEB6C2"/>
                </a:solidFill>
                <a:latin typeface="Calibri"/>
              </a:rPr>
              <a:t>How an agent runs, what PACE Agent measures, and where the time actually goes.</a:t>
            </a:r>
          </a:p>
        </p:txBody>
      </p:sp>
    </p:spTree>
    <p:extLst>
      <p:ext uri="{BB962C8B-B14F-4D97-AF65-F5344CB8AC3E}">
        <p14:creationId xmlns:p14="http://schemas.microsoft.com/office/powerpoint/2010/main" val="177586458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61A4D1-1446-198D-29BA-8BF88B8A99A4}"/>
              </a:ext>
            </a:extLst>
          </p:cNvPr>
          <p:cNvSpPr txBox="1"/>
          <p:nvPr/>
        </p:nvSpPr>
        <p:spPr>
          <a:xfrm>
            <a:off x="438912" y="201168"/>
            <a:ext cx="7315200" cy="201168"/>
          </a:xfrm>
          <a:prstGeom prst="rect">
            <a:avLst/>
          </a:prstGeom>
          <a:noFill/>
        </p:spPr>
        <p:txBody>
          <a:bodyPr wrap="square" lIns="36576" tIns="18288" rIns="36576" bIns="18288" anchor="t"/>
          <a:lstStyle/>
          <a:p>
            <a:pPr algn="l">
              <a:lnSpc>
                <a:spcPct val="100000"/>
              </a:lnSpc>
              <a:spcBef>
                <a:spcPts val="0"/>
              </a:spcBef>
              <a:spcAft>
                <a:spcPts val="0"/>
              </a:spcAft>
            </a:pPr>
            <a:r>
              <a:rPr sz="1200" b="1" i="0">
                <a:solidFill>
                  <a:srgbClr val="55D8E8"/>
                </a:solidFill>
                <a:latin typeface="Calibri"/>
              </a:rPr>
              <a:t>03.1   ·   AGENTIC FLOW</a:t>
            </a:r>
          </a:p>
        </p:txBody>
      </p:sp>
      <p:sp>
        <p:nvSpPr>
          <p:cNvPr id="5" name="TextBox 4">
            <a:extLst>
              <a:ext uri="{FF2B5EF4-FFF2-40B4-BE49-F238E27FC236}">
                <a16:creationId xmlns:a16="http://schemas.microsoft.com/office/drawing/2014/main" id="{132F257E-D88E-762C-5E11-EC44D58441C7}"/>
              </a:ext>
            </a:extLst>
          </p:cNvPr>
          <p:cNvSpPr txBox="1"/>
          <p:nvPr/>
        </p:nvSpPr>
        <p:spPr>
          <a:xfrm>
            <a:off x="438912" y="402336"/>
            <a:ext cx="11155680" cy="347472"/>
          </a:xfrm>
          <a:prstGeom prst="rect">
            <a:avLst/>
          </a:prstGeom>
          <a:noFill/>
        </p:spPr>
        <p:txBody>
          <a:bodyPr wrap="square" lIns="36576" tIns="18288" rIns="36576" bIns="18288" anchor="t"/>
          <a:lstStyle/>
          <a:p>
            <a:pPr algn="l">
              <a:lnSpc>
                <a:spcPct val="100000"/>
              </a:lnSpc>
              <a:spcBef>
                <a:spcPts val="0"/>
              </a:spcBef>
              <a:spcAft>
                <a:spcPts val="0"/>
              </a:spcAft>
            </a:pPr>
            <a:r>
              <a:rPr sz="2600" b="1" i="0">
                <a:solidFill>
                  <a:srgbClr val="FFFFFF"/>
                </a:solidFill>
                <a:latin typeface="Calibri"/>
              </a:rPr>
              <a:t>Three paths from prompt to answer</a:t>
            </a:r>
          </a:p>
        </p:txBody>
      </p:sp>
      <p:sp>
        <p:nvSpPr>
          <p:cNvPr id="7" name="TextBox 6">
            <a:extLst>
              <a:ext uri="{FF2B5EF4-FFF2-40B4-BE49-F238E27FC236}">
                <a16:creationId xmlns:a16="http://schemas.microsoft.com/office/drawing/2014/main" id="{53C2FED0-B16B-45A2-4916-9D7560F9F086}"/>
              </a:ext>
            </a:extLst>
          </p:cNvPr>
          <p:cNvSpPr txBox="1"/>
          <p:nvPr/>
        </p:nvSpPr>
        <p:spPr>
          <a:xfrm>
            <a:off x="438912" y="786384"/>
            <a:ext cx="11155680" cy="256032"/>
          </a:xfrm>
          <a:prstGeom prst="rect">
            <a:avLst/>
          </a:prstGeom>
          <a:noFill/>
        </p:spPr>
        <p:txBody>
          <a:bodyPr wrap="square" lIns="36576" tIns="18288" rIns="36576" bIns="18288" anchor="t"/>
          <a:lstStyle/>
          <a:p>
            <a:pPr algn="l">
              <a:lnSpc>
                <a:spcPct val="100000"/>
              </a:lnSpc>
              <a:spcBef>
                <a:spcPts val="0"/>
              </a:spcBef>
              <a:spcAft>
                <a:spcPts val="0"/>
              </a:spcAft>
            </a:pPr>
            <a:r>
              <a:rPr sz="1300" b="0" i="0">
                <a:solidFill>
                  <a:srgbClr val="AEB6C2"/>
                </a:solidFill>
                <a:latin typeface="Calibri"/>
              </a:rPr>
              <a:t>A model call answers once. Retrieval grounds the call. An agent plans, acts, and observes until the task is done.</a:t>
            </a:r>
          </a:p>
        </p:txBody>
      </p:sp>
      <p:sp>
        <p:nvSpPr>
          <p:cNvPr id="9" name="Rounded Rectangle 4">
            <a:extLst>
              <a:ext uri="{FF2B5EF4-FFF2-40B4-BE49-F238E27FC236}">
                <a16:creationId xmlns:a16="http://schemas.microsoft.com/office/drawing/2014/main" id="{66E376F0-43D6-D73C-7AB4-671C05D1392F}"/>
              </a:ext>
            </a:extLst>
          </p:cNvPr>
          <p:cNvSpPr/>
          <p:nvPr/>
        </p:nvSpPr>
        <p:spPr>
          <a:xfrm>
            <a:off x="365760" y="1170432"/>
            <a:ext cx="11457432" cy="1417320"/>
          </a:xfrm>
          <a:prstGeom prst="roundRect">
            <a:avLst>
              <a:gd name="adj" fmla="val 6000"/>
            </a:avLst>
          </a:prstGeom>
          <a:solidFill>
            <a:srgbClr val="17191F"/>
          </a:solidFill>
          <a:ln>
            <a:noFill/>
          </a:ln>
        </p:spPr>
        <p:txBody>
          <a:bodyPr rtlCol="0" anchor="ctr"/>
          <a:lstStyle/>
          <a:p>
            <a:pPr algn="ctr"/>
            <a:endParaRPr/>
          </a:p>
        </p:txBody>
      </p:sp>
      <p:sp>
        <p:nvSpPr>
          <p:cNvPr id="11" name="Rectangle 10">
            <a:extLst>
              <a:ext uri="{FF2B5EF4-FFF2-40B4-BE49-F238E27FC236}">
                <a16:creationId xmlns:a16="http://schemas.microsoft.com/office/drawing/2014/main" id="{B994865E-A286-AB73-AA23-575158FCEE73}"/>
              </a:ext>
            </a:extLst>
          </p:cNvPr>
          <p:cNvSpPr/>
          <p:nvPr/>
        </p:nvSpPr>
        <p:spPr>
          <a:xfrm>
            <a:off x="365760" y="1170432"/>
            <a:ext cx="73152" cy="1417320"/>
          </a:xfrm>
          <a:prstGeom prst="rect">
            <a:avLst/>
          </a:prstGeom>
          <a:solidFill>
            <a:srgbClr val="55D8E8"/>
          </a:solidFill>
          <a:ln>
            <a:noFill/>
          </a:ln>
        </p:spPr>
        <p:txBody>
          <a:bodyPr rtlCol="0" anchor="ctr"/>
          <a:lstStyle/>
          <a:p>
            <a:pPr algn="ctr"/>
            <a:endParaRPr/>
          </a:p>
        </p:txBody>
      </p:sp>
      <p:sp>
        <p:nvSpPr>
          <p:cNvPr id="13" name="TextBox 12">
            <a:extLst>
              <a:ext uri="{FF2B5EF4-FFF2-40B4-BE49-F238E27FC236}">
                <a16:creationId xmlns:a16="http://schemas.microsoft.com/office/drawing/2014/main" id="{FCED7046-7D56-05B5-2CC0-A6775EFB46D6}"/>
              </a:ext>
            </a:extLst>
          </p:cNvPr>
          <p:cNvSpPr txBox="1"/>
          <p:nvPr/>
        </p:nvSpPr>
        <p:spPr>
          <a:xfrm>
            <a:off x="530352" y="1316736"/>
            <a:ext cx="1737360" cy="292608"/>
          </a:xfrm>
          <a:prstGeom prst="rect">
            <a:avLst/>
          </a:prstGeom>
          <a:noFill/>
        </p:spPr>
        <p:txBody>
          <a:bodyPr wrap="square" lIns="36576" tIns="18288" rIns="36576" bIns="18288" anchor="t"/>
          <a:lstStyle/>
          <a:p>
            <a:pPr algn="l">
              <a:lnSpc>
                <a:spcPct val="100000"/>
              </a:lnSpc>
              <a:spcBef>
                <a:spcPts val="0"/>
              </a:spcBef>
              <a:spcAft>
                <a:spcPts val="0"/>
              </a:spcAft>
            </a:pPr>
            <a:r>
              <a:rPr sz="1600" b="1" i="0">
                <a:solidFill>
                  <a:srgbClr val="55D8E8"/>
                </a:solidFill>
                <a:latin typeface="Calibri"/>
              </a:rPr>
              <a:t>01</a:t>
            </a:r>
          </a:p>
        </p:txBody>
      </p:sp>
      <p:sp>
        <p:nvSpPr>
          <p:cNvPr id="15" name="TextBox 14">
            <a:extLst>
              <a:ext uri="{FF2B5EF4-FFF2-40B4-BE49-F238E27FC236}">
                <a16:creationId xmlns:a16="http://schemas.microsoft.com/office/drawing/2014/main" id="{6E8E616A-70D6-AEB8-9EF3-F003F5D65591}"/>
              </a:ext>
            </a:extLst>
          </p:cNvPr>
          <p:cNvSpPr txBox="1"/>
          <p:nvPr/>
        </p:nvSpPr>
        <p:spPr>
          <a:xfrm>
            <a:off x="530352" y="1591056"/>
            <a:ext cx="1737360" cy="292608"/>
          </a:xfrm>
          <a:prstGeom prst="rect">
            <a:avLst/>
          </a:prstGeom>
          <a:noFill/>
        </p:spPr>
        <p:txBody>
          <a:bodyPr wrap="square" lIns="36576" tIns="18288" rIns="36576" bIns="18288" anchor="t"/>
          <a:lstStyle/>
          <a:p>
            <a:pPr algn="l">
              <a:lnSpc>
                <a:spcPct val="100000"/>
              </a:lnSpc>
              <a:spcBef>
                <a:spcPts val="0"/>
              </a:spcBef>
              <a:spcAft>
                <a:spcPts val="0"/>
              </a:spcAft>
            </a:pPr>
            <a:r>
              <a:rPr sz="1600" b="1" i="0">
                <a:solidFill>
                  <a:srgbClr val="FFFFFF"/>
                </a:solidFill>
                <a:latin typeface="Calibri"/>
              </a:rPr>
              <a:t>LLM</a:t>
            </a:r>
          </a:p>
        </p:txBody>
      </p:sp>
      <p:sp>
        <p:nvSpPr>
          <p:cNvPr id="17" name="TextBox 16">
            <a:extLst>
              <a:ext uri="{FF2B5EF4-FFF2-40B4-BE49-F238E27FC236}">
                <a16:creationId xmlns:a16="http://schemas.microsoft.com/office/drawing/2014/main" id="{13CC70A0-15E7-9631-1B6E-4B90158BE7B2}"/>
              </a:ext>
            </a:extLst>
          </p:cNvPr>
          <p:cNvSpPr txBox="1"/>
          <p:nvPr/>
        </p:nvSpPr>
        <p:spPr>
          <a:xfrm>
            <a:off x="530352" y="1901952"/>
            <a:ext cx="1783080" cy="457200"/>
          </a:xfrm>
          <a:prstGeom prst="rect">
            <a:avLst/>
          </a:prstGeom>
          <a:noFill/>
        </p:spPr>
        <p:txBody>
          <a:bodyPr wrap="square" lIns="36576" tIns="18288" rIns="36576" bIns="18288" anchor="t"/>
          <a:lstStyle/>
          <a:p>
            <a:pPr algn="l">
              <a:lnSpc>
                <a:spcPct val="100000"/>
              </a:lnSpc>
              <a:spcBef>
                <a:spcPts val="0"/>
              </a:spcBef>
              <a:spcAft>
                <a:spcPts val="0"/>
              </a:spcAft>
            </a:pPr>
            <a:r>
              <a:rPr sz="1200" b="0" i="0">
                <a:solidFill>
                  <a:srgbClr val="AEB6C2"/>
                </a:solidFill>
                <a:latin typeface="Calibri"/>
              </a:rPr>
              <a:t>One model call</a:t>
            </a:r>
          </a:p>
        </p:txBody>
      </p:sp>
      <p:sp>
        <p:nvSpPr>
          <p:cNvPr id="19" name="Rounded Rectangle 9">
            <a:extLst>
              <a:ext uri="{FF2B5EF4-FFF2-40B4-BE49-F238E27FC236}">
                <a16:creationId xmlns:a16="http://schemas.microsoft.com/office/drawing/2014/main" id="{16562484-08E7-522A-B175-02709AAD3ABE}"/>
              </a:ext>
            </a:extLst>
          </p:cNvPr>
          <p:cNvSpPr/>
          <p:nvPr/>
        </p:nvSpPr>
        <p:spPr>
          <a:xfrm>
            <a:off x="2377440" y="1371600"/>
            <a:ext cx="2923032" cy="713232"/>
          </a:xfrm>
          <a:prstGeom prst="roundRect">
            <a:avLst>
              <a:gd name="adj" fmla="val 12000"/>
            </a:avLst>
          </a:prstGeom>
          <a:solidFill>
            <a:srgbClr val="20232B"/>
          </a:solidFill>
          <a:ln>
            <a:noFill/>
          </a:ln>
        </p:spPr>
        <p:txBody>
          <a:bodyPr rtlCol="0" anchor="ctr"/>
          <a:lstStyle/>
          <a:p>
            <a:pPr algn="ctr"/>
            <a:endParaRPr/>
          </a:p>
        </p:txBody>
      </p:sp>
      <p:sp>
        <p:nvSpPr>
          <p:cNvPr id="21" name="TextBox 20">
            <a:extLst>
              <a:ext uri="{FF2B5EF4-FFF2-40B4-BE49-F238E27FC236}">
                <a16:creationId xmlns:a16="http://schemas.microsoft.com/office/drawing/2014/main" id="{8D543007-1845-FB8D-307F-57D522D3162A}"/>
              </a:ext>
            </a:extLst>
          </p:cNvPr>
          <p:cNvSpPr txBox="1"/>
          <p:nvPr/>
        </p:nvSpPr>
        <p:spPr>
          <a:xfrm>
            <a:off x="2377440" y="1426464"/>
            <a:ext cx="292303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55D8E8"/>
                </a:solidFill>
                <a:latin typeface="Calibri"/>
              </a:rPr>
              <a:t>PROMPT IN</a:t>
            </a:r>
          </a:p>
        </p:txBody>
      </p:sp>
      <p:sp>
        <p:nvSpPr>
          <p:cNvPr id="23" name="TextBox 22">
            <a:extLst>
              <a:ext uri="{FF2B5EF4-FFF2-40B4-BE49-F238E27FC236}">
                <a16:creationId xmlns:a16="http://schemas.microsoft.com/office/drawing/2014/main" id="{D04F32CC-4829-C09E-72E3-A93D95642F5F}"/>
              </a:ext>
            </a:extLst>
          </p:cNvPr>
          <p:cNvSpPr txBox="1"/>
          <p:nvPr/>
        </p:nvSpPr>
        <p:spPr>
          <a:xfrm>
            <a:off x="2377440" y="1719072"/>
            <a:ext cx="292303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user request</a:t>
            </a:r>
          </a:p>
        </p:txBody>
      </p:sp>
      <p:sp>
        <p:nvSpPr>
          <p:cNvPr id="25" name="TextBox 24">
            <a:extLst>
              <a:ext uri="{FF2B5EF4-FFF2-40B4-BE49-F238E27FC236}">
                <a16:creationId xmlns:a16="http://schemas.microsoft.com/office/drawing/2014/main" id="{F87D964B-778C-CAEA-27CC-61CE351F1A34}"/>
              </a:ext>
            </a:extLst>
          </p:cNvPr>
          <p:cNvSpPr txBox="1"/>
          <p:nvPr/>
        </p:nvSpPr>
        <p:spPr>
          <a:xfrm>
            <a:off x="5300472" y="1371600"/>
            <a:ext cx="256032"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55D8E8"/>
                </a:solidFill>
                <a:latin typeface="Calibri"/>
              </a:rPr>
              <a:t>→</a:t>
            </a:r>
          </a:p>
        </p:txBody>
      </p:sp>
      <p:sp>
        <p:nvSpPr>
          <p:cNvPr id="27" name="Rounded Rectangle 13">
            <a:extLst>
              <a:ext uri="{FF2B5EF4-FFF2-40B4-BE49-F238E27FC236}">
                <a16:creationId xmlns:a16="http://schemas.microsoft.com/office/drawing/2014/main" id="{9BCA4A79-F1E6-CD47-0AD5-65406037D7D2}"/>
              </a:ext>
            </a:extLst>
          </p:cNvPr>
          <p:cNvSpPr/>
          <p:nvPr/>
        </p:nvSpPr>
        <p:spPr>
          <a:xfrm>
            <a:off x="5574792" y="1371600"/>
            <a:ext cx="2923032" cy="713232"/>
          </a:xfrm>
          <a:prstGeom prst="roundRect">
            <a:avLst>
              <a:gd name="adj" fmla="val 12000"/>
            </a:avLst>
          </a:prstGeom>
          <a:solidFill>
            <a:srgbClr val="20232B"/>
          </a:solidFill>
          <a:ln>
            <a:noFill/>
          </a:ln>
        </p:spPr>
        <p:txBody>
          <a:bodyPr rtlCol="0" anchor="ctr"/>
          <a:lstStyle/>
          <a:p>
            <a:pPr algn="ctr"/>
            <a:endParaRPr/>
          </a:p>
        </p:txBody>
      </p:sp>
      <p:sp>
        <p:nvSpPr>
          <p:cNvPr id="29" name="TextBox 28">
            <a:extLst>
              <a:ext uri="{FF2B5EF4-FFF2-40B4-BE49-F238E27FC236}">
                <a16:creationId xmlns:a16="http://schemas.microsoft.com/office/drawing/2014/main" id="{25AE6EEE-4861-9061-41A1-7B5203B1ABE8}"/>
              </a:ext>
            </a:extLst>
          </p:cNvPr>
          <p:cNvSpPr txBox="1"/>
          <p:nvPr/>
        </p:nvSpPr>
        <p:spPr>
          <a:xfrm>
            <a:off x="5574792" y="1426464"/>
            <a:ext cx="292303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55D8E8"/>
                </a:solidFill>
                <a:latin typeface="Calibri"/>
              </a:rPr>
              <a:t>LLM</a:t>
            </a:r>
          </a:p>
        </p:txBody>
      </p:sp>
      <p:sp>
        <p:nvSpPr>
          <p:cNvPr id="31" name="TextBox 30">
            <a:extLst>
              <a:ext uri="{FF2B5EF4-FFF2-40B4-BE49-F238E27FC236}">
                <a16:creationId xmlns:a16="http://schemas.microsoft.com/office/drawing/2014/main" id="{208C1F96-8B85-B61E-4666-DCEF6DD67BB9}"/>
              </a:ext>
            </a:extLst>
          </p:cNvPr>
          <p:cNvSpPr txBox="1"/>
          <p:nvPr/>
        </p:nvSpPr>
        <p:spPr>
          <a:xfrm>
            <a:off x="5574792" y="1719072"/>
            <a:ext cx="292303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generate</a:t>
            </a:r>
          </a:p>
        </p:txBody>
      </p:sp>
      <p:sp>
        <p:nvSpPr>
          <p:cNvPr id="33" name="TextBox 32">
            <a:extLst>
              <a:ext uri="{FF2B5EF4-FFF2-40B4-BE49-F238E27FC236}">
                <a16:creationId xmlns:a16="http://schemas.microsoft.com/office/drawing/2014/main" id="{7028D8D5-786C-02B4-F861-9F2274C95E70}"/>
              </a:ext>
            </a:extLst>
          </p:cNvPr>
          <p:cNvSpPr txBox="1"/>
          <p:nvPr/>
        </p:nvSpPr>
        <p:spPr>
          <a:xfrm>
            <a:off x="8497824" y="1371600"/>
            <a:ext cx="256032"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55D8E8"/>
                </a:solidFill>
                <a:latin typeface="Calibri"/>
              </a:rPr>
              <a:t>→</a:t>
            </a:r>
          </a:p>
        </p:txBody>
      </p:sp>
      <p:sp>
        <p:nvSpPr>
          <p:cNvPr id="35" name="Rounded Rectangle 17">
            <a:extLst>
              <a:ext uri="{FF2B5EF4-FFF2-40B4-BE49-F238E27FC236}">
                <a16:creationId xmlns:a16="http://schemas.microsoft.com/office/drawing/2014/main" id="{5AA4EFE0-892B-E89D-26D7-7DDEF507539A}"/>
              </a:ext>
            </a:extLst>
          </p:cNvPr>
          <p:cNvSpPr/>
          <p:nvPr/>
        </p:nvSpPr>
        <p:spPr>
          <a:xfrm>
            <a:off x="8772144" y="1371600"/>
            <a:ext cx="2923032" cy="713232"/>
          </a:xfrm>
          <a:prstGeom prst="roundRect">
            <a:avLst>
              <a:gd name="adj" fmla="val 12000"/>
            </a:avLst>
          </a:prstGeom>
          <a:solidFill>
            <a:srgbClr val="20232B"/>
          </a:solidFill>
          <a:ln>
            <a:noFill/>
          </a:ln>
        </p:spPr>
        <p:txBody>
          <a:bodyPr rtlCol="0" anchor="ctr"/>
          <a:lstStyle/>
          <a:p>
            <a:pPr algn="ctr"/>
            <a:endParaRPr/>
          </a:p>
        </p:txBody>
      </p:sp>
      <p:sp>
        <p:nvSpPr>
          <p:cNvPr id="37" name="TextBox 36">
            <a:extLst>
              <a:ext uri="{FF2B5EF4-FFF2-40B4-BE49-F238E27FC236}">
                <a16:creationId xmlns:a16="http://schemas.microsoft.com/office/drawing/2014/main" id="{579958C1-81C8-FAEB-5AC7-72C0653129BB}"/>
              </a:ext>
            </a:extLst>
          </p:cNvPr>
          <p:cNvSpPr txBox="1"/>
          <p:nvPr/>
        </p:nvSpPr>
        <p:spPr>
          <a:xfrm>
            <a:off x="8772144" y="1426464"/>
            <a:ext cx="292303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55D8E8"/>
                </a:solidFill>
                <a:latin typeface="Calibri"/>
              </a:rPr>
              <a:t>TEXT OUT</a:t>
            </a:r>
          </a:p>
        </p:txBody>
      </p:sp>
      <p:sp>
        <p:nvSpPr>
          <p:cNvPr id="39" name="TextBox 38">
            <a:extLst>
              <a:ext uri="{FF2B5EF4-FFF2-40B4-BE49-F238E27FC236}">
                <a16:creationId xmlns:a16="http://schemas.microsoft.com/office/drawing/2014/main" id="{563A5A65-3858-5052-074E-8FA299770E64}"/>
              </a:ext>
            </a:extLst>
          </p:cNvPr>
          <p:cNvSpPr txBox="1"/>
          <p:nvPr/>
        </p:nvSpPr>
        <p:spPr>
          <a:xfrm>
            <a:off x="8772144" y="1719072"/>
            <a:ext cx="292303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model answer</a:t>
            </a:r>
          </a:p>
        </p:txBody>
      </p:sp>
      <p:sp>
        <p:nvSpPr>
          <p:cNvPr id="41" name="Rounded Rectangle 20">
            <a:extLst>
              <a:ext uri="{FF2B5EF4-FFF2-40B4-BE49-F238E27FC236}">
                <a16:creationId xmlns:a16="http://schemas.microsoft.com/office/drawing/2014/main" id="{5EC24A8A-808D-F8CD-0F84-2521BDFFB3D0}"/>
              </a:ext>
            </a:extLst>
          </p:cNvPr>
          <p:cNvSpPr/>
          <p:nvPr/>
        </p:nvSpPr>
        <p:spPr>
          <a:xfrm>
            <a:off x="365760" y="2706624"/>
            <a:ext cx="11457432" cy="1417320"/>
          </a:xfrm>
          <a:prstGeom prst="roundRect">
            <a:avLst>
              <a:gd name="adj" fmla="val 6000"/>
            </a:avLst>
          </a:prstGeom>
          <a:solidFill>
            <a:srgbClr val="17191F"/>
          </a:solidFill>
          <a:ln>
            <a:noFill/>
          </a:ln>
        </p:spPr>
        <p:txBody>
          <a:bodyPr rtlCol="0" anchor="ctr"/>
          <a:lstStyle/>
          <a:p>
            <a:pPr algn="ctr"/>
            <a:endParaRPr/>
          </a:p>
        </p:txBody>
      </p:sp>
      <p:sp>
        <p:nvSpPr>
          <p:cNvPr id="43" name="Rectangle 42">
            <a:extLst>
              <a:ext uri="{FF2B5EF4-FFF2-40B4-BE49-F238E27FC236}">
                <a16:creationId xmlns:a16="http://schemas.microsoft.com/office/drawing/2014/main" id="{3CB1B770-BC00-5711-D921-B9C76D9D1F77}"/>
              </a:ext>
            </a:extLst>
          </p:cNvPr>
          <p:cNvSpPr/>
          <p:nvPr/>
        </p:nvSpPr>
        <p:spPr>
          <a:xfrm>
            <a:off x="365760" y="2706624"/>
            <a:ext cx="73152" cy="1417320"/>
          </a:xfrm>
          <a:prstGeom prst="rect">
            <a:avLst/>
          </a:prstGeom>
          <a:solidFill>
            <a:srgbClr val="82AFFF"/>
          </a:solidFill>
          <a:ln>
            <a:noFill/>
          </a:ln>
        </p:spPr>
        <p:txBody>
          <a:bodyPr rtlCol="0" anchor="ctr"/>
          <a:lstStyle/>
          <a:p>
            <a:pPr algn="ctr"/>
            <a:endParaRPr/>
          </a:p>
        </p:txBody>
      </p:sp>
      <p:sp>
        <p:nvSpPr>
          <p:cNvPr id="45" name="TextBox 44">
            <a:extLst>
              <a:ext uri="{FF2B5EF4-FFF2-40B4-BE49-F238E27FC236}">
                <a16:creationId xmlns:a16="http://schemas.microsoft.com/office/drawing/2014/main" id="{B52D45E7-AFEE-4E4F-DF6C-E3DBB372A2D6}"/>
              </a:ext>
            </a:extLst>
          </p:cNvPr>
          <p:cNvSpPr txBox="1"/>
          <p:nvPr/>
        </p:nvSpPr>
        <p:spPr>
          <a:xfrm>
            <a:off x="530352" y="2852928"/>
            <a:ext cx="1737360" cy="292608"/>
          </a:xfrm>
          <a:prstGeom prst="rect">
            <a:avLst/>
          </a:prstGeom>
          <a:noFill/>
        </p:spPr>
        <p:txBody>
          <a:bodyPr wrap="square" lIns="36576" tIns="18288" rIns="36576" bIns="18288" anchor="t"/>
          <a:lstStyle/>
          <a:p>
            <a:pPr algn="l">
              <a:lnSpc>
                <a:spcPct val="100000"/>
              </a:lnSpc>
              <a:spcBef>
                <a:spcPts val="0"/>
              </a:spcBef>
              <a:spcAft>
                <a:spcPts val="0"/>
              </a:spcAft>
            </a:pPr>
            <a:r>
              <a:rPr sz="1600" b="1" i="0">
                <a:solidFill>
                  <a:srgbClr val="82AFFF"/>
                </a:solidFill>
                <a:latin typeface="Calibri"/>
              </a:rPr>
              <a:t>02</a:t>
            </a:r>
          </a:p>
        </p:txBody>
      </p:sp>
      <p:sp>
        <p:nvSpPr>
          <p:cNvPr id="47" name="TextBox 46">
            <a:extLst>
              <a:ext uri="{FF2B5EF4-FFF2-40B4-BE49-F238E27FC236}">
                <a16:creationId xmlns:a16="http://schemas.microsoft.com/office/drawing/2014/main" id="{A0320722-DA7A-6F1C-5BB7-4AA666B50066}"/>
              </a:ext>
            </a:extLst>
          </p:cNvPr>
          <p:cNvSpPr txBox="1"/>
          <p:nvPr/>
        </p:nvSpPr>
        <p:spPr>
          <a:xfrm>
            <a:off x="530352" y="3127248"/>
            <a:ext cx="1737360" cy="292608"/>
          </a:xfrm>
          <a:prstGeom prst="rect">
            <a:avLst/>
          </a:prstGeom>
          <a:noFill/>
        </p:spPr>
        <p:txBody>
          <a:bodyPr wrap="square" lIns="36576" tIns="18288" rIns="36576" bIns="18288" anchor="t"/>
          <a:lstStyle/>
          <a:p>
            <a:pPr algn="l">
              <a:lnSpc>
                <a:spcPct val="100000"/>
              </a:lnSpc>
              <a:spcBef>
                <a:spcPts val="0"/>
              </a:spcBef>
              <a:spcAft>
                <a:spcPts val="0"/>
              </a:spcAft>
            </a:pPr>
            <a:r>
              <a:rPr sz="1600" b="1" i="0">
                <a:solidFill>
                  <a:srgbClr val="FFFFFF"/>
                </a:solidFill>
                <a:latin typeface="Calibri"/>
              </a:rPr>
              <a:t>RAG</a:t>
            </a:r>
          </a:p>
        </p:txBody>
      </p:sp>
      <p:sp>
        <p:nvSpPr>
          <p:cNvPr id="49" name="TextBox 48">
            <a:extLst>
              <a:ext uri="{FF2B5EF4-FFF2-40B4-BE49-F238E27FC236}">
                <a16:creationId xmlns:a16="http://schemas.microsoft.com/office/drawing/2014/main" id="{D70BC8D4-0CB9-F383-47C5-D31FEE68400C}"/>
              </a:ext>
            </a:extLst>
          </p:cNvPr>
          <p:cNvSpPr txBox="1"/>
          <p:nvPr/>
        </p:nvSpPr>
        <p:spPr>
          <a:xfrm>
            <a:off x="530352" y="3438144"/>
            <a:ext cx="1783080" cy="457200"/>
          </a:xfrm>
          <a:prstGeom prst="rect">
            <a:avLst/>
          </a:prstGeom>
          <a:noFill/>
        </p:spPr>
        <p:txBody>
          <a:bodyPr wrap="square" lIns="36576" tIns="18288" rIns="36576" bIns="18288" anchor="t"/>
          <a:lstStyle/>
          <a:p>
            <a:pPr algn="l">
              <a:lnSpc>
                <a:spcPct val="100000"/>
              </a:lnSpc>
              <a:spcBef>
                <a:spcPts val="0"/>
              </a:spcBef>
              <a:spcAft>
                <a:spcPts val="0"/>
              </a:spcAft>
            </a:pPr>
            <a:r>
              <a:rPr sz="1200" b="0" i="0">
                <a:solidFill>
                  <a:srgbClr val="AEB6C2"/>
                </a:solidFill>
                <a:latin typeface="Calibri"/>
              </a:rPr>
              <a:t>Retrieve, then generate</a:t>
            </a:r>
          </a:p>
        </p:txBody>
      </p:sp>
      <p:sp>
        <p:nvSpPr>
          <p:cNvPr id="51" name="Rounded Rectangle 25">
            <a:extLst>
              <a:ext uri="{FF2B5EF4-FFF2-40B4-BE49-F238E27FC236}">
                <a16:creationId xmlns:a16="http://schemas.microsoft.com/office/drawing/2014/main" id="{F552255F-35FF-9D99-2EB7-149D1577148D}"/>
              </a:ext>
            </a:extLst>
          </p:cNvPr>
          <p:cNvSpPr/>
          <p:nvPr/>
        </p:nvSpPr>
        <p:spPr>
          <a:xfrm>
            <a:off x="2377440" y="2907792"/>
            <a:ext cx="1687982" cy="713232"/>
          </a:xfrm>
          <a:prstGeom prst="roundRect">
            <a:avLst>
              <a:gd name="adj" fmla="val 12000"/>
            </a:avLst>
          </a:prstGeom>
          <a:solidFill>
            <a:srgbClr val="20232B"/>
          </a:solidFill>
          <a:ln>
            <a:noFill/>
          </a:ln>
        </p:spPr>
        <p:txBody>
          <a:bodyPr rtlCol="0" anchor="ctr"/>
          <a:lstStyle/>
          <a:p>
            <a:pPr algn="ctr"/>
            <a:endParaRPr/>
          </a:p>
        </p:txBody>
      </p:sp>
      <p:sp>
        <p:nvSpPr>
          <p:cNvPr id="53" name="TextBox 52">
            <a:extLst>
              <a:ext uri="{FF2B5EF4-FFF2-40B4-BE49-F238E27FC236}">
                <a16:creationId xmlns:a16="http://schemas.microsoft.com/office/drawing/2014/main" id="{C6FAF162-AF26-0200-F8EC-1965386D4718}"/>
              </a:ext>
            </a:extLst>
          </p:cNvPr>
          <p:cNvSpPr txBox="1"/>
          <p:nvPr/>
        </p:nvSpPr>
        <p:spPr>
          <a:xfrm>
            <a:off x="2377440" y="29626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82AFFF"/>
                </a:solidFill>
                <a:latin typeface="Calibri"/>
              </a:rPr>
              <a:t>PROMPT IN</a:t>
            </a:r>
          </a:p>
        </p:txBody>
      </p:sp>
      <p:sp>
        <p:nvSpPr>
          <p:cNvPr id="55" name="TextBox 54">
            <a:extLst>
              <a:ext uri="{FF2B5EF4-FFF2-40B4-BE49-F238E27FC236}">
                <a16:creationId xmlns:a16="http://schemas.microsoft.com/office/drawing/2014/main" id="{EE0627D0-7951-A08B-6FCF-5E620666C0C2}"/>
              </a:ext>
            </a:extLst>
          </p:cNvPr>
          <p:cNvSpPr txBox="1"/>
          <p:nvPr/>
        </p:nvSpPr>
        <p:spPr>
          <a:xfrm>
            <a:off x="2377440" y="3255264"/>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user request</a:t>
            </a:r>
          </a:p>
        </p:txBody>
      </p:sp>
      <p:sp>
        <p:nvSpPr>
          <p:cNvPr id="57" name="TextBox 56">
            <a:extLst>
              <a:ext uri="{FF2B5EF4-FFF2-40B4-BE49-F238E27FC236}">
                <a16:creationId xmlns:a16="http://schemas.microsoft.com/office/drawing/2014/main" id="{07A7A498-124E-6B02-C81F-4254587C2049}"/>
              </a:ext>
            </a:extLst>
          </p:cNvPr>
          <p:cNvSpPr txBox="1"/>
          <p:nvPr/>
        </p:nvSpPr>
        <p:spPr>
          <a:xfrm>
            <a:off x="4065422" y="2907792"/>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82AFFF"/>
                </a:solidFill>
                <a:latin typeface="Calibri"/>
              </a:rPr>
              <a:t>→</a:t>
            </a:r>
          </a:p>
        </p:txBody>
      </p:sp>
      <p:sp>
        <p:nvSpPr>
          <p:cNvPr id="59" name="Rounded Rectangle 29">
            <a:extLst>
              <a:ext uri="{FF2B5EF4-FFF2-40B4-BE49-F238E27FC236}">
                <a16:creationId xmlns:a16="http://schemas.microsoft.com/office/drawing/2014/main" id="{C22820BE-BE96-8C6F-5D74-B8FF3271A220}"/>
              </a:ext>
            </a:extLst>
          </p:cNvPr>
          <p:cNvSpPr/>
          <p:nvPr/>
        </p:nvSpPr>
        <p:spPr>
          <a:xfrm>
            <a:off x="4284878" y="2907792"/>
            <a:ext cx="1687982" cy="713232"/>
          </a:xfrm>
          <a:prstGeom prst="roundRect">
            <a:avLst>
              <a:gd name="adj" fmla="val 12000"/>
            </a:avLst>
          </a:prstGeom>
          <a:solidFill>
            <a:srgbClr val="20232B"/>
          </a:solidFill>
          <a:ln>
            <a:noFill/>
          </a:ln>
        </p:spPr>
        <p:txBody>
          <a:bodyPr rtlCol="0" anchor="ctr"/>
          <a:lstStyle/>
          <a:p>
            <a:pPr algn="ctr"/>
            <a:endParaRPr/>
          </a:p>
        </p:txBody>
      </p:sp>
      <p:sp>
        <p:nvSpPr>
          <p:cNvPr id="61" name="TextBox 60">
            <a:extLst>
              <a:ext uri="{FF2B5EF4-FFF2-40B4-BE49-F238E27FC236}">
                <a16:creationId xmlns:a16="http://schemas.microsoft.com/office/drawing/2014/main" id="{25C3079A-4678-FF90-674C-E18E3BE89AC9}"/>
              </a:ext>
            </a:extLst>
          </p:cNvPr>
          <p:cNvSpPr txBox="1"/>
          <p:nvPr/>
        </p:nvSpPr>
        <p:spPr>
          <a:xfrm>
            <a:off x="4284878" y="29626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82AFFF"/>
                </a:solidFill>
                <a:latin typeface="Calibri"/>
              </a:rPr>
              <a:t>SEARCH</a:t>
            </a:r>
          </a:p>
        </p:txBody>
      </p:sp>
      <p:sp>
        <p:nvSpPr>
          <p:cNvPr id="63" name="TextBox 62">
            <a:extLst>
              <a:ext uri="{FF2B5EF4-FFF2-40B4-BE49-F238E27FC236}">
                <a16:creationId xmlns:a16="http://schemas.microsoft.com/office/drawing/2014/main" id="{CA9C0B55-1728-6D11-4E7F-7A5A8FEF0374}"/>
              </a:ext>
            </a:extLst>
          </p:cNvPr>
          <p:cNvSpPr txBox="1"/>
          <p:nvPr/>
        </p:nvSpPr>
        <p:spPr>
          <a:xfrm>
            <a:off x="4284878" y="3255264"/>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retrieve</a:t>
            </a:r>
          </a:p>
        </p:txBody>
      </p:sp>
      <p:sp>
        <p:nvSpPr>
          <p:cNvPr id="65" name="TextBox 64">
            <a:extLst>
              <a:ext uri="{FF2B5EF4-FFF2-40B4-BE49-F238E27FC236}">
                <a16:creationId xmlns:a16="http://schemas.microsoft.com/office/drawing/2014/main" id="{8D077014-FB98-90E6-D66E-136D7BD0B730}"/>
              </a:ext>
            </a:extLst>
          </p:cNvPr>
          <p:cNvSpPr txBox="1"/>
          <p:nvPr/>
        </p:nvSpPr>
        <p:spPr>
          <a:xfrm>
            <a:off x="5972861" y="2907792"/>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82AFFF"/>
                </a:solidFill>
                <a:latin typeface="Calibri"/>
              </a:rPr>
              <a:t>→</a:t>
            </a:r>
          </a:p>
        </p:txBody>
      </p:sp>
      <p:sp>
        <p:nvSpPr>
          <p:cNvPr id="67" name="Rounded Rectangle 33">
            <a:extLst>
              <a:ext uri="{FF2B5EF4-FFF2-40B4-BE49-F238E27FC236}">
                <a16:creationId xmlns:a16="http://schemas.microsoft.com/office/drawing/2014/main" id="{FFDAD5D7-7275-8E01-22F5-D7A75D274AD3}"/>
              </a:ext>
            </a:extLst>
          </p:cNvPr>
          <p:cNvSpPr/>
          <p:nvPr/>
        </p:nvSpPr>
        <p:spPr>
          <a:xfrm>
            <a:off x="6192317" y="2907792"/>
            <a:ext cx="1687982" cy="713232"/>
          </a:xfrm>
          <a:prstGeom prst="roundRect">
            <a:avLst>
              <a:gd name="adj" fmla="val 12000"/>
            </a:avLst>
          </a:prstGeom>
          <a:solidFill>
            <a:srgbClr val="20232B"/>
          </a:solidFill>
          <a:ln>
            <a:noFill/>
          </a:ln>
        </p:spPr>
        <p:txBody>
          <a:bodyPr rtlCol="0" anchor="ctr"/>
          <a:lstStyle/>
          <a:p>
            <a:pPr algn="ctr"/>
            <a:endParaRPr/>
          </a:p>
        </p:txBody>
      </p:sp>
      <p:sp>
        <p:nvSpPr>
          <p:cNvPr id="69" name="TextBox 68">
            <a:extLst>
              <a:ext uri="{FF2B5EF4-FFF2-40B4-BE49-F238E27FC236}">
                <a16:creationId xmlns:a16="http://schemas.microsoft.com/office/drawing/2014/main" id="{5351C677-B31F-673E-C903-EBFC3EFDD5B2}"/>
              </a:ext>
            </a:extLst>
          </p:cNvPr>
          <p:cNvSpPr txBox="1"/>
          <p:nvPr/>
        </p:nvSpPr>
        <p:spPr>
          <a:xfrm>
            <a:off x="6192317" y="29626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82AFFF"/>
                </a:solidFill>
                <a:latin typeface="Calibri"/>
              </a:rPr>
              <a:t>DATABASES</a:t>
            </a:r>
          </a:p>
        </p:txBody>
      </p:sp>
      <p:sp>
        <p:nvSpPr>
          <p:cNvPr id="71" name="TextBox 70">
            <a:extLst>
              <a:ext uri="{FF2B5EF4-FFF2-40B4-BE49-F238E27FC236}">
                <a16:creationId xmlns:a16="http://schemas.microsoft.com/office/drawing/2014/main" id="{993269E2-A20F-A805-02A9-5ECCE4CB7621}"/>
              </a:ext>
            </a:extLst>
          </p:cNvPr>
          <p:cNvSpPr txBox="1"/>
          <p:nvPr/>
        </p:nvSpPr>
        <p:spPr>
          <a:xfrm>
            <a:off x="6192317" y="3255264"/>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relevant context</a:t>
            </a:r>
          </a:p>
        </p:txBody>
      </p:sp>
      <p:sp>
        <p:nvSpPr>
          <p:cNvPr id="73" name="TextBox 72">
            <a:extLst>
              <a:ext uri="{FF2B5EF4-FFF2-40B4-BE49-F238E27FC236}">
                <a16:creationId xmlns:a16="http://schemas.microsoft.com/office/drawing/2014/main" id="{C1B69529-BD18-53FA-F000-FE0C0400805E}"/>
              </a:ext>
            </a:extLst>
          </p:cNvPr>
          <p:cNvSpPr txBox="1"/>
          <p:nvPr/>
        </p:nvSpPr>
        <p:spPr>
          <a:xfrm>
            <a:off x="7880299" y="2907792"/>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82AFFF"/>
                </a:solidFill>
                <a:latin typeface="Calibri"/>
              </a:rPr>
              <a:t>→</a:t>
            </a:r>
          </a:p>
        </p:txBody>
      </p:sp>
      <p:sp>
        <p:nvSpPr>
          <p:cNvPr id="75" name="Rounded Rectangle 37">
            <a:extLst>
              <a:ext uri="{FF2B5EF4-FFF2-40B4-BE49-F238E27FC236}">
                <a16:creationId xmlns:a16="http://schemas.microsoft.com/office/drawing/2014/main" id="{2881D1E0-EC0B-883B-B6E0-C743125EAE9F}"/>
              </a:ext>
            </a:extLst>
          </p:cNvPr>
          <p:cNvSpPr/>
          <p:nvPr/>
        </p:nvSpPr>
        <p:spPr>
          <a:xfrm>
            <a:off x="8099755" y="2907792"/>
            <a:ext cx="1687982" cy="713232"/>
          </a:xfrm>
          <a:prstGeom prst="roundRect">
            <a:avLst>
              <a:gd name="adj" fmla="val 12000"/>
            </a:avLst>
          </a:prstGeom>
          <a:solidFill>
            <a:srgbClr val="20232B"/>
          </a:solidFill>
          <a:ln>
            <a:noFill/>
          </a:ln>
        </p:spPr>
        <p:txBody>
          <a:bodyPr rtlCol="0" anchor="ctr"/>
          <a:lstStyle/>
          <a:p>
            <a:pPr algn="ctr"/>
            <a:endParaRPr/>
          </a:p>
        </p:txBody>
      </p:sp>
      <p:sp>
        <p:nvSpPr>
          <p:cNvPr id="77" name="TextBox 76">
            <a:extLst>
              <a:ext uri="{FF2B5EF4-FFF2-40B4-BE49-F238E27FC236}">
                <a16:creationId xmlns:a16="http://schemas.microsoft.com/office/drawing/2014/main" id="{EA8B2F07-25F8-9C43-5851-6EB34CCD043D}"/>
              </a:ext>
            </a:extLst>
          </p:cNvPr>
          <p:cNvSpPr txBox="1"/>
          <p:nvPr/>
        </p:nvSpPr>
        <p:spPr>
          <a:xfrm>
            <a:off x="8099755" y="29626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82AFFF"/>
                </a:solidFill>
                <a:latin typeface="Calibri"/>
              </a:rPr>
              <a:t>LLM</a:t>
            </a:r>
          </a:p>
        </p:txBody>
      </p:sp>
      <p:sp>
        <p:nvSpPr>
          <p:cNvPr id="79" name="TextBox 78">
            <a:extLst>
              <a:ext uri="{FF2B5EF4-FFF2-40B4-BE49-F238E27FC236}">
                <a16:creationId xmlns:a16="http://schemas.microsoft.com/office/drawing/2014/main" id="{F4E35C88-83CC-5B5E-F313-C856AD425A63}"/>
              </a:ext>
            </a:extLst>
          </p:cNvPr>
          <p:cNvSpPr txBox="1"/>
          <p:nvPr/>
        </p:nvSpPr>
        <p:spPr>
          <a:xfrm>
            <a:off x="8099755" y="3255264"/>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prompt + context</a:t>
            </a:r>
          </a:p>
        </p:txBody>
      </p:sp>
      <p:sp>
        <p:nvSpPr>
          <p:cNvPr id="81" name="TextBox 80">
            <a:extLst>
              <a:ext uri="{FF2B5EF4-FFF2-40B4-BE49-F238E27FC236}">
                <a16:creationId xmlns:a16="http://schemas.microsoft.com/office/drawing/2014/main" id="{24BDFEBF-AEFF-AEAD-09EA-5C1D3FCC5D00}"/>
              </a:ext>
            </a:extLst>
          </p:cNvPr>
          <p:cNvSpPr txBox="1"/>
          <p:nvPr/>
        </p:nvSpPr>
        <p:spPr>
          <a:xfrm>
            <a:off x="9787738" y="2907792"/>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82AFFF"/>
                </a:solidFill>
                <a:latin typeface="Calibri"/>
              </a:rPr>
              <a:t>→</a:t>
            </a:r>
          </a:p>
        </p:txBody>
      </p:sp>
      <p:sp>
        <p:nvSpPr>
          <p:cNvPr id="83" name="Rounded Rectangle 41">
            <a:extLst>
              <a:ext uri="{FF2B5EF4-FFF2-40B4-BE49-F238E27FC236}">
                <a16:creationId xmlns:a16="http://schemas.microsoft.com/office/drawing/2014/main" id="{DE74A096-57A9-94C0-1E37-7D7D23114C93}"/>
              </a:ext>
            </a:extLst>
          </p:cNvPr>
          <p:cNvSpPr/>
          <p:nvPr/>
        </p:nvSpPr>
        <p:spPr>
          <a:xfrm>
            <a:off x="10007194" y="2907792"/>
            <a:ext cx="1687982" cy="713232"/>
          </a:xfrm>
          <a:prstGeom prst="roundRect">
            <a:avLst>
              <a:gd name="adj" fmla="val 12000"/>
            </a:avLst>
          </a:prstGeom>
          <a:solidFill>
            <a:srgbClr val="20232B"/>
          </a:solidFill>
          <a:ln>
            <a:noFill/>
          </a:ln>
        </p:spPr>
        <p:txBody>
          <a:bodyPr rtlCol="0" anchor="ctr"/>
          <a:lstStyle/>
          <a:p>
            <a:pPr algn="ctr"/>
            <a:endParaRPr/>
          </a:p>
        </p:txBody>
      </p:sp>
      <p:sp>
        <p:nvSpPr>
          <p:cNvPr id="85" name="TextBox 84">
            <a:extLst>
              <a:ext uri="{FF2B5EF4-FFF2-40B4-BE49-F238E27FC236}">
                <a16:creationId xmlns:a16="http://schemas.microsoft.com/office/drawing/2014/main" id="{F9BCA6D4-AA28-416E-94E0-01B118534DF6}"/>
              </a:ext>
            </a:extLst>
          </p:cNvPr>
          <p:cNvSpPr txBox="1"/>
          <p:nvPr/>
        </p:nvSpPr>
        <p:spPr>
          <a:xfrm>
            <a:off x="10007194" y="29626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82AFFF"/>
                </a:solidFill>
                <a:latin typeface="Calibri"/>
              </a:rPr>
              <a:t>TEXT OUT</a:t>
            </a:r>
          </a:p>
        </p:txBody>
      </p:sp>
      <p:sp>
        <p:nvSpPr>
          <p:cNvPr id="87" name="TextBox 86">
            <a:extLst>
              <a:ext uri="{FF2B5EF4-FFF2-40B4-BE49-F238E27FC236}">
                <a16:creationId xmlns:a16="http://schemas.microsoft.com/office/drawing/2014/main" id="{FA57E4DA-1335-E03C-9A59-37C90AD0026F}"/>
              </a:ext>
            </a:extLst>
          </p:cNvPr>
          <p:cNvSpPr txBox="1"/>
          <p:nvPr/>
        </p:nvSpPr>
        <p:spPr>
          <a:xfrm>
            <a:off x="10007194" y="3255264"/>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grounded answer</a:t>
            </a:r>
          </a:p>
        </p:txBody>
      </p:sp>
      <p:sp>
        <p:nvSpPr>
          <p:cNvPr id="89" name="Rounded Rectangle 44">
            <a:extLst>
              <a:ext uri="{FF2B5EF4-FFF2-40B4-BE49-F238E27FC236}">
                <a16:creationId xmlns:a16="http://schemas.microsoft.com/office/drawing/2014/main" id="{599E8997-0F54-FE5C-8004-A2891CFB82B9}"/>
              </a:ext>
            </a:extLst>
          </p:cNvPr>
          <p:cNvSpPr/>
          <p:nvPr/>
        </p:nvSpPr>
        <p:spPr>
          <a:xfrm>
            <a:off x="365760" y="4242816"/>
            <a:ext cx="11457432" cy="1627632"/>
          </a:xfrm>
          <a:prstGeom prst="roundRect">
            <a:avLst>
              <a:gd name="adj" fmla="val 6000"/>
            </a:avLst>
          </a:prstGeom>
          <a:solidFill>
            <a:srgbClr val="17191F"/>
          </a:solidFill>
          <a:ln>
            <a:noFill/>
          </a:ln>
        </p:spPr>
        <p:txBody>
          <a:bodyPr rtlCol="0" anchor="ctr"/>
          <a:lstStyle/>
          <a:p>
            <a:pPr algn="ctr"/>
            <a:endParaRPr/>
          </a:p>
        </p:txBody>
      </p:sp>
      <p:sp>
        <p:nvSpPr>
          <p:cNvPr id="91" name="Rectangle 90">
            <a:extLst>
              <a:ext uri="{FF2B5EF4-FFF2-40B4-BE49-F238E27FC236}">
                <a16:creationId xmlns:a16="http://schemas.microsoft.com/office/drawing/2014/main" id="{B8DD354E-2C84-45BD-DFBD-CE435B648748}"/>
              </a:ext>
            </a:extLst>
          </p:cNvPr>
          <p:cNvSpPr/>
          <p:nvPr/>
        </p:nvSpPr>
        <p:spPr>
          <a:xfrm>
            <a:off x="365760" y="4242816"/>
            <a:ext cx="73152" cy="1627632"/>
          </a:xfrm>
          <a:prstGeom prst="rect">
            <a:avLst/>
          </a:prstGeom>
          <a:solidFill>
            <a:srgbClr val="62D6A8"/>
          </a:solidFill>
          <a:ln>
            <a:noFill/>
          </a:ln>
        </p:spPr>
        <p:txBody>
          <a:bodyPr rtlCol="0" anchor="ctr"/>
          <a:lstStyle/>
          <a:p>
            <a:pPr algn="ctr"/>
            <a:endParaRPr/>
          </a:p>
        </p:txBody>
      </p:sp>
      <p:sp>
        <p:nvSpPr>
          <p:cNvPr id="93" name="TextBox 92">
            <a:extLst>
              <a:ext uri="{FF2B5EF4-FFF2-40B4-BE49-F238E27FC236}">
                <a16:creationId xmlns:a16="http://schemas.microsoft.com/office/drawing/2014/main" id="{95BEA9E4-B5BA-84B6-33DD-27B2E992CC97}"/>
              </a:ext>
            </a:extLst>
          </p:cNvPr>
          <p:cNvSpPr txBox="1"/>
          <p:nvPr/>
        </p:nvSpPr>
        <p:spPr>
          <a:xfrm>
            <a:off x="530352" y="4389120"/>
            <a:ext cx="1737360" cy="292608"/>
          </a:xfrm>
          <a:prstGeom prst="rect">
            <a:avLst/>
          </a:prstGeom>
          <a:noFill/>
        </p:spPr>
        <p:txBody>
          <a:bodyPr wrap="square" lIns="36576" tIns="18288" rIns="36576" bIns="18288" anchor="t"/>
          <a:lstStyle/>
          <a:p>
            <a:pPr algn="l">
              <a:lnSpc>
                <a:spcPct val="100000"/>
              </a:lnSpc>
              <a:spcBef>
                <a:spcPts val="0"/>
              </a:spcBef>
              <a:spcAft>
                <a:spcPts val="0"/>
              </a:spcAft>
            </a:pPr>
            <a:r>
              <a:rPr sz="1600" b="1" i="0">
                <a:solidFill>
                  <a:srgbClr val="62D6A8"/>
                </a:solidFill>
                <a:latin typeface="Calibri"/>
              </a:rPr>
              <a:t>03</a:t>
            </a:r>
          </a:p>
        </p:txBody>
      </p:sp>
      <p:sp>
        <p:nvSpPr>
          <p:cNvPr id="95" name="TextBox 94">
            <a:extLst>
              <a:ext uri="{FF2B5EF4-FFF2-40B4-BE49-F238E27FC236}">
                <a16:creationId xmlns:a16="http://schemas.microsoft.com/office/drawing/2014/main" id="{0ECDD807-557B-D91C-B4A2-6E34F87413D8}"/>
              </a:ext>
            </a:extLst>
          </p:cNvPr>
          <p:cNvSpPr txBox="1"/>
          <p:nvPr/>
        </p:nvSpPr>
        <p:spPr>
          <a:xfrm>
            <a:off x="530352" y="4663440"/>
            <a:ext cx="1737360" cy="292608"/>
          </a:xfrm>
          <a:prstGeom prst="rect">
            <a:avLst/>
          </a:prstGeom>
          <a:noFill/>
        </p:spPr>
        <p:txBody>
          <a:bodyPr wrap="square" lIns="36576" tIns="18288" rIns="36576" bIns="18288" anchor="t"/>
          <a:lstStyle/>
          <a:p>
            <a:pPr algn="l">
              <a:lnSpc>
                <a:spcPct val="100000"/>
              </a:lnSpc>
              <a:spcBef>
                <a:spcPts val="0"/>
              </a:spcBef>
              <a:spcAft>
                <a:spcPts val="0"/>
              </a:spcAft>
            </a:pPr>
            <a:r>
              <a:rPr sz="1600" b="1" i="0">
                <a:solidFill>
                  <a:srgbClr val="FFFFFF"/>
                </a:solidFill>
                <a:latin typeface="Calibri"/>
              </a:rPr>
              <a:t>AGENT</a:t>
            </a:r>
          </a:p>
        </p:txBody>
      </p:sp>
      <p:sp>
        <p:nvSpPr>
          <p:cNvPr id="97" name="TextBox 96">
            <a:extLst>
              <a:ext uri="{FF2B5EF4-FFF2-40B4-BE49-F238E27FC236}">
                <a16:creationId xmlns:a16="http://schemas.microsoft.com/office/drawing/2014/main" id="{AA5D5AC9-7FC4-7A23-B09C-90E637A238CC}"/>
              </a:ext>
            </a:extLst>
          </p:cNvPr>
          <p:cNvSpPr txBox="1"/>
          <p:nvPr/>
        </p:nvSpPr>
        <p:spPr>
          <a:xfrm>
            <a:off x="530352" y="4974336"/>
            <a:ext cx="1783080" cy="457200"/>
          </a:xfrm>
          <a:prstGeom prst="rect">
            <a:avLst/>
          </a:prstGeom>
          <a:noFill/>
        </p:spPr>
        <p:txBody>
          <a:bodyPr wrap="square" lIns="36576" tIns="18288" rIns="36576" bIns="18288" anchor="t"/>
          <a:lstStyle/>
          <a:p>
            <a:pPr algn="l">
              <a:lnSpc>
                <a:spcPct val="100000"/>
              </a:lnSpc>
              <a:spcBef>
                <a:spcPts val="0"/>
              </a:spcBef>
              <a:spcAft>
                <a:spcPts val="0"/>
              </a:spcAft>
            </a:pPr>
            <a:r>
              <a:rPr sz="1200" b="0" i="0">
                <a:solidFill>
                  <a:srgbClr val="AEB6C2"/>
                </a:solidFill>
                <a:latin typeface="Calibri"/>
              </a:rPr>
              <a:t>Plan, act, observe</a:t>
            </a:r>
          </a:p>
        </p:txBody>
      </p:sp>
      <p:sp>
        <p:nvSpPr>
          <p:cNvPr id="99" name="Rounded Rectangle 49">
            <a:extLst>
              <a:ext uri="{FF2B5EF4-FFF2-40B4-BE49-F238E27FC236}">
                <a16:creationId xmlns:a16="http://schemas.microsoft.com/office/drawing/2014/main" id="{34C90B6F-5AD0-9AED-C938-CC6F525D76AC}"/>
              </a:ext>
            </a:extLst>
          </p:cNvPr>
          <p:cNvSpPr/>
          <p:nvPr/>
        </p:nvSpPr>
        <p:spPr>
          <a:xfrm>
            <a:off x="2377440" y="4443984"/>
            <a:ext cx="1687982" cy="713232"/>
          </a:xfrm>
          <a:prstGeom prst="roundRect">
            <a:avLst>
              <a:gd name="adj" fmla="val 12000"/>
            </a:avLst>
          </a:prstGeom>
          <a:solidFill>
            <a:srgbClr val="20232B"/>
          </a:solidFill>
          <a:ln>
            <a:noFill/>
          </a:ln>
        </p:spPr>
        <p:txBody>
          <a:bodyPr rtlCol="0" anchor="ctr"/>
          <a:lstStyle/>
          <a:p>
            <a:pPr algn="ctr"/>
            <a:endParaRPr/>
          </a:p>
        </p:txBody>
      </p:sp>
      <p:sp>
        <p:nvSpPr>
          <p:cNvPr id="101" name="TextBox 100">
            <a:extLst>
              <a:ext uri="{FF2B5EF4-FFF2-40B4-BE49-F238E27FC236}">
                <a16:creationId xmlns:a16="http://schemas.microsoft.com/office/drawing/2014/main" id="{97341365-07F1-F079-FDE3-DC034C91E47D}"/>
              </a:ext>
            </a:extLst>
          </p:cNvPr>
          <p:cNvSpPr txBox="1"/>
          <p:nvPr/>
        </p:nvSpPr>
        <p:spPr>
          <a:xfrm>
            <a:off x="2377440" y="4498848"/>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62D6A8"/>
                </a:solidFill>
                <a:latin typeface="Calibri"/>
              </a:rPr>
              <a:t>PROMPT IN</a:t>
            </a:r>
          </a:p>
        </p:txBody>
      </p:sp>
      <p:sp>
        <p:nvSpPr>
          <p:cNvPr id="103" name="TextBox 102">
            <a:extLst>
              <a:ext uri="{FF2B5EF4-FFF2-40B4-BE49-F238E27FC236}">
                <a16:creationId xmlns:a16="http://schemas.microsoft.com/office/drawing/2014/main" id="{F7CB1756-7E7A-8B13-3F96-8D1CB1B95DB6}"/>
              </a:ext>
            </a:extLst>
          </p:cNvPr>
          <p:cNvSpPr txBox="1"/>
          <p:nvPr/>
        </p:nvSpPr>
        <p:spPr>
          <a:xfrm>
            <a:off x="2377440" y="47914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task or goal</a:t>
            </a:r>
          </a:p>
        </p:txBody>
      </p:sp>
      <p:sp>
        <p:nvSpPr>
          <p:cNvPr id="105" name="TextBox 104">
            <a:extLst>
              <a:ext uri="{FF2B5EF4-FFF2-40B4-BE49-F238E27FC236}">
                <a16:creationId xmlns:a16="http://schemas.microsoft.com/office/drawing/2014/main" id="{9037986D-03F0-CE2C-FCF7-B6C55E03012E}"/>
              </a:ext>
            </a:extLst>
          </p:cNvPr>
          <p:cNvSpPr txBox="1"/>
          <p:nvPr/>
        </p:nvSpPr>
        <p:spPr>
          <a:xfrm>
            <a:off x="4065422" y="4443984"/>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62D6A8"/>
                </a:solidFill>
                <a:latin typeface="Calibri"/>
              </a:rPr>
              <a:t>→</a:t>
            </a:r>
          </a:p>
        </p:txBody>
      </p:sp>
      <p:sp>
        <p:nvSpPr>
          <p:cNvPr id="107" name="Rounded Rectangle 53">
            <a:extLst>
              <a:ext uri="{FF2B5EF4-FFF2-40B4-BE49-F238E27FC236}">
                <a16:creationId xmlns:a16="http://schemas.microsoft.com/office/drawing/2014/main" id="{B811A75F-3136-7F88-EECC-C6ADA8829A71}"/>
              </a:ext>
            </a:extLst>
          </p:cNvPr>
          <p:cNvSpPr/>
          <p:nvPr/>
        </p:nvSpPr>
        <p:spPr>
          <a:xfrm>
            <a:off x="4284878" y="4443984"/>
            <a:ext cx="1687982" cy="713232"/>
          </a:xfrm>
          <a:prstGeom prst="roundRect">
            <a:avLst>
              <a:gd name="adj" fmla="val 12000"/>
            </a:avLst>
          </a:prstGeom>
          <a:solidFill>
            <a:srgbClr val="20232B"/>
          </a:solidFill>
          <a:ln>
            <a:noFill/>
          </a:ln>
        </p:spPr>
        <p:txBody>
          <a:bodyPr rtlCol="0" anchor="ctr"/>
          <a:lstStyle/>
          <a:p>
            <a:pPr algn="ctr"/>
            <a:endParaRPr/>
          </a:p>
        </p:txBody>
      </p:sp>
      <p:sp>
        <p:nvSpPr>
          <p:cNvPr id="109" name="TextBox 108">
            <a:extLst>
              <a:ext uri="{FF2B5EF4-FFF2-40B4-BE49-F238E27FC236}">
                <a16:creationId xmlns:a16="http://schemas.microsoft.com/office/drawing/2014/main" id="{2B37EE67-AD99-9989-0E51-F5E6D8BFD0A6}"/>
              </a:ext>
            </a:extLst>
          </p:cNvPr>
          <p:cNvSpPr txBox="1"/>
          <p:nvPr/>
        </p:nvSpPr>
        <p:spPr>
          <a:xfrm>
            <a:off x="4284878" y="4498848"/>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62D6A8"/>
                </a:solidFill>
                <a:latin typeface="Calibri"/>
              </a:rPr>
              <a:t>PLAN</a:t>
            </a:r>
          </a:p>
        </p:txBody>
      </p:sp>
      <p:sp>
        <p:nvSpPr>
          <p:cNvPr id="111" name="TextBox 110">
            <a:extLst>
              <a:ext uri="{FF2B5EF4-FFF2-40B4-BE49-F238E27FC236}">
                <a16:creationId xmlns:a16="http://schemas.microsoft.com/office/drawing/2014/main" id="{36DFFB17-482E-688A-9B5A-1113E433CC99}"/>
              </a:ext>
            </a:extLst>
          </p:cNvPr>
          <p:cNvSpPr txBox="1"/>
          <p:nvPr/>
        </p:nvSpPr>
        <p:spPr>
          <a:xfrm>
            <a:off x="4284878" y="47914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choose next step</a:t>
            </a:r>
          </a:p>
        </p:txBody>
      </p:sp>
      <p:sp>
        <p:nvSpPr>
          <p:cNvPr id="113" name="TextBox 112">
            <a:extLst>
              <a:ext uri="{FF2B5EF4-FFF2-40B4-BE49-F238E27FC236}">
                <a16:creationId xmlns:a16="http://schemas.microsoft.com/office/drawing/2014/main" id="{C57A1EC1-F66B-174D-DEEA-5ADD6584AC0A}"/>
              </a:ext>
            </a:extLst>
          </p:cNvPr>
          <p:cNvSpPr txBox="1"/>
          <p:nvPr/>
        </p:nvSpPr>
        <p:spPr>
          <a:xfrm>
            <a:off x="5972861" y="4443984"/>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62D6A8"/>
                </a:solidFill>
                <a:latin typeface="Calibri"/>
              </a:rPr>
              <a:t>→</a:t>
            </a:r>
          </a:p>
        </p:txBody>
      </p:sp>
      <p:sp>
        <p:nvSpPr>
          <p:cNvPr id="115" name="Rounded Rectangle 57">
            <a:extLst>
              <a:ext uri="{FF2B5EF4-FFF2-40B4-BE49-F238E27FC236}">
                <a16:creationId xmlns:a16="http://schemas.microsoft.com/office/drawing/2014/main" id="{D8B44496-24E7-CC67-EF17-0C482B63ABD0}"/>
              </a:ext>
            </a:extLst>
          </p:cNvPr>
          <p:cNvSpPr/>
          <p:nvPr/>
        </p:nvSpPr>
        <p:spPr>
          <a:xfrm>
            <a:off x="6192317" y="4443984"/>
            <a:ext cx="1687982" cy="713232"/>
          </a:xfrm>
          <a:prstGeom prst="roundRect">
            <a:avLst>
              <a:gd name="adj" fmla="val 12000"/>
            </a:avLst>
          </a:prstGeom>
          <a:solidFill>
            <a:srgbClr val="20232B"/>
          </a:solidFill>
          <a:ln>
            <a:noFill/>
          </a:ln>
        </p:spPr>
        <p:txBody>
          <a:bodyPr rtlCol="0" anchor="ctr"/>
          <a:lstStyle/>
          <a:p>
            <a:pPr algn="ctr"/>
            <a:endParaRPr/>
          </a:p>
        </p:txBody>
      </p:sp>
      <p:sp>
        <p:nvSpPr>
          <p:cNvPr id="117" name="TextBox 116">
            <a:extLst>
              <a:ext uri="{FF2B5EF4-FFF2-40B4-BE49-F238E27FC236}">
                <a16:creationId xmlns:a16="http://schemas.microsoft.com/office/drawing/2014/main" id="{C162AB54-3C3E-9D34-94CE-998C27CA8D1E}"/>
              </a:ext>
            </a:extLst>
          </p:cNvPr>
          <p:cNvSpPr txBox="1"/>
          <p:nvPr/>
        </p:nvSpPr>
        <p:spPr>
          <a:xfrm>
            <a:off x="6192317" y="4498848"/>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62D6A8"/>
                </a:solidFill>
                <a:latin typeface="Calibri"/>
              </a:rPr>
              <a:t>TOOLS</a:t>
            </a:r>
          </a:p>
        </p:txBody>
      </p:sp>
      <p:sp>
        <p:nvSpPr>
          <p:cNvPr id="119" name="TextBox 118">
            <a:extLst>
              <a:ext uri="{FF2B5EF4-FFF2-40B4-BE49-F238E27FC236}">
                <a16:creationId xmlns:a16="http://schemas.microsoft.com/office/drawing/2014/main" id="{A027C6E3-82A7-E87F-6230-44EA1FA58AEA}"/>
              </a:ext>
            </a:extLst>
          </p:cNvPr>
          <p:cNvSpPr txBox="1"/>
          <p:nvPr/>
        </p:nvSpPr>
        <p:spPr>
          <a:xfrm>
            <a:off x="6192317" y="47914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search · APIs · files</a:t>
            </a:r>
          </a:p>
        </p:txBody>
      </p:sp>
      <p:sp>
        <p:nvSpPr>
          <p:cNvPr id="121" name="TextBox 120">
            <a:extLst>
              <a:ext uri="{FF2B5EF4-FFF2-40B4-BE49-F238E27FC236}">
                <a16:creationId xmlns:a16="http://schemas.microsoft.com/office/drawing/2014/main" id="{9FB3E9EC-B2FE-60DF-F320-052FE9C17488}"/>
              </a:ext>
            </a:extLst>
          </p:cNvPr>
          <p:cNvSpPr txBox="1"/>
          <p:nvPr/>
        </p:nvSpPr>
        <p:spPr>
          <a:xfrm>
            <a:off x="7880299" y="4443984"/>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62D6A8"/>
                </a:solidFill>
                <a:latin typeface="Calibri"/>
              </a:rPr>
              <a:t>→</a:t>
            </a:r>
          </a:p>
        </p:txBody>
      </p:sp>
      <p:sp>
        <p:nvSpPr>
          <p:cNvPr id="123" name="Rounded Rectangle 61">
            <a:extLst>
              <a:ext uri="{FF2B5EF4-FFF2-40B4-BE49-F238E27FC236}">
                <a16:creationId xmlns:a16="http://schemas.microsoft.com/office/drawing/2014/main" id="{F82162A4-8393-8808-084E-BB74423686EF}"/>
              </a:ext>
            </a:extLst>
          </p:cNvPr>
          <p:cNvSpPr/>
          <p:nvPr/>
        </p:nvSpPr>
        <p:spPr>
          <a:xfrm>
            <a:off x="8099755" y="4443984"/>
            <a:ext cx="1687982" cy="713232"/>
          </a:xfrm>
          <a:prstGeom prst="roundRect">
            <a:avLst>
              <a:gd name="adj" fmla="val 12000"/>
            </a:avLst>
          </a:prstGeom>
          <a:solidFill>
            <a:srgbClr val="20232B"/>
          </a:solidFill>
          <a:ln>
            <a:noFill/>
          </a:ln>
        </p:spPr>
        <p:txBody>
          <a:bodyPr rtlCol="0" anchor="ctr"/>
          <a:lstStyle/>
          <a:p>
            <a:pPr algn="ctr"/>
            <a:endParaRPr/>
          </a:p>
        </p:txBody>
      </p:sp>
      <p:sp>
        <p:nvSpPr>
          <p:cNvPr id="125" name="TextBox 124">
            <a:extLst>
              <a:ext uri="{FF2B5EF4-FFF2-40B4-BE49-F238E27FC236}">
                <a16:creationId xmlns:a16="http://schemas.microsoft.com/office/drawing/2014/main" id="{AA869ACC-E949-7C6F-C9BC-4B0A540649FA}"/>
              </a:ext>
            </a:extLst>
          </p:cNvPr>
          <p:cNvSpPr txBox="1"/>
          <p:nvPr/>
        </p:nvSpPr>
        <p:spPr>
          <a:xfrm>
            <a:off x="8099755" y="4498848"/>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62D6A8"/>
                </a:solidFill>
                <a:latin typeface="Calibri"/>
              </a:rPr>
              <a:t>OBSERVE</a:t>
            </a:r>
          </a:p>
        </p:txBody>
      </p:sp>
      <p:sp>
        <p:nvSpPr>
          <p:cNvPr id="127" name="TextBox 126">
            <a:extLst>
              <a:ext uri="{FF2B5EF4-FFF2-40B4-BE49-F238E27FC236}">
                <a16:creationId xmlns:a16="http://schemas.microsoft.com/office/drawing/2014/main" id="{9A9097D5-AA56-0389-646D-E5195018CA75}"/>
              </a:ext>
            </a:extLst>
          </p:cNvPr>
          <p:cNvSpPr txBox="1"/>
          <p:nvPr/>
        </p:nvSpPr>
        <p:spPr>
          <a:xfrm>
            <a:off x="8099755" y="47914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use the result</a:t>
            </a:r>
          </a:p>
        </p:txBody>
      </p:sp>
      <p:sp>
        <p:nvSpPr>
          <p:cNvPr id="129" name="TextBox 128">
            <a:extLst>
              <a:ext uri="{FF2B5EF4-FFF2-40B4-BE49-F238E27FC236}">
                <a16:creationId xmlns:a16="http://schemas.microsoft.com/office/drawing/2014/main" id="{4F5D9BFE-F965-A351-60C0-628F5B213F25}"/>
              </a:ext>
            </a:extLst>
          </p:cNvPr>
          <p:cNvSpPr txBox="1"/>
          <p:nvPr/>
        </p:nvSpPr>
        <p:spPr>
          <a:xfrm>
            <a:off x="9787738" y="4443984"/>
            <a:ext cx="201168" cy="713232"/>
          </a:xfrm>
          <a:prstGeom prst="rect">
            <a:avLst/>
          </a:prstGeom>
          <a:noFill/>
        </p:spPr>
        <p:txBody>
          <a:bodyPr wrap="square" lIns="0" tIns="18288" rIns="0" bIns="18288" anchor="ctr"/>
          <a:lstStyle/>
          <a:p>
            <a:pPr algn="ctr">
              <a:lnSpc>
                <a:spcPct val="100000"/>
              </a:lnSpc>
              <a:spcBef>
                <a:spcPts val="0"/>
              </a:spcBef>
              <a:spcAft>
                <a:spcPts val="0"/>
              </a:spcAft>
            </a:pPr>
            <a:r>
              <a:rPr sz="1600" b="1" i="0">
                <a:solidFill>
                  <a:srgbClr val="62D6A8"/>
                </a:solidFill>
                <a:latin typeface="Calibri"/>
              </a:rPr>
              <a:t>→</a:t>
            </a:r>
          </a:p>
        </p:txBody>
      </p:sp>
      <p:sp>
        <p:nvSpPr>
          <p:cNvPr id="131" name="Rounded Rectangle 65">
            <a:extLst>
              <a:ext uri="{FF2B5EF4-FFF2-40B4-BE49-F238E27FC236}">
                <a16:creationId xmlns:a16="http://schemas.microsoft.com/office/drawing/2014/main" id="{97D1A5B4-EC81-3783-AC9E-222E8E6C4885}"/>
              </a:ext>
            </a:extLst>
          </p:cNvPr>
          <p:cNvSpPr/>
          <p:nvPr/>
        </p:nvSpPr>
        <p:spPr>
          <a:xfrm>
            <a:off x="10007194" y="4443984"/>
            <a:ext cx="1687982" cy="713232"/>
          </a:xfrm>
          <a:prstGeom prst="roundRect">
            <a:avLst>
              <a:gd name="adj" fmla="val 12000"/>
            </a:avLst>
          </a:prstGeom>
          <a:solidFill>
            <a:srgbClr val="20232B"/>
          </a:solidFill>
          <a:ln>
            <a:noFill/>
          </a:ln>
        </p:spPr>
        <p:txBody>
          <a:bodyPr rtlCol="0" anchor="ctr"/>
          <a:lstStyle/>
          <a:p>
            <a:pPr algn="ctr"/>
            <a:endParaRPr/>
          </a:p>
        </p:txBody>
      </p:sp>
      <p:sp>
        <p:nvSpPr>
          <p:cNvPr id="133" name="TextBox 132">
            <a:extLst>
              <a:ext uri="{FF2B5EF4-FFF2-40B4-BE49-F238E27FC236}">
                <a16:creationId xmlns:a16="http://schemas.microsoft.com/office/drawing/2014/main" id="{FF11EADF-5181-4E1C-1457-3B57EE722CF9}"/>
              </a:ext>
            </a:extLst>
          </p:cNvPr>
          <p:cNvSpPr txBox="1"/>
          <p:nvPr/>
        </p:nvSpPr>
        <p:spPr>
          <a:xfrm>
            <a:off x="10007194" y="4498848"/>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200" b="1" i="0">
                <a:solidFill>
                  <a:srgbClr val="62D6A8"/>
                </a:solidFill>
                <a:latin typeface="Calibri"/>
              </a:rPr>
              <a:t>ANSWER</a:t>
            </a:r>
          </a:p>
        </p:txBody>
      </p:sp>
      <p:sp>
        <p:nvSpPr>
          <p:cNvPr id="135" name="TextBox 134">
            <a:extLst>
              <a:ext uri="{FF2B5EF4-FFF2-40B4-BE49-F238E27FC236}">
                <a16:creationId xmlns:a16="http://schemas.microsoft.com/office/drawing/2014/main" id="{6504EF27-389A-81F9-5A20-589D9CCBAEED}"/>
              </a:ext>
            </a:extLst>
          </p:cNvPr>
          <p:cNvSpPr txBox="1"/>
          <p:nvPr/>
        </p:nvSpPr>
        <p:spPr>
          <a:xfrm>
            <a:off x="10007194" y="4791456"/>
            <a:ext cx="1687982" cy="292608"/>
          </a:xfrm>
          <a:prstGeom prst="rect">
            <a:avLst/>
          </a:prstGeom>
          <a:noFill/>
        </p:spPr>
        <p:txBody>
          <a:bodyPr wrap="square" lIns="36576" tIns="18288" rIns="36576" bIns="18288" anchor="ctr"/>
          <a:lstStyle/>
          <a:p>
            <a:pPr algn="ctr">
              <a:lnSpc>
                <a:spcPct val="100000"/>
              </a:lnSpc>
              <a:spcBef>
                <a:spcPts val="0"/>
              </a:spcBef>
              <a:spcAft>
                <a:spcPts val="0"/>
              </a:spcAft>
            </a:pPr>
            <a:r>
              <a:rPr sz="1100" b="0" i="0">
                <a:solidFill>
                  <a:srgbClr val="AEB6C2"/>
                </a:solidFill>
                <a:latin typeface="Calibri"/>
              </a:rPr>
              <a:t>completed task</a:t>
            </a:r>
          </a:p>
        </p:txBody>
      </p:sp>
      <p:sp>
        <p:nvSpPr>
          <p:cNvPr id="137" name="TextBox 136">
            <a:extLst>
              <a:ext uri="{FF2B5EF4-FFF2-40B4-BE49-F238E27FC236}">
                <a16:creationId xmlns:a16="http://schemas.microsoft.com/office/drawing/2014/main" id="{102AD3A9-8B40-BB76-F245-BDC1AAD112ED}"/>
              </a:ext>
            </a:extLst>
          </p:cNvPr>
          <p:cNvSpPr txBox="1"/>
          <p:nvPr/>
        </p:nvSpPr>
        <p:spPr>
          <a:xfrm>
            <a:off x="2331720" y="5413248"/>
            <a:ext cx="9235440" cy="292608"/>
          </a:xfrm>
          <a:prstGeom prst="rect">
            <a:avLst/>
          </a:prstGeom>
          <a:noFill/>
        </p:spPr>
        <p:txBody>
          <a:bodyPr wrap="square" lIns="36576" tIns="18288" rIns="36576" bIns="18288" anchor="t"/>
          <a:lstStyle/>
          <a:p>
            <a:pPr algn="ctr">
              <a:lnSpc>
                <a:spcPct val="100000"/>
              </a:lnSpc>
              <a:spcBef>
                <a:spcPts val="0"/>
              </a:spcBef>
              <a:spcAft>
                <a:spcPts val="0"/>
              </a:spcAft>
            </a:pPr>
            <a:r>
              <a:rPr sz="1300" b="1" i="0">
                <a:solidFill>
                  <a:srgbClr val="62D6A8"/>
                </a:solidFill>
                <a:latin typeface="Calibri"/>
              </a:rPr>
              <a:t>Plan  →  act  →  observe, and repeat with the new result until the task is done.</a:t>
            </a:r>
          </a:p>
        </p:txBody>
      </p:sp>
    </p:spTree>
    <p:extLst>
      <p:ext uri="{BB962C8B-B14F-4D97-AF65-F5344CB8AC3E}">
        <p14:creationId xmlns:p14="http://schemas.microsoft.com/office/powerpoint/2010/main" val="302625171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F884A3-E103-3809-B935-A524CB4D6796}"/>
              </a:ext>
            </a:extLst>
          </p:cNvPr>
          <p:cNvSpPr txBox="1"/>
          <p:nvPr/>
        </p:nvSpPr>
        <p:spPr>
          <a:xfrm>
            <a:off x="411480" y="201168"/>
            <a:ext cx="7315200" cy="201168"/>
          </a:xfrm>
          <a:prstGeom prst="rect">
            <a:avLst/>
          </a:prstGeom>
          <a:noFill/>
        </p:spPr>
        <p:txBody>
          <a:bodyPr wrap="square" lIns="36576" tIns="18288" rIns="36576" bIns="18288" anchor="t"/>
          <a:lstStyle/>
          <a:p>
            <a:pPr algn="l">
              <a:lnSpc>
                <a:spcPct val="100000"/>
              </a:lnSpc>
              <a:spcBef>
                <a:spcPts val="0"/>
              </a:spcBef>
              <a:spcAft>
                <a:spcPts val="0"/>
              </a:spcAft>
            </a:pPr>
            <a:r>
              <a:rPr sz="1200" b="1" i="0">
                <a:solidFill>
                  <a:srgbClr val="55D8E8"/>
                </a:solidFill>
                <a:latin typeface="Calibri"/>
              </a:rPr>
              <a:t>03.1   ·   AGENTIC FLOW</a:t>
            </a:r>
          </a:p>
        </p:txBody>
      </p:sp>
      <p:sp>
        <p:nvSpPr>
          <p:cNvPr id="3" name="TextBox 2">
            <a:extLst>
              <a:ext uri="{FF2B5EF4-FFF2-40B4-BE49-F238E27FC236}">
                <a16:creationId xmlns:a16="http://schemas.microsoft.com/office/drawing/2014/main" id="{C80E2C15-F439-9A1C-77DB-70F24BBF4744}"/>
              </a:ext>
            </a:extLst>
          </p:cNvPr>
          <p:cNvSpPr txBox="1"/>
          <p:nvPr/>
        </p:nvSpPr>
        <p:spPr>
          <a:xfrm>
            <a:off x="411480" y="402336"/>
            <a:ext cx="11338560" cy="365760"/>
          </a:xfrm>
          <a:prstGeom prst="rect">
            <a:avLst/>
          </a:prstGeom>
          <a:noFill/>
        </p:spPr>
        <p:txBody>
          <a:bodyPr wrap="square" lIns="36576" tIns="18288" rIns="36576" bIns="18288" anchor="t"/>
          <a:lstStyle/>
          <a:p>
            <a:pPr algn="l">
              <a:lnSpc>
                <a:spcPct val="100000"/>
              </a:lnSpc>
              <a:spcBef>
                <a:spcPts val="0"/>
              </a:spcBef>
              <a:spcAft>
                <a:spcPts val="0"/>
              </a:spcAft>
            </a:pPr>
            <a:r>
              <a:rPr sz="2600" b="1" i="0">
                <a:solidFill>
                  <a:srgbClr val="F5F7FA"/>
                </a:solidFill>
                <a:latin typeface="Calibri"/>
              </a:rPr>
              <a:t>One agent turn, end to end</a:t>
            </a:r>
          </a:p>
        </p:txBody>
      </p:sp>
      <p:sp>
        <p:nvSpPr>
          <p:cNvPr id="4" name="TextBox 3">
            <a:extLst>
              <a:ext uri="{FF2B5EF4-FFF2-40B4-BE49-F238E27FC236}">
                <a16:creationId xmlns:a16="http://schemas.microsoft.com/office/drawing/2014/main" id="{5ACB8BD2-1D69-373F-8B93-9385B1806E6B}"/>
              </a:ext>
            </a:extLst>
          </p:cNvPr>
          <p:cNvSpPr txBox="1"/>
          <p:nvPr/>
        </p:nvSpPr>
        <p:spPr>
          <a:xfrm>
            <a:off x="411480" y="804672"/>
            <a:ext cx="11338560" cy="256032"/>
          </a:xfrm>
          <a:prstGeom prst="rect">
            <a:avLst/>
          </a:prstGeom>
          <a:noFill/>
        </p:spPr>
        <p:txBody>
          <a:bodyPr wrap="square" lIns="36576" tIns="18288" rIns="36576" bIns="18288" anchor="t"/>
          <a:lstStyle/>
          <a:p>
            <a:pPr algn="l">
              <a:lnSpc>
                <a:spcPct val="100000"/>
              </a:lnSpc>
              <a:spcBef>
                <a:spcPts val="0"/>
              </a:spcBef>
              <a:spcAft>
                <a:spcPts val="0"/>
              </a:spcAft>
            </a:pPr>
            <a:r>
              <a:rPr sz="1300" b="0" i="0">
                <a:solidFill>
                  <a:srgbClr val="AEB6C2"/>
                </a:solidFill>
                <a:latin typeface="Calibri"/>
              </a:rPr>
              <a:t>The CPU assembles and routes the request, the best engine serves it, and tools act on the result. Then the loop repeats.</a:t>
            </a:r>
          </a:p>
        </p:txBody>
      </p:sp>
      <p:grpSp>
        <p:nvGrpSpPr>
          <p:cNvPr id="5" name="Group 4">
            <a:extLst>
              <a:ext uri="{FF2B5EF4-FFF2-40B4-BE49-F238E27FC236}">
                <a16:creationId xmlns:a16="http://schemas.microsoft.com/office/drawing/2014/main" id="{E8C4A22E-37F8-58D7-8831-596DA1B64B59}"/>
              </a:ext>
            </a:extLst>
          </p:cNvPr>
          <p:cNvGrpSpPr/>
          <p:nvPr/>
        </p:nvGrpSpPr>
        <p:grpSpPr>
          <a:xfrm>
            <a:off x="411480" y="1280160"/>
            <a:ext cx="2286000" cy="3310128"/>
            <a:chOff x="411480" y="1280160"/>
            <a:chExt cx="2286000" cy="3310128"/>
          </a:xfrm>
        </p:grpSpPr>
        <p:sp>
          <p:nvSpPr>
            <p:cNvPr id="6" name="Rounded Rectangle 5">
              <a:extLst>
                <a:ext uri="{FF2B5EF4-FFF2-40B4-BE49-F238E27FC236}">
                  <a16:creationId xmlns:a16="http://schemas.microsoft.com/office/drawing/2014/main" id="{87326EB3-2865-3D28-30AD-753EA3217469}"/>
                </a:ext>
              </a:extLst>
            </p:cNvPr>
            <p:cNvSpPr/>
            <p:nvPr/>
          </p:nvSpPr>
          <p:spPr>
            <a:xfrm>
              <a:off x="411480" y="1280160"/>
              <a:ext cx="2286000" cy="3310128"/>
            </a:xfrm>
            <a:prstGeom prst="roundRect">
              <a:avLst>
                <a:gd name="adj" fmla="val 5000"/>
              </a:avLst>
            </a:prstGeom>
            <a:solidFill>
              <a:srgbClr val="17191F"/>
            </a:solidFill>
            <a:ln w="12700">
              <a:solidFill>
                <a:srgbClr val="2B2E38"/>
              </a:solidFill>
            </a:ln>
          </p:spPr>
          <p:txBody>
            <a:bodyPr rtlCol="0" anchor="ctr"/>
            <a:lstStyle/>
            <a:p>
              <a:pPr algn="ctr"/>
              <a:endParaRPr/>
            </a:p>
          </p:txBody>
        </p:sp>
        <p:sp>
          <p:nvSpPr>
            <p:cNvPr id="7" name="Rectangle 6">
              <a:extLst>
                <a:ext uri="{FF2B5EF4-FFF2-40B4-BE49-F238E27FC236}">
                  <a16:creationId xmlns:a16="http://schemas.microsoft.com/office/drawing/2014/main" id="{8703BE62-211F-FBFF-1277-CECF53737232}"/>
                </a:ext>
              </a:extLst>
            </p:cNvPr>
            <p:cNvSpPr/>
            <p:nvPr/>
          </p:nvSpPr>
          <p:spPr>
            <a:xfrm>
              <a:off x="502920" y="1280160"/>
              <a:ext cx="2103120" cy="54864"/>
            </a:xfrm>
            <a:prstGeom prst="rect">
              <a:avLst/>
            </a:prstGeom>
            <a:solidFill>
              <a:srgbClr val="82AFFF"/>
            </a:solidFill>
            <a:ln>
              <a:noFill/>
            </a:ln>
          </p:spPr>
          <p:txBody>
            <a:bodyPr rtlCol="0" anchor="ctr"/>
            <a:lstStyle/>
            <a:p>
              <a:pPr algn="ctr"/>
              <a:endParaRPr/>
            </a:p>
          </p:txBody>
        </p:sp>
        <p:sp>
          <p:nvSpPr>
            <p:cNvPr id="8" name="TextBox 7">
              <a:extLst>
                <a:ext uri="{FF2B5EF4-FFF2-40B4-BE49-F238E27FC236}">
                  <a16:creationId xmlns:a16="http://schemas.microsoft.com/office/drawing/2014/main" id="{A4D5D3F4-7F32-09F0-983B-1199A1F85483}"/>
                </a:ext>
              </a:extLst>
            </p:cNvPr>
            <p:cNvSpPr txBox="1"/>
            <p:nvPr/>
          </p:nvSpPr>
          <p:spPr>
            <a:xfrm>
              <a:off x="539496" y="1408176"/>
              <a:ext cx="384048" cy="402336"/>
            </a:xfrm>
            <a:prstGeom prst="rect">
              <a:avLst/>
            </a:prstGeom>
            <a:noFill/>
          </p:spPr>
          <p:txBody>
            <a:bodyPr wrap="square" lIns="0" tIns="18288" rIns="0" bIns="18288" anchor="ctr"/>
            <a:lstStyle/>
            <a:p>
              <a:pPr algn="l">
                <a:lnSpc>
                  <a:spcPct val="100000"/>
                </a:lnSpc>
                <a:spcBef>
                  <a:spcPts val="0"/>
                </a:spcBef>
                <a:spcAft>
                  <a:spcPts val="0"/>
                </a:spcAft>
              </a:pPr>
              <a:r>
                <a:rPr sz="2400" b="1" i="0">
                  <a:solidFill>
                    <a:srgbClr val="82AFFF"/>
                  </a:solidFill>
                  <a:latin typeface="Calibri"/>
                </a:rPr>
                <a:t>1</a:t>
              </a:r>
            </a:p>
          </p:txBody>
        </p:sp>
        <p:sp>
          <p:nvSpPr>
            <p:cNvPr id="9" name="TextBox 8">
              <a:extLst>
                <a:ext uri="{FF2B5EF4-FFF2-40B4-BE49-F238E27FC236}">
                  <a16:creationId xmlns:a16="http://schemas.microsoft.com/office/drawing/2014/main" id="{BF1CDC20-2E9F-8209-EE9D-77B86DCC193F}"/>
                </a:ext>
              </a:extLst>
            </p:cNvPr>
            <p:cNvSpPr txBox="1"/>
            <p:nvPr/>
          </p:nvSpPr>
          <p:spPr>
            <a:xfrm>
              <a:off x="923544" y="1408176"/>
              <a:ext cx="1682496" cy="274320"/>
            </a:xfrm>
            <a:prstGeom prst="rect">
              <a:avLst/>
            </a:prstGeom>
            <a:noFill/>
          </p:spPr>
          <p:txBody>
            <a:bodyPr wrap="square" lIns="0" tIns="18288" rIns="0" bIns="18288" anchor="t"/>
            <a:lstStyle/>
            <a:p>
              <a:pPr algn="l">
                <a:lnSpc>
                  <a:spcPct val="100000"/>
                </a:lnSpc>
                <a:spcBef>
                  <a:spcPts val="0"/>
                </a:spcBef>
                <a:spcAft>
                  <a:spcPts val="0"/>
                </a:spcAft>
              </a:pPr>
              <a:r>
                <a:rPr sz="1500" b="1" i="0">
                  <a:solidFill>
                    <a:srgbClr val="F5F7FA"/>
                  </a:solidFill>
                  <a:latin typeface="Calibri"/>
                </a:rPr>
                <a:t>Request</a:t>
              </a:r>
            </a:p>
          </p:txBody>
        </p:sp>
        <p:sp>
          <p:nvSpPr>
            <p:cNvPr id="10" name="TextBox 9">
              <a:extLst>
                <a:ext uri="{FF2B5EF4-FFF2-40B4-BE49-F238E27FC236}">
                  <a16:creationId xmlns:a16="http://schemas.microsoft.com/office/drawing/2014/main" id="{EDD0412B-E9CA-4958-F6BC-889F4FBB230D}"/>
                </a:ext>
              </a:extLst>
            </p:cNvPr>
            <p:cNvSpPr txBox="1"/>
            <p:nvPr/>
          </p:nvSpPr>
          <p:spPr>
            <a:xfrm>
              <a:off x="923544" y="1682496"/>
              <a:ext cx="1682496" cy="219456"/>
            </a:xfrm>
            <a:prstGeom prst="rect">
              <a:avLst/>
            </a:prstGeom>
            <a:noFill/>
          </p:spPr>
          <p:txBody>
            <a:bodyPr wrap="square" lIns="0" tIns="18288" rIns="0" bIns="18288" anchor="t"/>
            <a:lstStyle/>
            <a:p>
              <a:pPr algn="l">
                <a:lnSpc>
                  <a:spcPct val="100000"/>
                </a:lnSpc>
                <a:spcBef>
                  <a:spcPts val="0"/>
                </a:spcBef>
                <a:spcAft>
                  <a:spcPts val="0"/>
                </a:spcAft>
              </a:pPr>
              <a:r>
                <a:rPr sz="1100" b="0" i="0">
                  <a:solidFill>
                    <a:srgbClr val="AEB6C2"/>
                  </a:solidFill>
                  <a:latin typeface="Calibri"/>
                </a:rPr>
                <a:t>assemble the context</a:t>
              </a:r>
            </a:p>
          </p:txBody>
        </p:sp>
        <p:sp>
          <p:nvSpPr>
            <p:cNvPr id="11" name="Rounded Rectangle 10">
              <a:extLst>
                <a:ext uri="{FF2B5EF4-FFF2-40B4-BE49-F238E27FC236}">
                  <a16:creationId xmlns:a16="http://schemas.microsoft.com/office/drawing/2014/main" id="{7C45B47E-AD95-9AA5-D056-1DF0060EB317}"/>
                </a:ext>
              </a:extLst>
            </p:cNvPr>
            <p:cNvSpPr/>
            <p:nvPr/>
          </p:nvSpPr>
          <p:spPr>
            <a:xfrm>
              <a:off x="539496" y="2103120"/>
              <a:ext cx="2029968" cy="438912"/>
            </a:xfrm>
            <a:prstGeom prst="roundRect">
              <a:avLst>
                <a:gd name="adj" fmla="val 14000"/>
              </a:avLst>
            </a:prstGeom>
            <a:solidFill>
              <a:srgbClr val="20232B"/>
            </a:solidFill>
            <a:ln>
              <a:noFill/>
            </a:ln>
          </p:spPr>
          <p:txBody>
            <a:bodyPr rtlCol="0" anchor="ctr"/>
            <a:lstStyle/>
            <a:p>
              <a:pPr algn="ctr"/>
              <a:endParaRPr/>
            </a:p>
          </p:txBody>
        </p:sp>
        <p:sp>
          <p:nvSpPr>
            <p:cNvPr id="12" name="TextBox 11">
              <a:extLst>
                <a:ext uri="{FF2B5EF4-FFF2-40B4-BE49-F238E27FC236}">
                  <a16:creationId xmlns:a16="http://schemas.microsoft.com/office/drawing/2014/main" id="{3E712CAA-FF38-B6DB-610E-8AE1D284E45A}"/>
                </a:ext>
              </a:extLst>
            </p:cNvPr>
            <p:cNvSpPr txBox="1"/>
            <p:nvPr/>
          </p:nvSpPr>
          <p:spPr>
            <a:xfrm>
              <a:off x="612648" y="2139696"/>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82AFFF"/>
                  </a:solidFill>
                  <a:latin typeface="Calibri"/>
                </a:rPr>
                <a:t>System</a:t>
              </a:r>
            </a:p>
          </p:txBody>
        </p:sp>
        <p:sp>
          <p:nvSpPr>
            <p:cNvPr id="13" name="TextBox 12">
              <a:extLst>
                <a:ext uri="{FF2B5EF4-FFF2-40B4-BE49-F238E27FC236}">
                  <a16:creationId xmlns:a16="http://schemas.microsoft.com/office/drawing/2014/main" id="{E4DA2982-27A4-C412-53EF-C3C2734339B6}"/>
                </a:ext>
              </a:extLst>
            </p:cNvPr>
            <p:cNvSpPr txBox="1"/>
            <p:nvPr/>
          </p:nvSpPr>
          <p:spPr>
            <a:xfrm>
              <a:off x="612648" y="2322576"/>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policy + tool schema</a:t>
              </a:r>
            </a:p>
          </p:txBody>
        </p:sp>
        <p:sp>
          <p:nvSpPr>
            <p:cNvPr id="14" name="Rounded Rectangle 13">
              <a:extLst>
                <a:ext uri="{FF2B5EF4-FFF2-40B4-BE49-F238E27FC236}">
                  <a16:creationId xmlns:a16="http://schemas.microsoft.com/office/drawing/2014/main" id="{A0FF0A43-D04B-6D04-1EE4-33F355875CE1}"/>
                </a:ext>
              </a:extLst>
            </p:cNvPr>
            <p:cNvSpPr/>
            <p:nvPr/>
          </p:nvSpPr>
          <p:spPr>
            <a:xfrm>
              <a:off x="539496" y="2596896"/>
              <a:ext cx="2029968" cy="438912"/>
            </a:xfrm>
            <a:prstGeom prst="roundRect">
              <a:avLst>
                <a:gd name="adj" fmla="val 14000"/>
              </a:avLst>
            </a:prstGeom>
            <a:solidFill>
              <a:srgbClr val="20232B"/>
            </a:solidFill>
            <a:ln>
              <a:noFill/>
            </a:ln>
          </p:spPr>
          <p:txBody>
            <a:bodyPr rtlCol="0" anchor="ctr"/>
            <a:lstStyle/>
            <a:p>
              <a:pPr algn="ctr"/>
              <a:endParaRPr/>
            </a:p>
          </p:txBody>
        </p:sp>
        <p:sp>
          <p:nvSpPr>
            <p:cNvPr id="15" name="TextBox 14">
              <a:extLst>
                <a:ext uri="{FF2B5EF4-FFF2-40B4-BE49-F238E27FC236}">
                  <a16:creationId xmlns:a16="http://schemas.microsoft.com/office/drawing/2014/main" id="{13DADD8C-5422-A6DC-3675-053E2A1E9368}"/>
                </a:ext>
              </a:extLst>
            </p:cNvPr>
            <p:cNvSpPr txBox="1"/>
            <p:nvPr/>
          </p:nvSpPr>
          <p:spPr>
            <a:xfrm>
              <a:off x="612648" y="2633472"/>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82AFFF"/>
                  </a:solidFill>
                  <a:latin typeface="Calibri"/>
                </a:rPr>
                <a:t>Instruction</a:t>
              </a:r>
            </a:p>
          </p:txBody>
        </p:sp>
        <p:sp>
          <p:nvSpPr>
            <p:cNvPr id="16" name="TextBox 15">
              <a:extLst>
                <a:ext uri="{FF2B5EF4-FFF2-40B4-BE49-F238E27FC236}">
                  <a16:creationId xmlns:a16="http://schemas.microsoft.com/office/drawing/2014/main" id="{CB0332BF-E817-20C4-0417-9949846805AE}"/>
                </a:ext>
              </a:extLst>
            </p:cNvPr>
            <p:cNvSpPr txBox="1"/>
            <p:nvPr/>
          </p:nvSpPr>
          <p:spPr>
            <a:xfrm>
              <a:off x="612648" y="2816352"/>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the user's question</a:t>
              </a:r>
            </a:p>
          </p:txBody>
        </p:sp>
        <p:sp>
          <p:nvSpPr>
            <p:cNvPr id="17" name="Rounded Rectangle 16">
              <a:extLst>
                <a:ext uri="{FF2B5EF4-FFF2-40B4-BE49-F238E27FC236}">
                  <a16:creationId xmlns:a16="http://schemas.microsoft.com/office/drawing/2014/main" id="{0A614989-6E3C-59E3-F146-14D1C8AA440D}"/>
                </a:ext>
              </a:extLst>
            </p:cNvPr>
            <p:cNvSpPr/>
            <p:nvPr/>
          </p:nvSpPr>
          <p:spPr>
            <a:xfrm>
              <a:off x="539496" y="3090672"/>
              <a:ext cx="2029968" cy="438912"/>
            </a:xfrm>
            <a:prstGeom prst="roundRect">
              <a:avLst>
                <a:gd name="adj" fmla="val 14000"/>
              </a:avLst>
            </a:prstGeom>
            <a:solidFill>
              <a:srgbClr val="20232B"/>
            </a:solidFill>
            <a:ln>
              <a:noFill/>
            </a:ln>
          </p:spPr>
          <p:txBody>
            <a:bodyPr rtlCol="0" anchor="ctr"/>
            <a:lstStyle/>
            <a:p>
              <a:pPr algn="ctr"/>
              <a:endParaRPr/>
            </a:p>
          </p:txBody>
        </p:sp>
        <p:sp>
          <p:nvSpPr>
            <p:cNvPr id="18" name="TextBox 17">
              <a:extLst>
                <a:ext uri="{FF2B5EF4-FFF2-40B4-BE49-F238E27FC236}">
                  <a16:creationId xmlns:a16="http://schemas.microsoft.com/office/drawing/2014/main" id="{A41F972B-D008-B942-A79A-798D9C88EAC6}"/>
                </a:ext>
              </a:extLst>
            </p:cNvPr>
            <p:cNvSpPr txBox="1"/>
            <p:nvPr/>
          </p:nvSpPr>
          <p:spPr>
            <a:xfrm>
              <a:off x="612648" y="3127248"/>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82AFFF"/>
                  </a:solidFill>
                  <a:latin typeface="Calibri"/>
                </a:rPr>
                <a:t>History</a:t>
              </a:r>
            </a:p>
          </p:txBody>
        </p:sp>
        <p:sp>
          <p:nvSpPr>
            <p:cNvPr id="19" name="TextBox 18">
              <a:extLst>
                <a:ext uri="{FF2B5EF4-FFF2-40B4-BE49-F238E27FC236}">
                  <a16:creationId xmlns:a16="http://schemas.microsoft.com/office/drawing/2014/main" id="{39D3F5A3-18B1-E69E-9003-1B28F819FD28}"/>
                </a:ext>
              </a:extLst>
            </p:cNvPr>
            <p:cNvSpPr txBox="1"/>
            <p:nvPr/>
          </p:nvSpPr>
          <p:spPr>
            <a:xfrm>
              <a:off x="612648" y="3310128"/>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prior thoughts + calls</a:t>
              </a:r>
            </a:p>
          </p:txBody>
        </p:sp>
        <p:sp>
          <p:nvSpPr>
            <p:cNvPr id="20" name="Rounded Rectangle 19">
              <a:extLst>
                <a:ext uri="{FF2B5EF4-FFF2-40B4-BE49-F238E27FC236}">
                  <a16:creationId xmlns:a16="http://schemas.microsoft.com/office/drawing/2014/main" id="{3566B112-A4AB-CEF9-3C7A-A410CE19A6F3}"/>
                </a:ext>
              </a:extLst>
            </p:cNvPr>
            <p:cNvSpPr/>
            <p:nvPr/>
          </p:nvSpPr>
          <p:spPr>
            <a:xfrm>
              <a:off x="539496" y="3584448"/>
              <a:ext cx="2029968" cy="438912"/>
            </a:xfrm>
            <a:prstGeom prst="roundRect">
              <a:avLst>
                <a:gd name="adj" fmla="val 14000"/>
              </a:avLst>
            </a:prstGeom>
            <a:solidFill>
              <a:srgbClr val="20232B"/>
            </a:solidFill>
            <a:ln>
              <a:noFill/>
            </a:ln>
          </p:spPr>
          <p:txBody>
            <a:bodyPr rtlCol="0" anchor="ctr"/>
            <a:lstStyle/>
            <a:p>
              <a:pPr algn="ctr"/>
              <a:endParaRPr/>
            </a:p>
          </p:txBody>
        </p:sp>
        <p:sp>
          <p:nvSpPr>
            <p:cNvPr id="21" name="TextBox 20">
              <a:extLst>
                <a:ext uri="{FF2B5EF4-FFF2-40B4-BE49-F238E27FC236}">
                  <a16:creationId xmlns:a16="http://schemas.microsoft.com/office/drawing/2014/main" id="{F57FC09E-7904-FB59-4398-BA4355238598}"/>
                </a:ext>
              </a:extLst>
            </p:cNvPr>
            <p:cNvSpPr txBox="1"/>
            <p:nvPr/>
          </p:nvSpPr>
          <p:spPr>
            <a:xfrm>
              <a:off x="612648" y="3621024"/>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82AFFF"/>
                  </a:solidFill>
                  <a:latin typeface="Calibri"/>
                </a:rPr>
                <a:t>Tool results</a:t>
              </a:r>
            </a:p>
          </p:txBody>
        </p:sp>
        <p:sp>
          <p:nvSpPr>
            <p:cNvPr id="22" name="TextBox 21">
              <a:extLst>
                <a:ext uri="{FF2B5EF4-FFF2-40B4-BE49-F238E27FC236}">
                  <a16:creationId xmlns:a16="http://schemas.microsoft.com/office/drawing/2014/main" id="{2CD06532-E1FF-C1B4-C7DD-8607336E62F1}"/>
                </a:ext>
              </a:extLst>
            </p:cNvPr>
            <p:cNvSpPr txBox="1"/>
            <p:nvPr/>
          </p:nvSpPr>
          <p:spPr>
            <a:xfrm>
              <a:off x="612648" y="3803904"/>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earlier tool output</a:t>
              </a:r>
            </a:p>
          </p:txBody>
        </p:sp>
        <p:sp>
          <p:nvSpPr>
            <p:cNvPr id="23" name="Rounded Rectangle 22">
              <a:extLst>
                <a:ext uri="{FF2B5EF4-FFF2-40B4-BE49-F238E27FC236}">
                  <a16:creationId xmlns:a16="http://schemas.microsoft.com/office/drawing/2014/main" id="{4D028EEB-47BC-9C5D-D4BE-4A57B500A203}"/>
                </a:ext>
              </a:extLst>
            </p:cNvPr>
            <p:cNvSpPr/>
            <p:nvPr/>
          </p:nvSpPr>
          <p:spPr>
            <a:xfrm>
              <a:off x="539496" y="4224528"/>
              <a:ext cx="379476" cy="237744"/>
            </a:xfrm>
            <a:prstGeom prst="roundRect">
              <a:avLst>
                <a:gd name="adj" fmla="val 50000"/>
              </a:avLst>
            </a:prstGeom>
            <a:solidFill>
              <a:srgbClr val="000000"/>
            </a:solidFill>
            <a:ln w="12700">
              <a:solidFill>
                <a:srgbClr val="82AFFF"/>
              </a:solidFill>
            </a:ln>
          </p:spPr>
          <p:txBody>
            <a:bodyPr rtlCol="0" anchor="ctr"/>
            <a:lstStyle/>
            <a:p>
              <a:pPr algn="ctr"/>
              <a:endParaRPr/>
            </a:p>
          </p:txBody>
        </p:sp>
        <p:sp>
          <p:nvSpPr>
            <p:cNvPr id="24" name="TextBox 23">
              <a:extLst>
                <a:ext uri="{FF2B5EF4-FFF2-40B4-BE49-F238E27FC236}">
                  <a16:creationId xmlns:a16="http://schemas.microsoft.com/office/drawing/2014/main" id="{12183B66-27EA-E749-DF4B-12EA3F6CD286}"/>
                </a:ext>
              </a:extLst>
            </p:cNvPr>
            <p:cNvSpPr txBox="1"/>
            <p:nvPr/>
          </p:nvSpPr>
          <p:spPr>
            <a:xfrm>
              <a:off x="539496" y="4224528"/>
              <a:ext cx="379476" cy="237744"/>
            </a:xfrm>
            <a:prstGeom prst="rect">
              <a:avLst/>
            </a:prstGeom>
            <a:noFill/>
          </p:spPr>
          <p:txBody>
            <a:bodyPr wrap="square" lIns="0" tIns="18288" rIns="0" bIns="18288" anchor="ctr"/>
            <a:lstStyle/>
            <a:p>
              <a:pPr algn="ctr">
                <a:lnSpc>
                  <a:spcPct val="100000"/>
                </a:lnSpc>
                <a:spcBef>
                  <a:spcPts val="0"/>
                </a:spcBef>
                <a:spcAft>
                  <a:spcPts val="0"/>
                </a:spcAft>
              </a:pPr>
              <a:r>
                <a:rPr sz="900" b="1" i="0">
                  <a:solidFill>
                    <a:srgbClr val="82AFFF"/>
                  </a:solidFill>
                  <a:latin typeface="Calibri"/>
                </a:rPr>
                <a:t>CPU</a:t>
              </a:r>
            </a:p>
          </p:txBody>
        </p:sp>
      </p:grpSp>
      <p:grpSp>
        <p:nvGrpSpPr>
          <p:cNvPr id="25" name="Group 24">
            <a:extLst>
              <a:ext uri="{FF2B5EF4-FFF2-40B4-BE49-F238E27FC236}">
                <a16:creationId xmlns:a16="http://schemas.microsoft.com/office/drawing/2014/main" id="{EC532B74-4E05-5BA2-0B92-BFE5AFF51EBB}"/>
              </a:ext>
            </a:extLst>
          </p:cNvPr>
          <p:cNvGrpSpPr/>
          <p:nvPr/>
        </p:nvGrpSpPr>
        <p:grpSpPr>
          <a:xfrm>
            <a:off x="2971800" y="1280160"/>
            <a:ext cx="2286000" cy="3310128"/>
            <a:chOff x="2971800" y="1280160"/>
            <a:chExt cx="2286000" cy="3310128"/>
          </a:xfrm>
        </p:grpSpPr>
        <p:sp>
          <p:nvSpPr>
            <p:cNvPr id="26" name="Rounded Rectangle 25">
              <a:extLst>
                <a:ext uri="{FF2B5EF4-FFF2-40B4-BE49-F238E27FC236}">
                  <a16:creationId xmlns:a16="http://schemas.microsoft.com/office/drawing/2014/main" id="{E34961CE-F1D3-2B6D-D473-12B94B8A8EB3}"/>
                </a:ext>
              </a:extLst>
            </p:cNvPr>
            <p:cNvSpPr/>
            <p:nvPr/>
          </p:nvSpPr>
          <p:spPr>
            <a:xfrm>
              <a:off x="2971800" y="1280160"/>
              <a:ext cx="2286000" cy="3310128"/>
            </a:xfrm>
            <a:prstGeom prst="roundRect">
              <a:avLst>
                <a:gd name="adj" fmla="val 5000"/>
              </a:avLst>
            </a:prstGeom>
            <a:solidFill>
              <a:srgbClr val="17191F"/>
            </a:solidFill>
            <a:ln w="12700">
              <a:solidFill>
                <a:srgbClr val="2B2E38"/>
              </a:solidFill>
            </a:ln>
          </p:spPr>
          <p:txBody>
            <a:bodyPr rtlCol="0" anchor="ctr"/>
            <a:lstStyle/>
            <a:p>
              <a:pPr algn="ctr"/>
              <a:endParaRPr/>
            </a:p>
          </p:txBody>
        </p:sp>
        <p:sp>
          <p:nvSpPr>
            <p:cNvPr id="27" name="Rectangle 26">
              <a:extLst>
                <a:ext uri="{FF2B5EF4-FFF2-40B4-BE49-F238E27FC236}">
                  <a16:creationId xmlns:a16="http://schemas.microsoft.com/office/drawing/2014/main" id="{9AEF1B8E-CCCE-644D-3160-9C7F38982CEC}"/>
                </a:ext>
              </a:extLst>
            </p:cNvPr>
            <p:cNvSpPr/>
            <p:nvPr/>
          </p:nvSpPr>
          <p:spPr>
            <a:xfrm>
              <a:off x="3063240" y="1280160"/>
              <a:ext cx="2103120" cy="54864"/>
            </a:xfrm>
            <a:prstGeom prst="rect">
              <a:avLst/>
            </a:prstGeom>
            <a:solidFill>
              <a:srgbClr val="55D8E8"/>
            </a:solidFill>
            <a:ln>
              <a:noFill/>
            </a:ln>
          </p:spPr>
          <p:txBody>
            <a:bodyPr rtlCol="0" anchor="ctr"/>
            <a:lstStyle/>
            <a:p>
              <a:pPr algn="ctr"/>
              <a:endParaRPr/>
            </a:p>
          </p:txBody>
        </p:sp>
        <p:sp>
          <p:nvSpPr>
            <p:cNvPr id="28" name="TextBox 27">
              <a:extLst>
                <a:ext uri="{FF2B5EF4-FFF2-40B4-BE49-F238E27FC236}">
                  <a16:creationId xmlns:a16="http://schemas.microsoft.com/office/drawing/2014/main" id="{F033FF02-264B-9008-F78D-A9632CF61F5F}"/>
                </a:ext>
              </a:extLst>
            </p:cNvPr>
            <p:cNvSpPr txBox="1"/>
            <p:nvPr/>
          </p:nvSpPr>
          <p:spPr>
            <a:xfrm>
              <a:off x="3099816" y="1408176"/>
              <a:ext cx="384048" cy="402336"/>
            </a:xfrm>
            <a:prstGeom prst="rect">
              <a:avLst/>
            </a:prstGeom>
            <a:noFill/>
          </p:spPr>
          <p:txBody>
            <a:bodyPr wrap="square" lIns="0" tIns="18288" rIns="0" bIns="18288" anchor="ctr"/>
            <a:lstStyle/>
            <a:p>
              <a:pPr algn="l">
                <a:lnSpc>
                  <a:spcPct val="100000"/>
                </a:lnSpc>
                <a:spcBef>
                  <a:spcPts val="0"/>
                </a:spcBef>
                <a:spcAft>
                  <a:spcPts val="0"/>
                </a:spcAft>
              </a:pPr>
              <a:r>
                <a:rPr sz="2400" b="1" i="0">
                  <a:solidFill>
                    <a:srgbClr val="55D8E8"/>
                  </a:solidFill>
                  <a:latin typeface="Calibri"/>
                </a:rPr>
                <a:t>2</a:t>
              </a:r>
            </a:p>
          </p:txBody>
        </p:sp>
        <p:sp>
          <p:nvSpPr>
            <p:cNvPr id="29" name="TextBox 28">
              <a:extLst>
                <a:ext uri="{FF2B5EF4-FFF2-40B4-BE49-F238E27FC236}">
                  <a16:creationId xmlns:a16="http://schemas.microsoft.com/office/drawing/2014/main" id="{69C3FB16-A791-9BD2-40F1-F6BAA48A96E1}"/>
                </a:ext>
              </a:extLst>
            </p:cNvPr>
            <p:cNvSpPr txBox="1"/>
            <p:nvPr/>
          </p:nvSpPr>
          <p:spPr>
            <a:xfrm>
              <a:off x="3483864" y="1408176"/>
              <a:ext cx="1682496" cy="274320"/>
            </a:xfrm>
            <a:prstGeom prst="rect">
              <a:avLst/>
            </a:prstGeom>
            <a:noFill/>
          </p:spPr>
          <p:txBody>
            <a:bodyPr wrap="square" lIns="0" tIns="18288" rIns="0" bIns="18288" anchor="t"/>
            <a:lstStyle/>
            <a:p>
              <a:pPr algn="l">
                <a:lnSpc>
                  <a:spcPct val="100000"/>
                </a:lnSpc>
                <a:spcBef>
                  <a:spcPts val="0"/>
                </a:spcBef>
                <a:spcAft>
                  <a:spcPts val="0"/>
                </a:spcAft>
              </a:pPr>
              <a:r>
                <a:rPr sz="1500" b="1" i="0">
                  <a:solidFill>
                    <a:srgbClr val="F5F7FA"/>
                  </a:solidFill>
                  <a:latin typeface="Calibri"/>
                </a:rPr>
                <a:t>Route + prepare</a:t>
              </a:r>
            </a:p>
          </p:txBody>
        </p:sp>
        <p:sp>
          <p:nvSpPr>
            <p:cNvPr id="30" name="TextBox 29">
              <a:extLst>
                <a:ext uri="{FF2B5EF4-FFF2-40B4-BE49-F238E27FC236}">
                  <a16:creationId xmlns:a16="http://schemas.microsoft.com/office/drawing/2014/main" id="{50F838DB-058A-691E-E67E-BC2CE080FC93}"/>
                </a:ext>
              </a:extLst>
            </p:cNvPr>
            <p:cNvSpPr txBox="1"/>
            <p:nvPr/>
          </p:nvSpPr>
          <p:spPr>
            <a:xfrm>
              <a:off x="3483864" y="1682496"/>
              <a:ext cx="1682496" cy="219456"/>
            </a:xfrm>
            <a:prstGeom prst="rect">
              <a:avLst/>
            </a:prstGeom>
            <a:noFill/>
          </p:spPr>
          <p:txBody>
            <a:bodyPr wrap="square" lIns="0" tIns="18288" rIns="0" bIns="18288" anchor="t"/>
            <a:lstStyle/>
            <a:p>
              <a:pPr algn="l">
                <a:lnSpc>
                  <a:spcPct val="100000"/>
                </a:lnSpc>
                <a:spcBef>
                  <a:spcPts val="0"/>
                </a:spcBef>
                <a:spcAft>
                  <a:spcPts val="0"/>
                </a:spcAft>
              </a:pPr>
              <a:r>
                <a:rPr sz="1100" b="0" i="0">
                  <a:solidFill>
                    <a:srgbClr val="AEB6C2"/>
                  </a:solidFill>
                  <a:latin typeface="Calibri"/>
                </a:rPr>
                <a:t>pick the model, build tokens</a:t>
              </a:r>
            </a:p>
          </p:txBody>
        </p:sp>
        <p:sp>
          <p:nvSpPr>
            <p:cNvPr id="31" name="Rounded Rectangle 30">
              <a:extLst>
                <a:ext uri="{FF2B5EF4-FFF2-40B4-BE49-F238E27FC236}">
                  <a16:creationId xmlns:a16="http://schemas.microsoft.com/office/drawing/2014/main" id="{B4F04EE3-7730-9B3A-D044-6152B075E3A5}"/>
                </a:ext>
              </a:extLst>
            </p:cNvPr>
            <p:cNvSpPr/>
            <p:nvPr/>
          </p:nvSpPr>
          <p:spPr>
            <a:xfrm>
              <a:off x="3099816" y="2103120"/>
              <a:ext cx="2029968" cy="566928"/>
            </a:xfrm>
            <a:prstGeom prst="roundRect">
              <a:avLst>
                <a:gd name="adj" fmla="val 14000"/>
              </a:avLst>
            </a:prstGeom>
            <a:solidFill>
              <a:srgbClr val="20232B"/>
            </a:solidFill>
            <a:ln>
              <a:noFill/>
            </a:ln>
          </p:spPr>
          <p:txBody>
            <a:bodyPr rtlCol="0" anchor="ctr"/>
            <a:lstStyle/>
            <a:p>
              <a:pPr algn="ctr"/>
              <a:endParaRPr/>
            </a:p>
          </p:txBody>
        </p:sp>
        <p:sp>
          <p:nvSpPr>
            <p:cNvPr id="32" name="TextBox 31">
              <a:extLst>
                <a:ext uri="{FF2B5EF4-FFF2-40B4-BE49-F238E27FC236}">
                  <a16:creationId xmlns:a16="http://schemas.microsoft.com/office/drawing/2014/main" id="{95C3FD8E-C837-7870-8230-19C9778FE71F}"/>
                </a:ext>
              </a:extLst>
            </p:cNvPr>
            <p:cNvSpPr txBox="1"/>
            <p:nvPr/>
          </p:nvSpPr>
          <p:spPr>
            <a:xfrm>
              <a:off x="3172968" y="2139696"/>
              <a:ext cx="1883664" cy="265176"/>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55D8E8"/>
                  </a:solidFill>
                  <a:latin typeface="Calibri"/>
                </a:rPr>
                <a:t>Semantic router</a:t>
              </a:r>
            </a:p>
          </p:txBody>
        </p:sp>
        <p:sp>
          <p:nvSpPr>
            <p:cNvPr id="33" name="TextBox 32">
              <a:extLst>
                <a:ext uri="{FF2B5EF4-FFF2-40B4-BE49-F238E27FC236}">
                  <a16:creationId xmlns:a16="http://schemas.microsoft.com/office/drawing/2014/main" id="{A1FD0CA2-58E6-9724-BEE4-4915B366FFD5}"/>
                </a:ext>
              </a:extLst>
            </p:cNvPr>
            <p:cNvSpPr txBox="1"/>
            <p:nvPr/>
          </p:nvSpPr>
          <p:spPr>
            <a:xfrm>
              <a:off x="3172968" y="2386584"/>
              <a:ext cx="1883664" cy="246888"/>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right model per request</a:t>
              </a:r>
            </a:p>
          </p:txBody>
        </p:sp>
        <p:sp>
          <p:nvSpPr>
            <p:cNvPr id="34" name="Rounded Rectangle 33">
              <a:extLst>
                <a:ext uri="{FF2B5EF4-FFF2-40B4-BE49-F238E27FC236}">
                  <a16:creationId xmlns:a16="http://schemas.microsoft.com/office/drawing/2014/main" id="{720C325A-0F32-1BA6-7B86-A7BE55542741}"/>
                </a:ext>
              </a:extLst>
            </p:cNvPr>
            <p:cNvSpPr/>
            <p:nvPr/>
          </p:nvSpPr>
          <p:spPr>
            <a:xfrm>
              <a:off x="3099816" y="2743200"/>
              <a:ext cx="2029968" cy="566928"/>
            </a:xfrm>
            <a:prstGeom prst="roundRect">
              <a:avLst>
                <a:gd name="adj" fmla="val 14000"/>
              </a:avLst>
            </a:prstGeom>
            <a:solidFill>
              <a:srgbClr val="20232B"/>
            </a:solidFill>
            <a:ln>
              <a:noFill/>
            </a:ln>
          </p:spPr>
          <p:txBody>
            <a:bodyPr rtlCol="0" anchor="ctr"/>
            <a:lstStyle/>
            <a:p>
              <a:pPr algn="ctr"/>
              <a:endParaRPr/>
            </a:p>
          </p:txBody>
        </p:sp>
        <p:sp>
          <p:nvSpPr>
            <p:cNvPr id="35" name="TextBox 34">
              <a:extLst>
                <a:ext uri="{FF2B5EF4-FFF2-40B4-BE49-F238E27FC236}">
                  <a16:creationId xmlns:a16="http://schemas.microsoft.com/office/drawing/2014/main" id="{A052966B-BE1F-E2DA-78C1-D9B48C3DD478}"/>
                </a:ext>
              </a:extLst>
            </p:cNvPr>
            <p:cNvSpPr txBox="1"/>
            <p:nvPr/>
          </p:nvSpPr>
          <p:spPr>
            <a:xfrm>
              <a:off x="3172968" y="2779776"/>
              <a:ext cx="1883664" cy="265176"/>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55D8E8"/>
                  </a:solidFill>
                  <a:latin typeface="Calibri"/>
                </a:rPr>
                <a:t>Chat template</a:t>
              </a:r>
            </a:p>
          </p:txBody>
        </p:sp>
        <p:sp>
          <p:nvSpPr>
            <p:cNvPr id="36" name="TextBox 35">
              <a:extLst>
                <a:ext uri="{FF2B5EF4-FFF2-40B4-BE49-F238E27FC236}">
                  <a16:creationId xmlns:a16="http://schemas.microsoft.com/office/drawing/2014/main" id="{DF91E0D9-34B1-DA8C-7866-C30AA4902F8C}"/>
                </a:ext>
              </a:extLst>
            </p:cNvPr>
            <p:cNvSpPr txBox="1"/>
            <p:nvPr/>
          </p:nvSpPr>
          <p:spPr>
            <a:xfrm>
              <a:off x="3172968" y="3026664"/>
              <a:ext cx="1883664" cy="246888"/>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roles → token ids</a:t>
              </a:r>
            </a:p>
          </p:txBody>
        </p:sp>
        <p:sp>
          <p:nvSpPr>
            <p:cNvPr id="37" name="Rounded Rectangle 36">
              <a:extLst>
                <a:ext uri="{FF2B5EF4-FFF2-40B4-BE49-F238E27FC236}">
                  <a16:creationId xmlns:a16="http://schemas.microsoft.com/office/drawing/2014/main" id="{2B9400EC-5FC5-650E-F882-B2CEB8180E78}"/>
                </a:ext>
              </a:extLst>
            </p:cNvPr>
            <p:cNvSpPr/>
            <p:nvPr/>
          </p:nvSpPr>
          <p:spPr>
            <a:xfrm>
              <a:off x="3099816" y="3383280"/>
              <a:ext cx="2029968" cy="566928"/>
            </a:xfrm>
            <a:prstGeom prst="roundRect">
              <a:avLst>
                <a:gd name="adj" fmla="val 14000"/>
              </a:avLst>
            </a:prstGeom>
            <a:solidFill>
              <a:srgbClr val="20232B"/>
            </a:solidFill>
            <a:ln>
              <a:noFill/>
            </a:ln>
          </p:spPr>
          <p:txBody>
            <a:bodyPr rtlCol="0" anchor="ctr"/>
            <a:lstStyle/>
            <a:p>
              <a:pPr algn="ctr"/>
              <a:endParaRPr/>
            </a:p>
          </p:txBody>
        </p:sp>
        <p:sp>
          <p:nvSpPr>
            <p:cNvPr id="38" name="TextBox 37">
              <a:extLst>
                <a:ext uri="{FF2B5EF4-FFF2-40B4-BE49-F238E27FC236}">
                  <a16:creationId xmlns:a16="http://schemas.microsoft.com/office/drawing/2014/main" id="{AC946DA9-4BA6-F751-06D8-ACEC4BB9ACBF}"/>
                </a:ext>
              </a:extLst>
            </p:cNvPr>
            <p:cNvSpPr txBox="1"/>
            <p:nvPr/>
          </p:nvSpPr>
          <p:spPr>
            <a:xfrm>
              <a:off x="3172968" y="3419856"/>
              <a:ext cx="1883664" cy="265176"/>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55D8E8"/>
                  </a:solidFill>
                  <a:latin typeface="Calibri"/>
                </a:rPr>
                <a:t>Prefix-cache check</a:t>
              </a:r>
            </a:p>
          </p:txBody>
        </p:sp>
        <p:sp>
          <p:nvSpPr>
            <p:cNvPr id="39" name="TextBox 38">
              <a:extLst>
                <a:ext uri="{FF2B5EF4-FFF2-40B4-BE49-F238E27FC236}">
                  <a16:creationId xmlns:a16="http://schemas.microsoft.com/office/drawing/2014/main" id="{AAC26F51-E825-68AA-5FD8-16205FDE896D}"/>
                </a:ext>
              </a:extLst>
            </p:cNvPr>
            <p:cNvSpPr txBox="1"/>
            <p:nvPr/>
          </p:nvSpPr>
          <p:spPr>
            <a:xfrm>
              <a:off x="3172968" y="3666744"/>
              <a:ext cx="1883664" cy="246888"/>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hit reuses KV, miss prefills</a:t>
              </a:r>
            </a:p>
          </p:txBody>
        </p:sp>
        <p:sp>
          <p:nvSpPr>
            <p:cNvPr id="40" name="Rounded Rectangle 39">
              <a:extLst>
                <a:ext uri="{FF2B5EF4-FFF2-40B4-BE49-F238E27FC236}">
                  <a16:creationId xmlns:a16="http://schemas.microsoft.com/office/drawing/2014/main" id="{32C46E88-D26E-451D-0022-59754E79DB8A}"/>
                </a:ext>
              </a:extLst>
            </p:cNvPr>
            <p:cNvSpPr/>
            <p:nvPr/>
          </p:nvSpPr>
          <p:spPr>
            <a:xfrm>
              <a:off x="3099816" y="4224528"/>
              <a:ext cx="379476" cy="237744"/>
            </a:xfrm>
            <a:prstGeom prst="roundRect">
              <a:avLst>
                <a:gd name="adj" fmla="val 50000"/>
              </a:avLst>
            </a:prstGeom>
            <a:solidFill>
              <a:srgbClr val="000000"/>
            </a:solidFill>
            <a:ln w="12700">
              <a:solidFill>
                <a:srgbClr val="55D8E8"/>
              </a:solidFill>
            </a:ln>
          </p:spPr>
          <p:txBody>
            <a:bodyPr rtlCol="0" anchor="ctr"/>
            <a:lstStyle/>
            <a:p>
              <a:pPr algn="ctr"/>
              <a:endParaRPr/>
            </a:p>
          </p:txBody>
        </p:sp>
        <p:sp>
          <p:nvSpPr>
            <p:cNvPr id="41" name="TextBox 40">
              <a:extLst>
                <a:ext uri="{FF2B5EF4-FFF2-40B4-BE49-F238E27FC236}">
                  <a16:creationId xmlns:a16="http://schemas.microsoft.com/office/drawing/2014/main" id="{6465AFA7-F91C-34BF-AE68-FD1B4D8769E5}"/>
                </a:ext>
              </a:extLst>
            </p:cNvPr>
            <p:cNvSpPr txBox="1"/>
            <p:nvPr/>
          </p:nvSpPr>
          <p:spPr>
            <a:xfrm>
              <a:off x="3099816" y="4224528"/>
              <a:ext cx="379476" cy="237744"/>
            </a:xfrm>
            <a:prstGeom prst="rect">
              <a:avLst/>
            </a:prstGeom>
            <a:noFill/>
          </p:spPr>
          <p:txBody>
            <a:bodyPr wrap="square" lIns="0" tIns="18288" rIns="0" bIns="18288" anchor="ctr"/>
            <a:lstStyle/>
            <a:p>
              <a:pPr algn="ctr">
                <a:lnSpc>
                  <a:spcPct val="100000"/>
                </a:lnSpc>
                <a:spcBef>
                  <a:spcPts val="0"/>
                </a:spcBef>
                <a:spcAft>
                  <a:spcPts val="0"/>
                </a:spcAft>
              </a:pPr>
              <a:r>
                <a:rPr sz="900" b="1" i="0">
                  <a:solidFill>
                    <a:srgbClr val="55D8E8"/>
                  </a:solidFill>
                  <a:latin typeface="Calibri"/>
                </a:rPr>
                <a:t>CPU</a:t>
              </a:r>
            </a:p>
          </p:txBody>
        </p:sp>
      </p:grpSp>
      <p:grpSp>
        <p:nvGrpSpPr>
          <p:cNvPr id="42" name="Group 41">
            <a:extLst>
              <a:ext uri="{FF2B5EF4-FFF2-40B4-BE49-F238E27FC236}">
                <a16:creationId xmlns:a16="http://schemas.microsoft.com/office/drawing/2014/main" id="{F071763B-9B04-3B80-40FA-374CE0A77F8E}"/>
              </a:ext>
            </a:extLst>
          </p:cNvPr>
          <p:cNvGrpSpPr/>
          <p:nvPr/>
        </p:nvGrpSpPr>
        <p:grpSpPr>
          <a:xfrm>
            <a:off x="5532120" y="1280160"/>
            <a:ext cx="3639312" cy="3310128"/>
            <a:chOff x="5532120" y="1280160"/>
            <a:chExt cx="3639312" cy="3310128"/>
          </a:xfrm>
        </p:grpSpPr>
        <p:sp>
          <p:nvSpPr>
            <p:cNvPr id="43" name="Rounded Rectangle 42">
              <a:extLst>
                <a:ext uri="{FF2B5EF4-FFF2-40B4-BE49-F238E27FC236}">
                  <a16:creationId xmlns:a16="http://schemas.microsoft.com/office/drawing/2014/main" id="{212001C1-B718-E6B4-83BC-DFB15A475439}"/>
                </a:ext>
              </a:extLst>
            </p:cNvPr>
            <p:cNvSpPr/>
            <p:nvPr/>
          </p:nvSpPr>
          <p:spPr>
            <a:xfrm>
              <a:off x="5532120" y="1280160"/>
              <a:ext cx="3639312" cy="3310128"/>
            </a:xfrm>
            <a:prstGeom prst="roundRect">
              <a:avLst>
                <a:gd name="adj" fmla="val 5000"/>
              </a:avLst>
            </a:prstGeom>
            <a:solidFill>
              <a:srgbClr val="17191F"/>
            </a:solidFill>
            <a:ln w="12700">
              <a:solidFill>
                <a:srgbClr val="2B2E38"/>
              </a:solidFill>
            </a:ln>
          </p:spPr>
          <p:txBody>
            <a:bodyPr rtlCol="0" anchor="ctr"/>
            <a:lstStyle/>
            <a:p>
              <a:pPr algn="ctr"/>
              <a:endParaRPr/>
            </a:p>
          </p:txBody>
        </p:sp>
        <p:sp>
          <p:nvSpPr>
            <p:cNvPr id="44" name="Rectangle 43">
              <a:extLst>
                <a:ext uri="{FF2B5EF4-FFF2-40B4-BE49-F238E27FC236}">
                  <a16:creationId xmlns:a16="http://schemas.microsoft.com/office/drawing/2014/main" id="{9ADA286B-60C6-E355-B459-2F0F22672313}"/>
                </a:ext>
              </a:extLst>
            </p:cNvPr>
            <p:cNvSpPr/>
            <p:nvPr/>
          </p:nvSpPr>
          <p:spPr>
            <a:xfrm>
              <a:off x="5623560" y="1280160"/>
              <a:ext cx="3456432" cy="54864"/>
            </a:xfrm>
            <a:prstGeom prst="rect">
              <a:avLst/>
            </a:prstGeom>
            <a:solidFill>
              <a:srgbClr val="F06521"/>
            </a:solidFill>
            <a:ln>
              <a:noFill/>
            </a:ln>
          </p:spPr>
          <p:txBody>
            <a:bodyPr rtlCol="0" anchor="ctr"/>
            <a:lstStyle/>
            <a:p>
              <a:pPr algn="ctr"/>
              <a:endParaRPr/>
            </a:p>
          </p:txBody>
        </p:sp>
        <p:sp>
          <p:nvSpPr>
            <p:cNvPr id="45" name="TextBox 44">
              <a:extLst>
                <a:ext uri="{FF2B5EF4-FFF2-40B4-BE49-F238E27FC236}">
                  <a16:creationId xmlns:a16="http://schemas.microsoft.com/office/drawing/2014/main" id="{A5E9FD5B-F226-3B02-24CC-0FD52D5B4910}"/>
                </a:ext>
              </a:extLst>
            </p:cNvPr>
            <p:cNvSpPr txBox="1"/>
            <p:nvPr/>
          </p:nvSpPr>
          <p:spPr>
            <a:xfrm>
              <a:off x="5660136" y="1408176"/>
              <a:ext cx="384048" cy="402336"/>
            </a:xfrm>
            <a:prstGeom prst="rect">
              <a:avLst/>
            </a:prstGeom>
            <a:noFill/>
          </p:spPr>
          <p:txBody>
            <a:bodyPr wrap="square" lIns="0" tIns="18288" rIns="0" bIns="18288" anchor="ctr"/>
            <a:lstStyle/>
            <a:p>
              <a:pPr algn="l">
                <a:lnSpc>
                  <a:spcPct val="100000"/>
                </a:lnSpc>
                <a:spcBef>
                  <a:spcPts val="0"/>
                </a:spcBef>
                <a:spcAft>
                  <a:spcPts val="0"/>
                </a:spcAft>
              </a:pPr>
              <a:r>
                <a:rPr sz="2400" b="1" i="0">
                  <a:solidFill>
                    <a:srgbClr val="F06521"/>
                  </a:solidFill>
                  <a:latin typeface="Calibri"/>
                </a:rPr>
                <a:t>3</a:t>
              </a:r>
            </a:p>
          </p:txBody>
        </p:sp>
        <p:sp>
          <p:nvSpPr>
            <p:cNvPr id="46" name="TextBox 45">
              <a:extLst>
                <a:ext uri="{FF2B5EF4-FFF2-40B4-BE49-F238E27FC236}">
                  <a16:creationId xmlns:a16="http://schemas.microsoft.com/office/drawing/2014/main" id="{1E0578B6-D6C9-64F8-C0FA-A87DCF6EC5D6}"/>
                </a:ext>
              </a:extLst>
            </p:cNvPr>
            <p:cNvSpPr txBox="1"/>
            <p:nvPr/>
          </p:nvSpPr>
          <p:spPr>
            <a:xfrm>
              <a:off x="6044184" y="1408176"/>
              <a:ext cx="3035808" cy="274320"/>
            </a:xfrm>
            <a:prstGeom prst="rect">
              <a:avLst/>
            </a:prstGeom>
            <a:noFill/>
          </p:spPr>
          <p:txBody>
            <a:bodyPr wrap="square" lIns="0" tIns="18288" rIns="0" bIns="18288" anchor="t"/>
            <a:lstStyle/>
            <a:p>
              <a:pPr algn="l">
                <a:lnSpc>
                  <a:spcPct val="100000"/>
                </a:lnSpc>
                <a:spcBef>
                  <a:spcPts val="0"/>
                </a:spcBef>
                <a:spcAft>
                  <a:spcPts val="0"/>
                </a:spcAft>
              </a:pPr>
              <a:r>
                <a:rPr sz="1500" b="1" i="0">
                  <a:solidFill>
                    <a:srgbClr val="F5F7FA"/>
                  </a:solidFill>
                  <a:latin typeface="Calibri"/>
                </a:rPr>
                <a:t>Serve</a:t>
              </a:r>
            </a:p>
          </p:txBody>
        </p:sp>
        <p:sp>
          <p:nvSpPr>
            <p:cNvPr id="47" name="TextBox 46">
              <a:extLst>
                <a:ext uri="{FF2B5EF4-FFF2-40B4-BE49-F238E27FC236}">
                  <a16:creationId xmlns:a16="http://schemas.microsoft.com/office/drawing/2014/main" id="{B2BA8FBD-C990-AAE3-BBAF-1B1004A5E6A4}"/>
                </a:ext>
              </a:extLst>
            </p:cNvPr>
            <p:cNvSpPr txBox="1"/>
            <p:nvPr/>
          </p:nvSpPr>
          <p:spPr>
            <a:xfrm>
              <a:off x="6044184" y="1682496"/>
              <a:ext cx="3035808" cy="219456"/>
            </a:xfrm>
            <a:prstGeom prst="rect">
              <a:avLst/>
            </a:prstGeom>
            <a:noFill/>
          </p:spPr>
          <p:txBody>
            <a:bodyPr wrap="square" lIns="0" tIns="18288" rIns="0" bIns="18288" anchor="t"/>
            <a:lstStyle/>
            <a:p>
              <a:pPr algn="l">
                <a:lnSpc>
                  <a:spcPct val="100000"/>
                </a:lnSpc>
                <a:spcBef>
                  <a:spcPts val="0"/>
                </a:spcBef>
                <a:spcAft>
                  <a:spcPts val="0"/>
                </a:spcAft>
              </a:pPr>
              <a:r>
                <a:rPr sz="1100" b="0" i="0">
                  <a:solidFill>
                    <a:srgbClr val="AEB6C2"/>
                  </a:solidFill>
                  <a:latin typeface="Calibri"/>
                </a:rPr>
                <a:t>one model call, on the best engine</a:t>
              </a:r>
            </a:p>
          </p:txBody>
        </p:sp>
        <p:sp>
          <p:nvSpPr>
            <p:cNvPr id="48" name="TextBox 47">
              <a:extLst>
                <a:ext uri="{FF2B5EF4-FFF2-40B4-BE49-F238E27FC236}">
                  <a16:creationId xmlns:a16="http://schemas.microsoft.com/office/drawing/2014/main" id="{ECF5BA9E-E0FB-B22C-A3A8-F45204626F85}"/>
                </a:ext>
              </a:extLst>
            </p:cNvPr>
            <p:cNvSpPr txBox="1"/>
            <p:nvPr/>
          </p:nvSpPr>
          <p:spPr>
            <a:xfrm>
              <a:off x="5660136" y="2011680"/>
              <a:ext cx="3383280" cy="182880"/>
            </a:xfrm>
            <a:prstGeom prst="rect">
              <a:avLst/>
            </a:prstGeom>
            <a:noFill/>
          </p:spPr>
          <p:txBody>
            <a:bodyPr wrap="square" lIns="0" tIns="18288" rIns="0" bIns="18288" anchor="t"/>
            <a:lstStyle/>
            <a:p>
              <a:pPr algn="l">
                <a:lnSpc>
                  <a:spcPct val="100000"/>
                </a:lnSpc>
                <a:spcBef>
                  <a:spcPts val="0"/>
                </a:spcBef>
                <a:spcAft>
                  <a:spcPts val="0"/>
                </a:spcAft>
              </a:pPr>
              <a:r>
                <a:rPr sz="900" b="1" i="0">
                  <a:solidFill>
                    <a:srgbClr val="8A919E"/>
                  </a:solidFill>
                  <a:latin typeface="Calibri"/>
                </a:rPr>
                <a:t>ENGINE</a:t>
              </a:r>
            </a:p>
          </p:txBody>
        </p:sp>
        <p:sp>
          <p:nvSpPr>
            <p:cNvPr id="49" name="Rounded Rectangle 48">
              <a:extLst>
                <a:ext uri="{FF2B5EF4-FFF2-40B4-BE49-F238E27FC236}">
                  <a16:creationId xmlns:a16="http://schemas.microsoft.com/office/drawing/2014/main" id="{8988EDBF-51B6-DDBE-3BCE-D920DFDF801A}"/>
                </a:ext>
              </a:extLst>
            </p:cNvPr>
            <p:cNvSpPr/>
            <p:nvPr/>
          </p:nvSpPr>
          <p:spPr>
            <a:xfrm>
              <a:off x="5660136" y="2212848"/>
              <a:ext cx="1078992" cy="512064"/>
            </a:xfrm>
            <a:prstGeom prst="roundRect">
              <a:avLst>
                <a:gd name="adj" fmla="val 14000"/>
              </a:avLst>
            </a:prstGeom>
            <a:solidFill>
              <a:srgbClr val="20232B"/>
            </a:solidFill>
            <a:ln>
              <a:noFill/>
            </a:ln>
          </p:spPr>
          <p:txBody>
            <a:bodyPr rtlCol="0" anchor="ctr"/>
            <a:lstStyle/>
            <a:p>
              <a:pPr algn="ctr"/>
              <a:endParaRPr/>
            </a:p>
          </p:txBody>
        </p:sp>
        <p:sp>
          <p:nvSpPr>
            <p:cNvPr id="50" name="TextBox 49">
              <a:extLst>
                <a:ext uri="{FF2B5EF4-FFF2-40B4-BE49-F238E27FC236}">
                  <a16:creationId xmlns:a16="http://schemas.microsoft.com/office/drawing/2014/main" id="{58B89647-AB18-40D2-90DB-8A14583AFF6D}"/>
                </a:ext>
              </a:extLst>
            </p:cNvPr>
            <p:cNvSpPr txBox="1"/>
            <p:nvPr/>
          </p:nvSpPr>
          <p:spPr>
            <a:xfrm>
              <a:off x="5733288" y="2249424"/>
              <a:ext cx="932688" cy="237744"/>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F06521"/>
                  </a:solidFill>
                  <a:latin typeface="Calibri"/>
                </a:rPr>
                <a:t>AMD PACE</a:t>
              </a:r>
            </a:p>
          </p:txBody>
        </p:sp>
        <p:sp>
          <p:nvSpPr>
            <p:cNvPr id="51" name="TextBox 50">
              <a:extLst>
                <a:ext uri="{FF2B5EF4-FFF2-40B4-BE49-F238E27FC236}">
                  <a16:creationId xmlns:a16="http://schemas.microsoft.com/office/drawing/2014/main" id="{51DBD00B-6B72-F7DF-0C68-0795E7DB6AC6}"/>
                </a:ext>
              </a:extLst>
            </p:cNvPr>
            <p:cNvSpPr txBox="1"/>
            <p:nvPr/>
          </p:nvSpPr>
          <p:spPr>
            <a:xfrm>
              <a:off x="5733288" y="2468880"/>
              <a:ext cx="932688" cy="219456"/>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EPYC CPU</a:t>
              </a:r>
            </a:p>
          </p:txBody>
        </p:sp>
        <p:sp>
          <p:nvSpPr>
            <p:cNvPr id="52" name="Rounded Rectangle 51">
              <a:extLst>
                <a:ext uri="{FF2B5EF4-FFF2-40B4-BE49-F238E27FC236}">
                  <a16:creationId xmlns:a16="http://schemas.microsoft.com/office/drawing/2014/main" id="{11592825-55DB-18C1-F2E7-D53D1F53405F}"/>
                </a:ext>
              </a:extLst>
            </p:cNvPr>
            <p:cNvSpPr/>
            <p:nvPr/>
          </p:nvSpPr>
          <p:spPr>
            <a:xfrm>
              <a:off x="6812280" y="2212848"/>
              <a:ext cx="1078992" cy="512064"/>
            </a:xfrm>
            <a:prstGeom prst="roundRect">
              <a:avLst>
                <a:gd name="adj" fmla="val 14000"/>
              </a:avLst>
            </a:prstGeom>
            <a:solidFill>
              <a:srgbClr val="20232B"/>
            </a:solidFill>
            <a:ln>
              <a:noFill/>
            </a:ln>
          </p:spPr>
          <p:txBody>
            <a:bodyPr rtlCol="0" anchor="ctr"/>
            <a:lstStyle/>
            <a:p>
              <a:pPr algn="ctr"/>
              <a:endParaRPr/>
            </a:p>
          </p:txBody>
        </p:sp>
        <p:sp>
          <p:nvSpPr>
            <p:cNvPr id="53" name="TextBox 52">
              <a:extLst>
                <a:ext uri="{FF2B5EF4-FFF2-40B4-BE49-F238E27FC236}">
                  <a16:creationId xmlns:a16="http://schemas.microsoft.com/office/drawing/2014/main" id="{1D168D40-8102-EFC3-BC4C-689CB41E4336}"/>
                </a:ext>
              </a:extLst>
            </p:cNvPr>
            <p:cNvSpPr txBox="1"/>
            <p:nvPr/>
          </p:nvSpPr>
          <p:spPr>
            <a:xfrm>
              <a:off x="6885432" y="2249424"/>
              <a:ext cx="932688" cy="237744"/>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F06521"/>
                  </a:solidFill>
                  <a:latin typeface="Calibri"/>
                </a:rPr>
                <a:t>vLLM</a:t>
              </a:r>
            </a:p>
          </p:txBody>
        </p:sp>
        <p:sp>
          <p:nvSpPr>
            <p:cNvPr id="54" name="TextBox 53">
              <a:extLst>
                <a:ext uri="{FF2B5EF4-FFF2-40B4-BE49-F238E27FC236}">
                  <a16:creationId xmlns:a16="http://schemas.microsoft.com/office/drawing/2014/main" id="{7AE30D3C-EBC1-58FB-CC68-C38A0EC22049}"/>
                </a:ext>
              </a:extLst>
            </p:cNvPr>
            <p:cNvSpPr txBox="1"/>
            <p:nvPr/>
          </p:nvSpPr>
          <p:spPr>
            <a:xfrm>
              <a:off x="6885432" y="2468880"/>
              <a:ext cx="932688" cy="219456"/>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Instinct GPU</a:t>
              </a:r>
            </a:p>
          </p:txBody>
        </p:sp>
        <p:sp>
          <p:nvSpPr>
            <p:cNvPr id="55" name="Rounded Rectangle 54">
              <a:extLst>
                <a:ext uri="{FF2B5EF4-FFF2-40B4-BE49-F238E27FC236}">
                  <a16:creationId xmlns:a16="http://schemas.microsoft.com/office/drawing/2014/main" id="{DED6A701-0B77-6141-6647-8D81B2B4BF73}"/>
                </a:ext>
              </a:extLst>
            </p:cNvPr>
            <p:cNvSpPr/>
            <p:nvPr/>
          </p:nvSpPr>
          <p:spPr>
            <a:xfrm>
              <a:off x="7964424" y="2212848"/>
              <a:ext cx="1078992" cy="512064"/>
            </a:xfrm>
            <a:prstGeom prst="roundRect">
              <a:avLst>
                <a:gd name="adj" fmla="val 14000"/>
              </a:avLst>
            </a:prstGeom>
            <a:solidFill>
              <a:srgbClr val="20232B"/>
            </a:solidFill>
            <a:ln>
              <a:noFill/>
            </a:ln>
          </p:spPr>
          <p:txBody>
            <a:bodyPr rtlCol="0" anchor="ctr"/>
            <a:lstStyle/>
            <a:p>
              <a:pPr algn="ctr"/>
              <a:endParaRPr/>
            </a:p>
          </p:txBody>
        </p:sp>
        <p:sp>
          <p:nvSpPr>
            <p:cNvPr id="56" name="TextBox 55">
              <a:extLst>
                <a:ext uri="{FF2B5EF4-FFF2-40B4-BE49-F238E27FC236}">
                  <a16:creationId xmlns:a16="http://schemas.microsoft.com/office/drawing/2014/main" id="{8E678386-337D-FF62-E993-2A51D4B62D03}"/>
                </a:ext>
              </a:extLst>
            </p:cNvPr>
            <p:cNvSpPr txBox="1"/>
            <p:nvPr/>
          </p:nvSpPr>
          <p:spPr>
            <a:xfrm>
              <a:off x="8037576" y="2249424"/>
              <a:ext cx="932688" cy="237744"/>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F06521"/>
                  </a:solidFill>
                  <a:latin typeface="Calibri"/>
                </a:rPr>
                <a:t>Lemonade</a:t>
              </a:r>
            </a:p>
          </p:txBody>
        </p:sp>
        <p:sp>
          <p:nvSpPr>
            <p:cNvPr id="57" name="TextBox 56">
              <a:extLst>
                <a:ext uri="{FF2B5EF4-FFF2-40B4-BE49-F238E27FC236}">
                  <a16:creationId xmlns:a16="http://schemas.microsoft.com/office/drawing/2014/main" id="{8B7E5440-5A34-7E69-C5B7-B68930F55B99}"/>
                </a:ext>
              </a:extLst>
            </p:cNvPr>
            <p:cNvSpPr txBox="1"/>
            <p:nvPr/>
          </p:nvSpPr>
          <p:spPr>
            <a:xfrm>
              <a:off x="8037576" y="2468880"/>
              <a:ext cx="932688" cy="219456"/>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Ryzen AI PC</a:t>
              </a:r>
            </a:p>
          </p:txBody>
        </p:sp>
        <p:sp>
          <p:nvSpPr>
            <p:cNvPr id="58" name="Rounded Rectangle 57">
              <a:extLst>
                <a:ext uri="{FF2B5EF4-FFF2-40B4-BE49-F238E27FC236}">
                  <a16:creationId xmlns:a16="http://schemas.microsoft.com/office/drawing/2014/main" id="{E0E360CB-7E19-D696-BB22-3C905D560911}"/>
                </a:ext>
              </a:extLst>
            </p:cNvPr>
            <p:cNvSpPr/>
            <p:nvPr/>
          </p:nvSpPr>
          <p:spPr>
            <a:xfrm>
              <a:off x="5660136" y="2798064"/>
              <a:ext cx="3383280" cy="420624"/>
            </a:xfrm>
            <a:prstGeom prst="roundRect">
              <a:avLst>
                <a:gd name="adj" fmla="val 14000"/>
              </a:avLst>
            </a:prstGeom>
            <a:solidFill>
              <a:srgbClr val="20232B"/>
            </a:solidFill>
            <a:ln>
              <a:noFill/>
            </a:ln>
          </p:spPr>
          <p:txBody>
            <a:bodyPr rtlCol="0" anchor="ctr"/>
            <a:lstStyle/>
            <a:p>
              <a:pPr algn="ctr"/>
              <a:endParaRPr/>
            </a:p>
          </p:txBody>
        </p:sp>
        <p:sp>
          <p:nvSpPr>
            <p:cNvPr id="59" name="TextBox 58">
              <a:extLst>
                <a:ext uri="{FF2B5EF4-FFF2-40B4-BE49-F238E27FC236}">
                  <a16:creationId xmlns:a16="http://schemas.microsoft.com/office/drawing/2014/main" id="{F08AE685-F1D0-8F5E-9081-FE55EBC54E79}"/>
                </a:ext>
              </a:extLst>
            </p:cNvPr>
            <p:cNvSpPr txBox="1"/>
            <p:nvPr/>
          </p:nvSpPr>
          <p:spPr>
            <a:xfrm>
              <a:off x="5733288" y="2834640"/>
              <a:ext cx="3236976" cy="192024"/>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F06521"/>
                  </a:solidFill>
                  <a:latin typeface="Calibri"/>
                </a:rPr>
                <a:t>LMCache  ·  KV tiers</a:t>
              </a:r>
            </a:p>
          </p:txBody>
        </p:sp>
        <p:sp>
          <p:nvSpPr>
            <p:cNvPr id="60" name="TextBox 59">
              <a:extLst>
                <a:ext uri="{FF2B5EF4-FFF2-40B4-BE49-F238E27FC236}">
                  <a16:creationId xmlns:a16="http://schemas.microsoft.com/office/drawing/2014/main" id="{32E81F82-846D-0256-932E-E26E14493225}"/>
                </a:ext>
              </a:extLst>
            </p:cNvPr>
            <p:cNvSpPr txBox="1"/>
            <p:nvPr/>
          </p:nvSpPr>
          <p:spPr>
            <a:xfrm>
              <a:off x="5733288" y="3008376"/>
              <a:ext cx="3236976" cy="173736"/>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GPU HBM  ↔  CPU DRAM  ↔  disk</a:t>
              </a:r>
            </a:p>
          </p:txBody>
        </p:sp>
        <p:sp>
          <p:nvSpPr>
            <p:cNvPr id="61" name="Rounded Rectangle 60">
              <a:extLst>
                <a:ext uri="{FF2B5EF4-FFF2-40B4-BE49-F238E27FC236}">
                  <a16:creationId xmlns:a16="http://schemas.microsoft.com/office/drawing/2014/main" id="{267101FE-C16B-B690-E0E1-313BF1228668}"/>
                </a:ext>
              </a:extLst>
            </p:cNvPr>
            <p:cNvSpPr/>
            <p:nvPr/>
          </p:nvSpPr>
          <p:spPr>
            <a:xfrm>
              <a:off x="5660136" y="3291840"/>
              <a:ext cx="1554480" cy="512064"/>
            </a:xfrm>
            <a:prstGeom prst="roundRect">
              <a:avLst>
                <a:gd name="adj" fmla="val 14000"/>
              </a:avLst>
            </a:prstGeom>
            <a:solidFill>
              <a:srgbClr val="20232B"/>
            </a:solidFill>
            <a:ln>
              <a:noFill/>
            </a:ln>
          </p:spPr>
          <p:txBody>
            <a:bodyPr rtlCol="0" anchor="ctr"/>
            <a:lstStyle/>
            <a:p>
              <a:pPr algn="ctr"/>
              <a:endParaRPr/>
            </a:p>
          </p:txBody>
        </p:sp>
        <p:sp>
          <p:nvSpPr>
            <p:cNvPr id="62" name="TextBox 61">
              <a:extLst>
                <a:ext uri="{FF2B5EF4-FFF2-40B4-BE49-F238E27FC236}">
                  <a16:creationId xmlns:a16="http://schemas.microsoft.com/office/drawing/2014/main" id="{3CDC55CF-92DB-2FF1-110E-B783BAEF985C}"/>
                </a:ext>
              </a:extLst>
            </p:cNvPr>
            <p:cNvSpPr txBox="1"/>
            <p:nvPr/>
          </p:nvSpPr>
          <p:spPr>
            <a:xfrm>
              <a:off x="5733288" y="3328416"/>
              <a:ext cx="1408176" cy="237744"/>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F06521"/>
                  </a:solidFill>
                  <a:latin typeface="Calibri"/>
                </a:rPr>
                <a:t>Prefill</a:t>
              </a:r>
            </a:p>
          </p:txBody>
        </p:sp>
        <p:sp>
          <p:nvSpPr>
            <p:cNvPr id="63" name="TextBox 62">
              <a:extLst>
                <a:ext uri="{FF2B5EF4-FFF2-40B4-BE49-F238E27FC236}">
                  <a16:creationId xmlns:a16="http://schemas.microsoft.com/office/drawing/2014/main" id="{3C65989B-3874-4376-A046-C73408791DE5}"/>
                </a:ext>
              </a:extLst>
            </p:cNvPr>
            <p:cNvSpPr txBox="1"/>
            <p:nvPr/>
          </p:nvSpPr>
          <p:spPr>
            <a:xfrm>
              <a:off x="5733288" y="3547872"/>
              <a:ext cx="1408176" cy="219456"/>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prompt in one pass, writes KV</a:t>
              </a:r>
            </a:p>
          </p:txBody>
        </p:sp>
        <p:sp>
          <p:nvSpPr>
            <p:cNvPr id="64" name="TextBox 63">
              <a:extLst>
                <a:ext uri="{FF2B5EF4-FFF2-40B4-BE49-F238E27FC236}">
                  <a16:creationId xmlns:a16="http://schemas.microsoft.com/office/drawing/2014/main" id="{46B9DF5B-E426-9DF8-3F44-17A8C442A549}"/>
                </a:ext>
              </a:extLst>
            </p:cNvPr>
            <p:cNvSpPr txBox="1"/>
            <p:nvPr/>
          </p:nvSpPr>
          <p:spPr>
            <a:xfrm>
              <a:off x="7214616" y="3291840"/>
              <a:ext cx="274320" cy="512064"/>
            </a:xfrm>
            <a:prstGeom prst="rect">
              <a:avLst/>
            </a:prstGeom>
            <a:noFill/>
          </p:spPr>
          <p:txBody>
            <a:bodyPr wrap="square" lIns="0" tIns="18288" rIns="0" bIns="18288" anchor="ctr"/>
            <a:lstStyle/>
            <a:p>
              <a:pPr algn="ctr">
                <a:lnSpc>
                  <a:spcPct val="100000"/>
                </a:lnSpc>
                <a:spcBef>
                  <a:spcPts val="0"/>
                </a:spcBef>
                <a:spcAft>
                  <a:spcPts val="0"/>
                </a:spcAft>
              </a:pPr>
              <a:r>
                <a:rPr sz="1400" b="1" i="0">
                  <a:solidFill>
                    <a:srgbClr val="F06521"/>
                  </a:solidFill>
                  <a:latin typeface="Calibri"/>
                </a:rPr>
                <a:t>→</a:t>
              </a:r>
            </a:p>
          </p:txBody>
        </p:sp>
        <p:sp>
          <p:nvSpPr>
            <p:cNvPr id="65" name="Rounded Rectangle 64">
              <a:extLst>
                <a:ext uri="{FF2B5EF4-FFF2-40B4-BE49-F238E27FC236}">
                  <a16:creationId xmlns:a16="http://schemas.microsoft.com/office/drawing/2014/main" id="{E5CED088-4C09-A7F1-4F51-9E4FEAE82B46}"/>
                </a:ext>
              </a:extLst>
            </p:cNvPr>
            <p:cNvSpPr/>
            <p:nvPr/>
          </p:nvSpPr>
          <p:spPr>
            <a:xfrm>
              <a:off x="7488936" y="3291840"/>
              <a:ext cx="1554480" cy="512064"/>
            </a:xfrm>
            <a:prstGeom prst="roundRect">
              <a:avLst>
                <a:gd name="adj" fmla="val 14000"/>
              </a:avLst>
            </a:prstGeom>
            <a:solidFill>
              <a:srgbClr val="20232B"/>
            </a:solidFill>
            <a:ln>
              <a:noFill/>
            </a:ln>
          </p:spPr>
          <p:txBody>
            <a:bodyPr rtlCol="0" anchor="ctr"/>
            <a:lstStyle/>
            <a:p>
              <a:pPr algn="ctr"/>
              <a:endParaRPr/>
            </a:p>
          </p:txBody>
        </p:sp>
        <p:sp>
          <p:nvSpPr>
            <p:cNvPr id="66" name="TextBox 65">
              <a:extLst>
                <a:ext uri="{FF2B5EF4-FFF2-40B4-BE49-F238E27FC236}">
                  <a16:creationId xmlns:a16="http://schemas.microsoft.com/office/drawing/2014/main" id="{98F7D2E8-0E42-96B1-C72C-4F520DC65155}"/>
                </a:ext>
              </a:extLst>
            </p:cNvPr>
            <p:cNvSpPr txBox="1"/>
            <p:nvPr/>
          </p:nvSpPr>
          <p:spPr>
            <a:xfrm>
              <a:off x="7562088" y="3328416"/>
              <a:ext cx="1408176" cy="237744"/>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F06521"/>
                  </a:solidFill>
                  <a:latin typeface="Calibri"/>
                </a:rPr>
                <a:t>Decode</a:t>
              </a:r>
            </a:p>
          </p:txBody>
        </p:sp>
        <p:sp>
          <p:nvSpPr>
            <p:cNvPr id="67" name="TextBox 66">
              <a:extLst>
                <a:ext uri="{FF2B5EF4-FFF2-40B4-BE49-F238E27FC236}">
                  <a16:creationId xmlns:a16="http://schemas.microsoft.com/office/drawing/2014/main" id="{2B2D6783-2F87-F733-3D22-50421ACB2ECE}"/>
                </a:ext>
              </a:extLst>
            </p:cNvPr>
            <p:cNvSpPr txBox="1"/>
            <p:nvPr/>
          </p:nvSpPr>
          <p:spPr>
            <a:xfrm>
              <a:off x="7562088" y="3547872"/>
              <a:ext cx="1408176" cy="219456"/>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AR or speculative, reads KV</a:t>
              </a:r>
            </a:p>
          </p:txBody>
        </p:sp>
        <p:sp>
          <p:nvSpPr>
            <p:cNvPr id="68" name="Rounded Rectangle 67">
              <a:extLst>
                <a:ext uri="{FF2B5EF4-FFF2-40B4-BE49-F238E27FC236}">
                  <a16:creationId xmlns:a16="http://schemas.microsoft.com/office/drawing/2014/main" id="{422C25EB-2FA7-ECF8-5457-7EFCAFD0AE62}"/>
                </a:ext>
              </a:extLst>
            </p:cNvPr>
            <p:cNvSpPr/>
            <p:nvPr/>
          </p:nvSpPr>
          <p:spPr>
            <a:xfrm>
              <a:off x="5660136" y="4224528"/>
              <a:ext cx="379476" cy="237744"/>
            </a:xfrm>
            <a:prstGeom prst="roundRect">
              <a:avLst>
                <a:gd name="adj" fmla="val 50000"/>
              </a:avLst>
            </a:prstGeom>
            <a:solidFill>
              <a:srgbClr val="000000"/>
            </a:solidFill>
            <a:ln w="12700">
              <a:solidFill>
                <a:srgbClr val="F06521"/>
              </a:solidFill>
            </a:ln>
          </p:spPr>
          <p:txBody>
            <a:bodyPr rtlCol="0" anchor="ctr"/>
            <a:lstStyle/>
            <a:p>
              <a:pPr algn="ctr"/>
              <a:endParaRPr/>
            </a:p>
          </p:txBody>
        </p:sp>
        <p:sp>
          <p:nvSpPr>
            <p:cNvPr id="69" name="TextBox 68">
              <a:extLst>
                <a:ext uri="{FF2B5EF4-FFF2-40B4-BE49-F238E27FC236}">
                  <a16:creationId xmlns:a16="http://schemas.microsoft.com/office/drawing/2014/main" id="{7A2C209A-E78C-8502-ABD1-FB0E732FA72D}"/>
                </a:ext>
              </a:extLst>
            </p:cNvPr>
            <p:cNvSpPr txBox="1"/>
            <p:nvPr/>
          </p:nvSpPr>
          <p:spPr>
            <a:xfrm>
              <a:off x="5660136" y="4224528"/>
              <a:ext cx="379476" cy="237744"/>
            </a:xfrm>
            <a:prstGeom prst="rect">
              <a:avLst/>
            </a:prstGeom>
            <a:noFill/>
          </p:spPr>
          <p:txBody>
            <a:bodyPr wrap="square" lIns="0" tIns="18288" rIns="0" bIns="18288" anchor="ctr"/>
            <a:lstStyle/>
            <a:p>
              <a:pPr algn="ctr">
                <a:lnSpc>
                  <a:spcPct val="100000"/>
                </a:lnSpc>
                <a:spcBef>
                  <a:spcPts val="0"/>
                </a:spcBef>
                <a:spcAft>
                  <a:spcPts val="0"/>
                </a:spcAft>
              </a:pPr>
              <a:r>
                <a:rPr sz="900" b="1" i="0">
                  <a:solidFill>
                    <a:srgbClr val="F06521"/>
                  </a:solidFill>
                  <a:latin typeface="Calibri"/>
                </a:rPr>
                <a:t>GPU</a:t>
              </a:r>
            </a:p>
          </p:txBody>
        </p:sp>
        <p:sp>
          <p:nvSpPr>
            <p:cNvPr id="70" name="Rounded Rectangle 69">
              <a:extLst>
                <a:ext uri="{FF2B5EF4-FFF2-40B4-BE49-F238E27FC236}">
                  <a16:creationId xmlns:a16="http://schemas.microsoft.com/office/drawing/2014/main" id="{12E89F0B-2ED7-A719-3416-E798205487EF}"/>
                </a:ext>
              </a:extLst>
            </p:cNvPr>
            <p:cNvSpPr/>
            <p:nvPr/>
          </p:nvSpPr>
          <p:spPr>
            <a:xfrm>
              <a:off x="6112764" y="4224528"/>
              <a:ext cx="379476" cy="237744"/>
            </a:xfrm>
            <a:prstGeom prst="roundRect">
              <a:avLst>
                <a:gd name="adj" fmla="val 50000"/>
              </a:avLst>
            </a:prstGeom>
            <a:solidFill>
              <a:srgbClr val="000000"/>
            </a:solidFill>
            <a:ln w="12700">
              <a:solidFill>
                <a:srgbClr val="F06521"/>
              </a:solidFill>
            </a:ln>
          </p:spPr>
          <p:txBody>
            <a:bodyPr rtlCol="0" anchor="ctr"/>
            <a:lstStyle/>
            <a:p>
              <a:pPr algn="ctr"/>
              <a:endParaRPr/>
            </a:p>
          </p:txBody>
        </p:sp>
        <p:sp>
          <p:nvSpPr>
            <p:cNvPr id="71" name="TextBox 70">
              <a:extLst>
                <a:ext uri="{FF2B5EF4-FFF2-40B4-BE49-F238E27FC236}">
                  <a16:creationId xmlns:a16="http://schemas.microsoft.com/office/drawing/2014/main" id="{945858E9-7F26-1C63-860C-43391ABA90A2}"/>
                </a:ext>
              </a:extLst>
            </p:cNvPr>
            <p:cNvSpPr txBox="1"/>
            <p:nvPr/>
          </p:nvSpPr>
          <p:spPr>
            <a:xfrm>
              <a:off x="6112764" y="4224528"/>
              <a:ext cx="379476" cy="237744"/>
            </a:xfrm>
            <a:prstGeom prst="rect">
              <a:avLst/>
            </a:prstGeom>
            <a:noFill/>
          </p:spPr>
          <p:txBody>
            <a:bodyPr wrap="square" lIns="0" tIns="18288" rIns="0" bIns="18288" anchor="ctr"/>
            <a:lstStyle/>
            <a:p>
              <a:pPr algn="ctr">
                <a:lnSpc>
                  <a:spcPct val="100000"/>
                </a:lnSpc>
                <a:spcBef>
                  <a:spcPts val="0"/>
                </a:spcBef>
                <a:spcAft>
                  <a:spcPts val="0"/>
                </a:spcAft>
              </a:pPr>
              <a:r>
                <a:rPr sz="900" b="1" i="0">
                  <a:solidFill>
                    <a:srgbClr val="F06521"/>
                  </a:solidFill>
                  <a:latin typeface="Calibri"/>
                </a:rPr>
                <a:t>CPU</a:t>
              </a:r>
            </a:p>
          </p:txBody>
        </p:sp>
        <p:sp>
          <p:nvSpPr>
            <p:cNvPr id="72" name="Rounded Rectangle 71">
              <a:extLst>
                <a:ext uri="{FF2B5EF4-FFF2-40B4-BE49-F238E27FC236}">
                  <a16:creationId xmlns:a16="http://schemas.microsoft.com/office/drawing/2014/main" id="{E42FBBD9-FA64-2579-057D-37FD506817C8}"/>
                </a:ext>
              </a:extLst>
            </p:cNvPr>
            <p:cNvSpPr/>
            <p:nvPr/>
          </p:nvSpPr>
          <p:spPr>
            <a:xfrm>
              <a:off x="6565392" y="4224528"/>
              <a:ext cx="379476" cy="237744"/>
            </a:xfrm>
            <a:prstGeom prst="roundRect">
              <a:avLst>
                <a:gd name="adj" fmla="val 50000"/>
              </a:avLst>
            </a:prstGeom>
            <a:solidFill>
              <a:srgbClr val="000000"/>
            </a:solidFill>
            <a:ln w="12700">
              <a:solidFill>
                <a:srgbClr val="F06521"/>
              </a:solidFill>
            </a:ln>
          </p:spPr>
          <p:txBody>
            <a:bodyPr rtlCol="0" anchor="ctr"/>
            <a:lstStyle/>
            <a:p>
              <a:pPr algn="ctr"/>
              <a:endParaRPr/>
            </a:p>
          </p:txBody>
        </p:sp>
        <p:sp>
          <p:nvSpPr>
            <p:cNvPr id="73" name="TextBox 72">
              <a:extLst>
                <a:ext uri="{FF2B5EF4-FFF2-40B4-BE49-F238E27FC236}">
                  <a16:creationId xmlns:a16="http://schemas.microsoft.com/office/drawing/2014/main" id="{3D757423-ED4E-2CEE-6606-EDAC224B6C7B}"/>
                </a:ext>
              </a:extLst>
            </p:cNvPr>
            <p:cNvSpPr txBox="1"/>
            <p:nvPr/>
          </p:nvSpPr>
          <p:spPr>
            <a:xfrm>
              <a:off x="6565392" y="4224528"/>
              <a:ext cx="379476" cy="237744"/>
            </a:xfrm>
            <a:prstGeom prst="rect">
              <a:avLst/>
            </a:prstGeom>
            <a:noFill/>
          </p:spPr>
          <p:txBody>
            <a:bodyPr wrap="square" lIns="0" tIns="18288" rIns="0" bIns="18288" anchor="ctr"/>
            <a:lstStyle/>
            <a:p>
              <a:pPr algn="ctr">
                <a:lnSpc>
                  <a:spcPct val="100000"/>
                </a:lnSpc>
                <a:spcBef>
                  <a:spcPts val="0"/>
                </a:spcBef>
                <a:spcAft>
                  <a:spcPts val="0"/>
                </a:spcAft>
              </a:pPr>
              <a:r>
                <a:rPr sz="900" b="1" i="0">
                  <a:solidFill>
                    <a:srgbClr val="F06521"/>
                  </a:solidFill>
                  <a:latin typeface="Calibri"/>
                </a:rPr>
                <a:t>NPU</a:t>
              </a:r>
            </a:p>
          </p:txBody>
        </p:sp>
      </p:grpSp>
      <p:grpSp>
        <p:nvGrpSpPr>
          <p:cNvPr id="74" name="Group 73">
            <a:extLst>
              <a:ext uri="{FF2B5EF4-FFF2-40B4-BE49-F238E27FC236}">
                <a16:creationId xmlns:a16="http://schemas.microsoft.com/office/drawing/2014/main" id="{822B51B5-7E85-3B88-A5D0-60D8B365C0DA}"/>
              </a:ext>
            </a:extLst>
          </p:cNvPr>
          <p:cNvGrpSpPr/>
          <p:nvPr/>
        </p:nvGrpSpPr>
        <p:grpSpPr>
          <a:xfrm>
            <a:off x="9445752" y="1280160"/>
            <a:ext cx="2286000" cy="3310128"/>
            <a:chOff x="9445752" y="1280160"/>
            <a:chExt cx="2286000" cy="3310128"/>
          </a:xfrm>
        </p:grpSpPr>
        <p:sp>
          <p:nvSpPr>
            <p:cNvPr id="75" name="Rounded Rectangle 74">
              <a:extLst>
                <a:ext uri="{FF2B5EF4-FFF2-40B4-BE49-F238E27FC236}">
                  <a16:creationId xmlns:a16="http://schemas.microsoft.com/office/drawing/2014/main" id="{C0174FEF-30A9-00B4-CAAC-44323B823D50}"/>
                </a:ext>
              </a:extLst>
            </p:cNvPr>
            <p:cNvSpPr/>
            <p:nvPr/>
          </p:nvSpPr>
          <p:spPr>
            <a:xfrm>
              <a:off x="9445752" y="1280160"/>
              <a:ext cx="2286000" cy="3310128"/>
            </a:xfrm>
            <a:prstGeom prst="roundRect">
              <a:avLst>
                <a:gd name="adj" fmla="val 5000"/>
              </a:avLst>
            </a:prstGeom>
            <a:solidFill>
              <a:srgbClr val="17191F"/>
            </a:solidFill>
            <a:ln w="12700">
              <a:solidFill>
                <a:srgbClr val="2B2E38"/>
              </a:solidFill>
            </a:ln>
          </p:spPr>
          <p:txBody>
            <a:bodyPr rtlCol="0" anchor="ctr"/>
            <a:lstStyle/>
            <a:p>
              <a:pPr algn="ctr"/>
              <a:endParaRPr/>
            </a:p>
          </p:txBody>
        </p:sp>
        <p:sp>
          <p:nvSpPr>
            <p:cNvPr id="76" name="Rectangle 75">
              <a:extLst>
                <a:ext uri="{FF2B5EF4-FFF2-40B4-BE49-F238E27FC236}">
                  <a16:creationId xmlns:a16="http://schemas.microsoft.com/office/drawing/2014/main" id="{94C28012-2E6B-CF9A-0ACF-3EC6694AE42E}"/>
                </a:ext>
              </a:extLst>
            </p:cNvPr>
            <p:cNvSpPr/>
            <p:nvPr/>
          </p:nvSpPr>
          <p:spPr>
            <a:xfrm>
              <a:off x="9537192" y="1280160"/>
              <a:ext cx="2103120" cy="54864"/>
            </a:xfrm>
            <a:prstGeom prst="rect">
              <a:avLst/>
            </a:prstGeom>
            <a:solidFill>
              <a:srgbClr val="62D6A8"/>
            </a:solidFill>
            <a:ln>
              <a:noFill/>
            </a:ln>
          </p:spPr>
          <p:txBody>
            <a:bodyPr rtlCol="0" anchor="ctr"/>
            <a:lstStyle/>
            <a:p>
              <a:pPr algn="ctr"/>
              <a:endParaRPr/>
            </a:p>
          </p:txBody>
        </p:sp>
        <p:sp>
          <p:nvSpPr>
            <p:cNvPr id="77" name="TextBox 76">
              <a:extLst>
                <a:ext uri="{FF2B5EF4-FFF2-40B4-BE49-F238E27FC236}">
                  <a16:creationId xmlns:a16="http://schemas.microsoft.com/office/drawing/2014/main" id="{881E80A2-5FD8-F64A-4905-CDFC525394A0}"/>
                </a:ext>
              </a:extLst>
            </p:cNvPr>
            <p:cNvSpPr txBox="1"/>
            <p:nvPr/>
          </p:nvSpPr>
          <p:spPr>
            <a:xfrm>
              <a:off x="9573768" y="1408176"/>
              <a:ext cx="384048" cy="402336"/>
            </a:xfrm>
            <a:prstGeom prst="rect">
              <a:avLst/>
            </a:prstGeom>
            <a:noFill/>
          </p:spPr>
          <p:txBody>
            <a:bodyPr wrap="square" lIns="0" tIns="18288" rIns="0" bIns="18288" anchor="ctr"/>
            <a:lstStyle/>
            <a:p>
              <a:pPr algn="l">
                <a:lnSpc>
                  <a:spcPct val="100000"/>
                </a:lnSpc>
                <a:spcBef>
                  <a:spcPts val="0"/>
                </a:spcBef>
                <a:spcAft>
                  <a:spcPts val="0"/>
                </a:spcAft>
              </a:pPr>
              <a:r>
                <a:rPr sz="2400" b="1" i="0">
                  <a:solidFill>
                    <a:srgbClr val="62D6A8"/>
                  </a:solidFill>
                  <a:latin typeface="Calibri"/>
                </a:rPr>
                <a:t>4</a:t>
              </a:r>
            </a:p>
          </p:txBody>
        </p:sp>
        <p:sp>
          <p:nvSpPr>
            <p:cNvPr id="78" name="TextBox 77">
              <a:extLst>
                <a:ext uri="{FF2B5EF4-FFF2-40B4-BE49-F238E27FC236}">
                  <a16:creationId xmlns:a16="http://schemas.microsoft.com/office/drawing/2014/main" id="{886D1B38-416D-7421-DF8E-796E3B899363}"/>
                </a:ext>
              </a:extLst>
            </p:cNvPr>
            <p:cNvSpPr txBox="1"/>
            <p:nvPr/>
          </p:nvSpPr>
          <p:spPr>
            <a:xfrm>
              <a:off x="9957816" y="1408176"/>
              <a:ext cx="1682496" cy="274320"/>
            </a:xfrm>
            <a:prstGeom prst="rect">
              <a:avLst/>
            </a:prstGeom>
            <a:noFill/>
          </p:spPr>
          <p:txBody>
            <a:bodyPr wrap="square" lIns="0" tIns="18288" rIns="0" bIns="18288" anchor="t"/>
            <a:lstStyle/>
            <a:p>
              <a:pPr algn="l">
                <a:lnSpc>
                  <a:spcPct val="100000"/>
                </a:lnSpc>
                <a:spcBef>
                  <a:spcPts val="0"/>
                </a:spcBef>
                <a:spcAft>
                  <a:spcPts val="0"/>
                </a:spcAft>
              </a:pPr>
              <a:r>
                <a:rPr sz="1500" b="1" i="0">
                  <a:solidFill>
                    <a:srgbClr val="F5F7FA"/>
                  </a:solidFill>
                  <a:latin typeface="Calibri"/>
                </a:rPr>
                <a:t>Tools</a:t>
              </a:r>
            </a:p>
          </p:txBody>
        </p:sp>
        <p:sp>
          <p:nvSpPr>
            <p:cNvPr id="79" name="TextBox 78">
              <a:extLst>
                <a:ext uri="{FF2B5EF4-FFF2-40B4-BE49-F238E27FC236}">
                  <a16:creationId xmlns:a16="http://schemas.microsoft.com/office/drawing/2014/main" id="{8141BE88-C6CE-031E-6AC1-A4870FC5D3F5}"/>
                </a:ext>
              </a:extLst>
            </p:cNvPr>
            <p:cNvSpPr txBox="1"/>
            <p:nvPr/>
          </p:nvSpPr>
          <p:spPr>
            <a:xfrm>
              <a:off x="9957816" y="1682496"/>
              <a:ext cx="1682496" cy="219456"/>
            </a:xfrm>
            <a:prstGeom prst="rect">
              <a:avLst/>
            </a:prstGeom>
            <a:noFill/>
          </p:spPr>
          <p:txBody>
            <a:bodyPr wrap="square" lIns="0" tIns="18288" rIns="0" bIns="18288" anchor="t"/>
            <a:lstStyle/>
            <a:p>
              <a:pPr algn="l">
                <a:lnSpc>
                  <a:spcPct val="100000"/>
                </a:lnSpc>
                <a:spcBef>
                  <a:spcPts val="0"/>
                </a:spcBef>
                <a:spcAft>
                  <a:spcPts val="0"/>
                </a:spcAft>
              </a:pPr>
              <a:r>
                <a:rPr sz="1100" b="0" i="0">
                  <a:solidFill>
                    <a:srgbClr val="AEB6C2"/>
                  </a:solidFill>
                  <a:latin typeface="Calibri"/>
                </a:rPr>
                <a:t>act on the world</a:t>
              </a:r>
            </a:p>
          </p:txBody>
        </p:sp>
        <p:sp>
          <p:nvSpPr>
            <p:cNvPr id="80" name="Rounded Rectangle 79">
              <a:extLst>
                <a:ext uri="{FF2B5EF4-FFF2-40B4-BE49-F238E27FC236}">
                  <a16:creationId xmlns:a16="http://schemas.microsoft.com/office/drawing/2014/main" id="{2FE6B937-2F1D-B54A-F573-16CEF56E82CF}"/>
                </a:ext>
              </a:extLst>
            </p:cNvPr>
            <p:cNvSpPr/>
            <p:nvPr/>
          </p:nvSpPr>
          <p:spPr>
            <a:xfrm>
              <a:off x="9573768" y="2103120"/>
              <a:ext cx="2029968" cy="438912"/>
            </a:xfrm>
            <a:prstGeom prst="roundRect">
              <a:avLst>
                <a:gd name="adj" fmla="val 14000"/>
              </a:avLst>
            </a:prstGeom>
            <a:solidFill>
              <a:srgbClr val="20232B"/>
            </a:solidFill>
            <a:ln>
              <a:noFill/>
            </a:ln>
          </p:spPr>
          <p:txBody>
            <a:bodyPr rtlCol="0" anchor="ctr"/>
            <a:lstStyle/>
            <a:p>
              <a:pPr algn="ctr"/>
              <a:endParaRPr/>
            </a:p>
          </p:txBody>
        </p:sp>
        <p:sp>
          <p:nvSpPr>
            <p:cNvPr id="81" name="TextBox 80">
              <a:extLst>
                <a:ext uri="{FF2B5EF4-FFF2-40B4-BE49-F238E27FC236}">
                  <a16:creationId xmlns:a16="http://schemas.microsoft.com/office/drawing/2014/main" id="{CB4148C6-D735-78D3-9FA6-148A65A95604}"/>
                </a:ext>
              </a:extLst>
            </p:cNvPr>
            <p:cNvSpPr txBox="1"/>
            <p:nvPr/>
          </p:nvSpPr>
          <p:spPr>
            <a:xfrm>
              <a:off x="9646920" y="2139696"/>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62D6A8"/>
                  </a:solidFill>
                  <a:latin typeface="Calibri"/>
                </a:rPr>
                <a:t>execute_code</a:t>
              </a:r>
            </a:p>
          </p:txBody>
        </p:sp>
        <p:sp>
          <p:nvSpPr>
            <p:cNvPr id="82" name="TextBox 81">
              <a:extLst>
                <a:ext uri="{FF2B5EF4-FFF2-40B4-BE49-F238E27FC236}">
                  <a16:creationId xmlns:a16="http://schemas.microsoft.com/office/drawing/2014/main" id="{0BC20316-7A7A-E0BC-05AD-00390773AF5E}"/>
                </a:ext>
              </a:extLst>
            </p:cNvPr>
            <p:cNvSpPr txBox="1"/>
            <p:nvPr/>
          </p:nvSpPr>
          <p:spPr>
            <a:xfrm>
              <a:off x="9646920" y="2322576"/>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sandboxed Python</a:t>
              </a:r>
            </a:p>
          </p:txBody>
        </p:sp>
        <p:sp>
          <p:nvSpPr>
            <p:cNvPr id="83" name="Rounded Rectangle 82">
              <a:extLst>
                <a:ext uri="{FF2B5EF4-FFF2-40B4-BE49-F238E27FC236}">
                  <a16:creationId xmlns:a16="http://schemas.microsoft.com/office/drawing/2014/main" id="{9EBA4E3C-2916-EC52-C008-A5882941EA48}"/>
                </a:ext>
              </a:extLst>
            </p:cNvPr>
            <p:cNvSpPr/>
            <p:nvPr/>
          </p:nvSpPr>
          <p:spPr>
            <a:xfrm>
              <a:off x="9573768" y="2596896"/>
              <a:ext cx="2029968" cy="438912"/>
            </a:xfrm>
            <a:prstGeom prst="roundRect">
              <a:avLst>
                <a:gd name="adj" fmla="val 14000"/>
              </a:avLst>
            </a:prstGeom>
            <a:solidFill>
              <a:srgbClr val="20232B"/>
            </a:solidFill>
            <a:ln>
              <a:noFill/>
            </a:ln>
          </p:spPr>
          <p:txBody>
            <a:bodyPr rtlCol="0" anchor="ctr"/>
            <a:lstStyle/>
            <a:p>
              <a:pPr algn="ctr"/>
              <a:endParaRPr/>
            </a:p>
          </p:txBody>
        </p:sp>
        <p:sp>
          <p:nvSpPr>
            <p:cNvPr id="84" name="TextBox 83">
              <a:extLst>
                <a:ext uri="{FF2B5EF4-FFF2-40B4-BE49-F238E27FC236}">
                  <a16:creationId xmlns:a16="http://schemas.microsoft.com/office/drawing/2014/main" id="{41BA9D45-9F7E-0F8D-9F5B-2CB05256FAC8}"/>
                </a:ext>
              </a:extLst>
            </p:cNvPr>
            <p:cNvSpPr txBox="1"/>
            <p:nvPr/>
          </p:nvSpPr>
          <p:spPr>
            <a:xfrm>
              <a:off x="9646920" y="2633472"/>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62D6A8"/>
                  </a:solidFill>
                  <a:latin typeface="Calibri"/>
                </a:rPr>
                <a:t>Files</a:t>
              </a:r>
            </a:p>
          </p:txBody>
        </p:sp>
        <p:sp>
          <p:nvSpPr>
            <p:cNvPr id="85" name="TextBox 84">
              <a:extLst>
                <a:ext uri="{FF2B5EF4-FFF2-40B4-BE49-F238E27FC236}">
                  <a16:creationId xmlns:a16="http://schemas.microsoft.com/office/drawing/2014/main" id="{79740408-779C-CFB3-2E01-9C81168EA1DF}"/>
                </a:ext>
              </a:extLst>
            </p:cNvPr>
            <p:cNvSpPr txBox="1"/>
            <p:nvPr/>
          </p:nvSpPr>
          <p:spPr>
            <a:xfrm>
              <a:off x="9646920" y="2816352"/>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xlsx · PDF · audio</a:t>
              </a:r>
            </a:p>
          </p:txBody>
        </p:sp>
        <p:sp>
          <p:nvSpPr>
            <p:cNvPr id="86" name="Rounded Rectangle 85">
              <a:extLst>
                <a:ext uri="{FF2B5EF4-FFF2-40B4-BE49-F238E27FC236}">
                  <a16:creationId xmlns:a16="http://schemas.microsoft.com/office/drawing/2014/main" id="{20FA9354-28F8-98E3-4267-C4F52F6AD19A}"/>
                </a:ext>
              </a:extLst>
            </p:cNvPr>
            <p:cNvSpPr/>
            <p:nvPr/>
          </p:nvSpPr>
          <p:spPr>
            <a:xfrm>
              <a:off x="9573768" y="3090672"/>
              <a:ext cx="2029968" cy="438912"/>
            </a:xfrm>
            <a:prstGeom prst="roundRect">
              <a:avLst>
                <a:gd name="adj" fmla="val 14000"/>
              </a:avLst>
            </a:prstGeom>
            <a:solidFill>
              <a:srgbClr val="20232B"/>
            </a:solidFill>
            <a:ln>
              <a:noFill/>
            </a:ln>
          </p:spPr>
          <p:txBody>
            <a:bodyPr rtlCol="0" anchor="ctr"/>
            <a:lstStyle/>
            <a:p>
              <a:pPr algn="ctr"/>
              <a:endParaRPr/>
            </a:p>
          </p:txBody>
        </p:sp>
        <p:sp>
          <p:nvSpPr>
            <p:cNvPr id="87" name="TextBox 86">
              <a:extLst>
                <a:ext uri="{FF2B5EF4-FFF2-40B4-BE49-F238E27FC236}">
                  <a16:creationId xmlns:a16="http://schemas.microsoft.com/office/drawing/2014/main" id="{A4674EF1-A5FF-FE98-D632-9C3EC7B9EA5B}"/>
                </a:ext>
              </a:extLst>
            </p:cNvPr>
            <p:cNvSpPr txBox="1"/>
            <p:nvPr/>
          </p:nvSpPr>
          <p:spPr>
            <a:xfrm>
              <a:off x="9646920" y="3127248"/>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62D6A8"/>
                  </a:solidFill>
                  <a:latin typeface="Calibri"/>
                </a:rPr>
                <a:t>Web</a:t>
              </a:r>
            </a:p>
          </p:txBody>
        </p:sp>
        <p:sp>
          <p:nvSpPr>
            <p:cNvPr id="88" name="TextBox 87">
              <a:extLst>
                <a:ext uri="{FF2B5EF4-FFF2-40B4-BE49-F238E27FC236}">
                  <a16:creationId xmlns:a16="http://schemas.microsoft.com/office/drawing/2014/main" id="{A47C0D4A-200A-1974-29F2-5EFF6B3E5BF2}"/>
                </a:ext>
              </a:extLst>
            </p:cNvPr>
            <p:cNvSpPr txBox="1"/>
            <p:nvPr/>
          </p:nvSpPr>
          <p:spPr>
            <a:xfrm>
              <a:off x="9646920" y="3310128"/>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fetch and parse a page</a:t>
              </a:r>
            </a:p>
          </p:txBody>
        </p:sp>
        <p:sp>
          <p:nvSpPr>
            <p:cNvPr id="89" name="Rounded Rectangle 88">
              <a:extLst>
                <a:ext uri="{FF2B5EF4-FFF2-40B4-BE49-F238E27FC236}">
                  <a16:creationId xmlns:a16="http://schemas.microsoft.com/office/drawing/2014/main" id="{A9D8D75B-3E4F-5F95-DBF4-BDB5EC7ED759}"/>
                </a:ext>
              </a:extLst>
            </p:cNvPr>
            <p:cNvSpPr/>
            <p:nvPr/>
          </p:nvSpPr>
          <p:spPr>
            <a:xfrm>
              <a:off x="9573768" y="3584448"/>
              <a:ext cx="2029968" cy="438912"/>
            </a:xfrm>
            <a:prstGeom prst="roundRect">
              <a:avLst>
                <a:gd name="adj" fmla="val 14000"/>
              </a:avLst>
            </a:prstGeom>
            <a:solidFill>
              <a:srgbClr val="20232B"/>
            </a:solidFill>
            <a:ln>
              <a:noFill/>
            </a:ln>
          </p:spPr>
          <p:txBody>
            <a:bodyPr rtlCol="0" anchor="ctr"/>
            <a:lstStyle/>
            <a:p>
              <a:pPr algn="ctr"/>
              <a:endParaRPr/>
            </a:p>
          </p:txBody>
        </p:sp>
        <p:sp>
          <p:nvSpPr>
            <p:cNvPr id="90" name="TextBox 89">
              <a:extLst>
                <a:ext uri="{FF2B5EF4-FFF2-40B4-BE49-F238E27FC236}">
                  <a16:creationId xmlns:a16="http://schemas.microsoft.com/office/drawing/2014/main" id="{7B5E8E50-26A7-F9A8-2614-2B81B037D726}"/>
                </a:ext>
              </a:extLst>
            </p:cNvPr>
            <p:cNvSpPr txBox="1"/>
            <p:nvPr/>
          </p:nvSpPr>
          <p:spPr>
            <a:xfrm>
              <a:off x="9646920" y="3621024"/>
              <a:ext cx="1883664" cy="201168"/>
            </a:xfrm>
            <a:prstGeom prst="rect">
              <a:avLst/>
            </a:prstGeom>
            <a:noFill/>
          </p:spPr>
          <p:txBody>
            <a:bodyPr wrap="square" lIns="18288" tIns="18288" rIns="18288" bIns="18288" anchor="b"/>
            <a:lstStyle/>
            <a:p>
              <a:pPr algn="l">
                <a:lnSpc>
                  <a:spcPct val="100000"/>
                </a:lnSpc>
                <a:spcBef>
                  <a:spcPts val="0"/>
                </a:spcBef>
                <a:spcAft>
                  <a:spcPts val="0"/>
                </a:spcAft>
              </a:pPr>
              <a:r>
                <a:rPr sz="1100" b="1" i="0">
                  <a:solidFill>
                    <a:srgbClr val="62D6A8"/>
                  </a:solidFill>
                  <a:latin typeface="Calibri"/>
                </a:rPr>
                <a:t>Search + APIs</a:t>
              </a:r>
            </a:p>
          </p:txBody>
        </p:sp>
        <p:sp>
          <p:nvSpPr>
            <p:cNvPr id="91" name="TextBox 90">
              <a:extLst>
                <a:ext uri="{FF2B5EF4-FFF2-40B4-BE49-F238E27FC236}">
                  <a16:creationId xmlns:a16="http://schemas.microsoft.com/office/drawing/2014/main" id="{7D175584-CD2F-D5FC-998C-200A50D64EF4}"/>
                </a:ext>
              </a:extLst>
            </p:cNvPr>
            <p:cNvSpPr txBox="1"/>
            <p:nvPr/>
          </p:nvSpPr>
          <p:spPr>
            <a:xfrm>
              <a:off x="9646920" y="3803904"/>
              <a:ext cx="1883664" cy="182880"/>
            </a:xfrm>
            <a:prstGeom prst="rect">
              <a:avLst/>
            </a:prstGeom>
            <a:noFill/>
          </p:spPr>
          <p:txBody>
            <a:bodyPr wrap="square" lIns="18288" tIns="18288" rIns="18288" bIns="18288" anchor="t"/>
            <a:lstStyle/>
            <a:p>
              <a:pPr algn="l">
                <a:lnSpc>
                  <a:spcPct val="100000"/>
                </a:lnSpc>
                <a:spcBef>
                  <a:spcPts val="0"/>
                </a:spcBef>
                <a:spcAft>
                  <a:spcPts val="0"/>
                </a:spcAft>
              </a:pPr>
              <a:r>
                <a:rPr sz="1000" b="0" i="0">
                  <a:solidFill>
                    <a:srgbClr val="AEB6C2"/>
                  </a:solidFill>
                  <a:latin typeface="Calibri"/>
                </a:rPr>
                <a:t>vision · calculators</a:t>
              </a:r>
            </a:p>
          </p:txBody>
        </p:sp>
        <p:sp>
          <p:nvSpPr>
            <p:cNvPr id="92" name="Rounded Rectangle 91">
              <a:extLst>
                <a:ext uri="{FF2B5EF4-FFF2-40B4-BE49-F238E27FC236}">
                  <a16:creationId xmlns:a16="http://schemas.microsoft.com/office/drawing/2014/main" id="{31C9489E-CEE6-80EA-56EF-585C9F004CB4}"/>
                </a:ext>
              </a:extLst>
            </p:cNvPr>
            <p:cNvSpPr/>
            <p:nvPr/>
          </p:nvSpPr>
          <p:spPr>
            <a:xfrm>
              <a:off x="9573768" y="4224528"/>
              <a:ext cx="379476" cy="237744"/>
            </a:xfrm>
            <a:prstGeom prst="roundRect">
              <a:avLst>
                <a:gd name="adj" fmla="val 50000"/>
              </a:avLst>
            </a:prstGeom>
            <a:solidFill>
              <a:srgbClr val="000000"/>
            </a:solidFill>
            <a:ln w="12700">
              <a:solidFill>
                <a:srgbClr val="62D6A8"/>
              </a:solidFill>
            </a:ln>
          </p:spPr>
          <p:txBody>
            <a:bodyPr rtlCol="0" anchor="ctr"/>
            <a:lstStyle/>
            <a:p>
              <a:pPr algn="ctr"/>
              <a:endParaRPr/>
            </a:p>
          </p:txBody>
        </p:sp>
        <p:sp>
          <p:nvSpPr>
            <p:cNvPr id="93" name="TextBox 92">
              <a:extLst>
                <a:ext uri="{FF2B5EF4-FFF2-40B4-BE49-F238E27FC236}">
                  <a16:creationId xmlns:a16="http://schemas.microsoft.com/office/drawing/2014/main" id="{89C2AB9E-F032-44EC-0210-02A8C09D6724}"/>
                </a:ext>
              </a:extLst>
            </p:cNvPr>
            <p:cNvSpPr txBox="1"/>
            <p:nvPr/>
          </p:nvSpPr>
          <p:spPr>
            <a:xfrm>
              <a:off x="9573768" y="4224528"/>
              <a:ext cx="379476" cy="237744"/>
            </a:xfrm>
            <a:prstGeom prst="rect">
              <a:avLst/>
            </a:prstGeom>
            <a:noFill/>
          </p:spPr>
          <p:txBody>
            <a:bodyPr wrap="square" lIns="0" tIns="18288" rIns="0" bIns="18288" anchor="ctr"/>
            <a:lstStyle/>
            <a:p>
              <a:pPr algn="ctr">
                <a:lnSpc>
                  <a:spcPct val="100000"/>
                </a:lnSpc>
                <a:spcBef>
                  <a:spcPts val="0"/>
                </a:spcBef>
                <a:spcAft>
                  <a:spcPts val="0"/>
                </a:spcAft>
              </a:pPr>
              <a:r>
                <a:rPr sz="900" b="1" i="0">
                  <a:solidFill>
                    <a:srgbClr val="62D6A8"/>
                  </a:solidFill>
                  <a:latin typeface="Calibri"/>
                </a:rPr>
                <a:t>CPU</a:t>
              </a:r>
            </a:p>
          </p:txBody>
        </p:sp>
        <p:sp>
          <p:nvSpPr>
            <p:cNvPr id="94" name="Rounded Rectangle 93">
              <a:extLst>
                <a:ext uri="{FF2B5EF4-FFF2-40B4-BE49-F238E27FC236}">
                  <a16:creationId xmlns:a16="http://schemas.microsoft.com/office/drawing/2014/main" id="{3DF86F11-4B0E-A14A-EA24-3FBDC93E9487}"/>
                </a:ext>
              </a:extLst>
            </p:cNvPr>
            <p:cNvSpPr/>
            <p:nvPr/>
          </p:nvSpPr>
          <p:spPr>
            <a:xfrm>
              <a:off x="10026396" y="4224528"/>
              <a:ext cx="379476" cy="237744"/>
            </a:xfrm>
            <a:prstGeom prst="roundRect">
              <a:avLst>
                <a:gd name="adj" fmla="val 50000"/>
              </a:avLst>
            </a:prstGeom>
            <a:solidFill>
              <a:srgbClr val="000000"/>
            </a:solidFill>
            <a:ln w="12700">
              <a:solidFill>
                <a:srgbClr val="62D6A8"/>
              </a:solidFill>
            </a:ln>
          </p:spPr>
          <p:txBody>
            <a:bodyPr rtlCol="0" anchor="ctr"/>
            <a:lstStyle/>
            <a:p>
              <a:pPr algn="ctr"/>
              <a:endParaRPr/>
            </a:p>
          </p:txBody>
        </p:sp>
        <p:sp>
          <p:nvSpPr>
            <p:cNvPr id="95" name="TextBox 94">
              <a:extLst>
                <a:ext uri="{FF2B5EF4-FFF2-40B4-BE49-F238E27FC236}">
                  <a16:creationId xmlns:a16="http://schemas.microsoft.com/office/drawing/2014/main" id="{8618DA71-05D2-5D29-AA14-6AC4777D9918}"/>
                </a:ext>
              </a:extLst>
            </p:cNvPr>
            <p:cNvSpPr txBox="1"/>
            <p:nvPr/>
          </p:nvSpPr>
          <p:spPr>
            <a:xfrm>
              <a:off x="10026396" y="4224528"/>
              <a:ext cx="379476" cy="237744"/>
            </a:xfrm>
            <a:prstGeom prst="rect">
              <a:avLst/>
            </a:prstGeom>
            <a:noFill/>
          </p:spPr>
          <p:txBody>
            <a:bodyPr wrap="square" lIns="0" tIns="18288" rIns="0" bIns="18288" anchor="ctr"/>
            <a:lstStyle/>
            <a:p>
              <a:pPr algn="ctr">
                <a:lnSpc>
                  <a:spcPct val="100000"/>
                </a:lnSpc>
                <a:spcBef>
                  <a:spcPts val="0"/>
                </a:spcBef>
                <a:spcAft>
                  <a:spcPts val="0"/>
                </a:spcAft>
              </a:pPr>
              <a:r>
                <a:rPr sz="900" b="1" i="0">
                  <a:solidFill>
                    <a:srgbClr val="62D6A8"/>
                  </a:solidFill>
                  <a:latin typeface="Calibri"/>
                </a:rPr>
                <a:t>net</a:t>
              </a:r>
            </a:p>
          </p:txBody>
        </p:sp>
      </p:grpSp>
      <p:grpSp>
        <p:nvGrpSpPr>
          <p:cNvPr id="96" name="Group 95">
            <a:extLst>
              <a:ext uri="{FF2B5EF4-FFF2-40B4-BE49-F238E27FC236}">
                <a16:creationId xmlns:a16="http://schemas.microsoft.com/office/drawing/2014/main" id="{47421FB7-208E-36AB-92BC-DA2A7ED893D9}"/>
              </a:ext>
            </a:extLst>
          </p:cNvPr>
          <p:cNvGrpSpPr/>
          <p:nvPr/>
        </p:nvGrpSpPr>
        <p:grpSpPr>
          <a:xfrm>
            <a:off x="2715768" y="2734056"/>
            <a:ext cx="237744" cy="402336"/>
            <a:chOff x="2715768" y="2734056"/>
            <a:chExt cx="237744" cy="402336"/>
          </a:xfrm>
        </p:grpSpPr>
        <p:sp>
          <p:nvSpPr>
            <p:cNvPr id="97" name="Chevron 96">
              <a:extLst>
                <a:ext uri="{FF2B5EF4-FFF2-40B4-BE49-F238E27FC236}">
                  <a16:creationId xmlns:a16="http://schemas.microsoft.com/office/drawing/2014/main" id="{F05A98BD-7C95-7490-6774-E9BECBA14156}"/>
                </a:ext>
              </a:extLst>
            </p:cNvPr>
            <p:cNvSpPr/>
            <p:nvPr/>
          </p:nvSpPr>
          <p:spPr>
            <a:xfrm>
              <a:off x="2715768" y="2734056"/>
              <a:ext cx="237744" cy="402336"/>
            </a:xfrm>
            <a:prstGeom prst="chevron">
              <a:avLst/>
            </a:prstGeom>
            <a:solidFill>
              <a:srgbClr val="55D8E8"/>
            </a:solidFill>
            <a:ln>
              <a:noFill/>
            </a:ln>
          </p:spPr>
          <p:txBody>
            <a:bodyPr rtlCol="0" anchor="ctr"/>
            <a:lstStyle/>
            <a:p>
              <a:pPr algn="ctr"/>
              <a:endParaRPr/>
            </a:p>
          </p:txBody>
        </p:sp>
      </p:grpSp>
      <p:grpSp>
        <p:nvGrpSpPr>
          <p:cNvPr id="98" name="Group 97">
            <a:extLst>
              <a:ext uri="{FF2B5EF4-FFF2-40B4-BE49-F238E27FC236}">
                <a16:creationId xmlns:a16="http://schemas.microsoft.com/office/drawing/2014/main" id="{4981AADF-D629-1320-9E2C-6EBCA379A978}"/>
              </a:ext>
            </a:extLst>
          </p:cNvPr>
          <p:cNvGrpSpPr/>
          <p:nvPr/>
        </p:nvGrpSpPr>
        <p:grpSpPr>
          <a:xfrm>
            <a:off x="5276088" y="2734056"/>
            <a:ext cx="237744" cy="402336"/>
            <a:chOff x="5276088" y="2734056"/>
            <a:chExt cx="237744" cy="402336"/>
          </a:xfrm>
        </p:grpSpPr>
        <p:sp>
          <p:nvSpPr>
            <p:cNvPr id="99" name="Chevron 98">
              <a:extLst>
                <a:ext uri="{FF2B5EF4-FFF2-40B4-BE49-F238E27FC236}">
                  <a16:creationId xmlns:a16="http://schemas.microsoft.com/office/drawing/2014/main" id="{51819328-AAC6-CD95-3A6F-19DEA5931408}"/>
                </a:ext>
              </a:extLst>
            </p:cNvPr>
            <p:cNvSpPr/>
            <p:nvPr/>
          </p:nvSpPr>
          <p:spPr>
            <a:xfrm>
              <a:off x="5276088" y="2734056"/>
              <a:ext cx="237744" cy="402336"/>
            </a:xfrm>
            <a:prstGeom prst="chevron">
              <a:avLst/>
            </a:prstGeom>
            <a:solidFill>
              <a:srgbClr val="F06521"/>
            </a:solidFill>
            <a:ln>
              <a:noFill/>
            </a:ln>
          </p:spPr>
          <p:txBody>
            <a:bodyPr rtlCol="0" anchor="ctr"/>
            <a:lstStyle/>
            <a:p>
              <a:pPr algn="ctr"/>
              <a:endParaRPr/>
            </a:p>
          </p:txBody>
        </p:sp>
      </p:grpSp>
      <p:grpSp>
        <p:nvGrpSpPr>
          <p:cNvPr id="100" name="Group 99">
            <a:extLst>
              <a:ext uri="{FF2B5EF4-FFF2-40B4-BE49-F238E27FC236}">
                <a16:creationId xmlns:a16="http://schemas.microsoft.com/office/drawing/2014/main" id="{081A9C3A-8C69-A35E-AA18-069100DA7C63}"/>
              </a:ext>
            </a:extLst>
          </p:cNvPr>
          <p:cNvGrpSpPr/>
          <p:nvPr/>
        </p:nvGrpSpPr>
        <p:grpSpPr>
          <a:xfrm>
            <a:off x="8942832" y="2423160"/>
            <a:ext cx="731520" cy="713232"/>
            <a:chOff x="8942832" y="2423160"/>
            <a:chExt cx="731520" cy="713232"/>
          </a:xfrm>
        </p:grpSpPr>
        <p:sp>
          <p:nvSpPr>
            <p:cNvPr id="101" name="Chevron 100">
              <a:extLst>
                <a:ext uri="{FF2B5EF4-FFF2-40B4-BE49-F238E27FC236}">
                  <a16:creationId xmlns:a16="http://schemas.microsoft.com/office/drawing/2014/main" id="{819E14DF-2100-7458-743F-205DF2646BD8}"/>
                </a:ext>
              </a:extLst>
            </p:cNvPr>
            <p:cNvSpPr/>
            <p:nvPr/>
          </p:nvSpPr>
          <p:spPr>
            <a:xfrm>
              <a:off x="9189720" y="2734056"/>
              <a:ext cx="237744" cy="402336"/>
            </a:xfrm>
            <a:prstGeom prst="chevron">
              <a:avLst/>
            </a:prstGeom>
            <a:solidFill>
              <a:srgbClr val="62D6A8"/>
            </a:solidFill>
            <a:ln>
              <a:noFill/>
            </a:ln>
          </p:spPr>
          <p:txBody>
            <a:bodyPr rtlCol="0" anchor="ctr"/>
            <a:lstStyle/>
            <a:p>
              <a:pPr algn="ctr"/>
              <a:endParaRPr/>
            </a:p>
          </p:txBody>
        </p:sp>
        <p:sp>
          <p:nvSpPr>
            <p:cNvPr id="102" name="TextBox 101">
              <a:extLst>
                <a:ext uri="{FF2B5EF4-FFF2-40B4-BE49-F238E27FC236}">
                  <a16:creationId xmlns:a16="http://schemas.microsoft.com/office/drawing/2014/main" id="{83C0D082-A38A-B205-AD1D-B103CDFEB2FC}"/>
                </a:ext>
              </a:extLst>
            </p:cNvPr>
            <p:cNvSpPr txBox="1"/>
            <p:nvPr/>
          </p:nvSpPr>
          <p:spPr>
            <a:xfrm>
              <a:off x="8942832" y="2423160"/>
              <a:ext cx="731520" cy="256032"/>
            </a:xfrm>
            <a:prstGeom prst="rect">
              <a:avLst/>
            </a:prstGeom>
            <a:noFill/>
          </p:spPr>
          <p:txBody>
            <a:bodyPr wrap="square" lIns="0" tIns="18288" rIns="0" bIns="18288" anchor="b"/>
            <a:lstStyle/>
            <a:p>
              <a:pPr algn="ctr">
                <a:lnSpc>
                  <a:spcPct val="100000"/>
                </a:lnSpc>
                <a:spcBef>
                  <a:spcPts val="0"/>
                </a:spcBef>
                <a:spcAft>
                  <a:spcPts val="0"/>
                </a:spcAft>
              </a:pPr>
              <a:r>
                <a:rPr sz="900" b="1" i="0">
                  <a:solidFill>
                    <a:srgbClr val="62D6A8"/>
                  </a:solidFill>
                  <a:latin typeface="Calibri"/>
                </a:rPr>
                <a:t>tool call</a:t>
              </a:r>
            </a:p>
          </p:txBody>
        </p:sp>
      </p:grpSp>
      <p:grpSp>
        <p:nvGrpSpPr>
          <p:cNvPr id="103" name="Group 102">
            <a:extLst>
              <a:ext uri="{FF2B5EF4-FFF2-40B4-BE49-F238E27FC236}">
                <a16:creationId xmlns:a16="http://schemas.microsoft.com/office/drawing/2014/main" id="{B6DDFCC4-11FB-5F32-2CB5-04C74266800D}"/>
              </a:ext>
            </a:extLst>
          </p:cNvPr>
          <p:cNvGrpSpPr/>
          <p:nvPr/>
        </p:nvGrpSpPr>
        <p:grpSpPr>
          <a:xfrm>
            <a:off x="411480" y="4718304"/>
            <a:ext cx="9994392" cy="420624"/>
            <a:chOff x="411480" y="4718304"/>
            <a:chExt cx="9994392" cy="420624"/>
          </a:xfrm>
        </p:grpSpPr>
        <p:sp>
          <p:nvSpPr>
            <p:cNvPr id="104" name="Left Arrow 103">
              <a:extLst>
                <a:ext uri="{FF2B5EF4-FFF2-40B4-BE49-F238E27FC236}">
                  <a16:creationId xmlns:a16="http://schemas.microsoft.com/office/drawing/2014/main" id="{C45B4A55-CDDA-04DB-BB50-79A55AA81174}"/>
                </a:ext>
              </a:extLst>
            </p:cNvPr>
            <p:cNvSpPr/>
            <p:nvPr/>
          </p:nvSpPr>
          <p:spPr>
            <a:xfrm>
              <a:off x="411480" y="4718304"/>
              <a:ext cx="9994392" cy="420624"/>
            </a:xfrm>
            <a:prstGeom prst="leftArrow">
              <a:avLst>
                <a:gd name="adj1" fmla="val 62000"/>
                <a:gd name="adj2" fmla="val 45000"/>
              </a:avLst>
            </a:prstGeom>
            <a:solidFill>
              <a:srgbClr val="142A24"/>
            </a:solidFill>
            <a:ln w="12700">
              <a:solidFill>
                <a:srgbClr val="62D6A8"/>
              </a:solidFill>
            </a:ln>
          </p:spPr>
          <p:txBody>
            <a:bodyPr rtlCol="0" anchor="ctr"/>
            <a:lstStyle/>
            <a:p>
              <a:pPr algn="ctr"/>
              <a:endParaRPr/>
            </a:p>
          </p:txBody>
        </p:sp>
        <p:sp>
          <p:nvSpPr>
            <p:cNvPr id="105" name="TextBox 104">
              <a:extLst>
                <a:ext uri="{FF2B5EF4-FFF2-40B4-BE49-F238E27FC236}">
                  <a16:creationId xmlns:a16="http://schemas.microsoft.com/office/drawing/2014/main" id="{DF5D46E0-EA52-1809-7391-5B929BB3BC16}"/>
                </a:ext>
              </a:extLst>
            </p:cNvPr>
            <p:cNvSpPr txBox="1"/>
            <p:nvPr/>
          </p:nvSpPr>
          <p:spPr>
            <a:xfrm>
              <a:off x="822960" y="4718304"/>
              <a:ext cx="9308592" cy="420624"/>
            </a:xfrm>
            <a:prstGeom prst="rect">
              <a:avLst/>
            </a:prstGeom>
            <a:noFill/>
          </p:spPr>
          <p:txBody>
            <a:bodyPr wrap="square" lIns="0" tIns="18288" rIns="0" bIns="18288" anchor="ctr"/>
            <a:lstStyle/>
            <a:p>
              <a:pPr algn="ctr">
                <a:lnSpc>
                  <a:spcPct val="100000"/>
                </a:lnSpc>
                <a:spcBef>
                  <a:spcPts val="0"/>
                </a:spcBef>
                <a:spcAft>
                  <a:spcPts val="0"/>
                </a:spcAft>
              </a:pPr>
              <a:r>
                <a:rPr sz="1200" b="1" i="0">
                  <a:solidFill>
                    <a:srgbClr val="62D6A8"/>
                  </a:solidFill>
                  <a:latin typeface="Calibri"/>
                </a:rPr>
                <a:t>Loop  ·  Tool output is appended to the context, and the next turn starts again at 1</a:t>
              </a:r>
            </a:p>
          </p:txBody>
        </p:sp>
      </p:grpSp>
      <p:grpSp>
        <p:nvGrpSpPr>
          <p:cNvPr id="106" name="Group 105">
            <a:extLst>
              <a:ext uri="{FF2B5EF4-FFF2-40B4-BE49-F238E27FC236}">
                <a16:creationId xmlns:a16="http://schemas.microsoft.com/office/drawing/2014/main" id="{95F93A48-89E2-C44D-20E7-19C46E690BC6}"/>
              </a:ext>
            </a:extLst>
          </p:cNvPr>
          <p:cNvGrpSpPr/>
          <p:nvPr/>
        </p:nvGrpSpPr>
        <p:grpSpPr>
          <a:xfrm>
            <a:off x="10451592" y="4718304"/>
            <a:ext cx="1280160" cy="420624"/>
            <a:chOff x="10451592" y="4718304"/>
            <a:chExt cx="1280160" cy="420624"/>
          </a:xfrm>
        </p:grpSpPr>
        <p:sp>
          <p:nvSpPr>
            <p:cNvPr id="107" name="Rounded Rectangle 106">
              <a:extLst>
                <a:ext uri="{FF2B5EF4-FFF2-40B4-BE49-F238E27FC236}">
                  <a16:creationId xmlns:a16="http://schemas.microsoft.com/office/drawing/2014/main" id="{4BCDE04D-6292-6F63-17D2-063568AEA67F}"/>
                </a:ext>
              </a:extLst>
            </p:cNvPr>
            <p:cNvSpPr/>
            <p:nvPr/>
          </p:nvSpPr>
          <p:spPr>
            <a:xfrm>
              <a:off x="10451592" y="4718304"/>
              <a:ext cx="1280160" cy="420624"/>
            </a:xfrm>
            <a:prstGeom prst="roundRect">
              <a:avLst>
                <a:gd name="adj" fmla="val 50000"/>
              </a:avLst>
            </a:prstGeom>
            <a:solidFill>
              <a:srgbClr val="17191F"/>
            </a:solidFill>
            <a:ln w="12700">
              <a:solidFill>
                <a:srgbClr val="F06521"/>
              </a:solidFill>
            </a:ln>
          </p:spPr>
          <p:txBody>
            <a:bodyPr rtlCol="0" anchor="ctr"/>
            <a:lstStyle/>
            <a:p>
              <a:pPr algn="ctr"/>
              <a:endParaRPr/>
            </a:p>
          </p:txBody>
        </p:sp>
        <p:sp>
          <p:nvSpPr>
            <p:cNvPr id="108" name="TextBox 107">
              <a:extLst>
                <a:ext uri="{FF2B5EF4-FFF2-40B4-BE49-F238E27FC236}">
                  <a16:creationId xmlns:a16="http://schemas.microsoft.com/office/drawing/2014/main" id="{83E1380F-4CBE-1B2C-B7E0-02682C653DB6}"/>
                </a:ext>
              </a:extLst>
            </p:cNvPr>
            <p:cNvSpPr txBox="1"/>
            <p:nvPr/>
          </p:nvSpPr>
          <p:spPr>
            <a:xfrm>
              <a:off x="10451592" y="4718304"/>
              <a:ext cx="1280160" cy="420624"/>
            </a:xfrm>
            <a:prstGeom prst="rect">
              <a:avLst/>
            </a:prstGeom>
            <a:noFill/>
          </p:spPr>
          <p:txBody>
            <a:bodyPr wrap="square" lIns="0" tIns="18288" rIns="0" bIns="18288" anchor="ctr"/>
            <a:lstStyle/>
            <a:p>
              <a:pPr algn="ctr">
                <a:lnSpc>
                  <a:spcPct val="100000"/>
                </a:lnSpc>
                <a:spcBef>
                  <a:spcPts val="0"/>
                </a:spcBef>
                <a:spcAft>
                  <a:spcPts val="0"/>
                </a:spcAft>
              </a:pPr>
              <a:r>
                <a:rPr sz="1100" b="1" i="0">
                  <a:solidFill>
                    <a:srgbClr val="F06521"/>
                  </a:solidFill>
                  <a:latin typeface="Calibri"/>
                </a:rPr>
                <a:t>No tool call  →  answer</a:t>
              </a:r>
            </a:p>
          </p:txBody>
        </p:sp>
      </p:grpSp>
      <p:grpSp>
        <p:nvGrpSpPr>
          <p:cNvPr id="109" name="Group 108">
            <a:extLst>
              <a:ext uri="{FF2B5EF4-FFF2-40B4-BE49-F238E27FC236}">
                <a16:creationId xmlns:a16="http://schemas.microsoft.com/office/drawing/2014/main" id="{ED92DCD9-2AE1-C9F8-14EE-090FDDE6E3D5}"/>
              </a:ext>
            </a:extLst>
          </p:cNvPr>
          <p:cNvGrpSpPr/>
          <p:nvPr/>
        </p:nvGrpSpPr>
        <p:grpSpPr>
          <a:xfrm>
            <a:off x="411480" y="5266944"/>
            <a:ext cx="11320272" cy="713232"/>
            <a:chOff x="411480" y="5266944"/>
            <a:chExt cx="11320272" cy="713232"/>
          </a:xfrm>
        </p:grpSpPr>
        <p:sp>
          <p:nvSpPr>
            <p:cNvPr id="110" name="Rounded Rectangle 109">
              <a:extLst>
                <a:ext uri="{FF2B5EF4-FFF2-40B4-BE49-F238E27FC236}">
                  <a16:creationId xmlns:a16="http://schemas.microsoft.com/office/drawing/2014/main" id="{7526F0C0-3E26-3652-67AA-619D9BFB2004}"/>
                </a:ext>
              </a:extLst>
            </p:cNvPr>
            <p:cNvSpPr/>
            <p:nvPr/>
          </p:nvSpPr>
          <p:spPr>
            <a:xfrm>
              <a:off x="411480" y="5266944"/>
              <a:ext cx="11320272" cy="713232"/>
            </a:xfrm>
            <a:prstGeom prst="roundRect">
              <a:avLst>
                <a:gd name="adj" fmla="val 12000"/>
              </a:avLst>
            </a:prstGeom>
            <a:solidFill>
              <a:srgbClr val="17191F"/>
            </a:solidFill>
            <a:ln w="12700">
              <a:solidFill>
                <a:srgbClr val="B39DFF"/>
              </a:solidFill>
            </a:ln>
          </p:spPr>
          <p:txBody>
            <a:bodyPr rtlCol="0" anchor="ctr"/>
            <a:lstStyle/>
            <a:p>
              <a:pPr algn="ctr"/>
              <a:endParaRPr/>
            </a:p>
          </p:txBody>
        </p:sp>
        <p:sp>
          <p:nvSpPr>
            <p:cNvPr id="111" name="TextBox 110">
              <a:extLst>
                <a:ext uri="{FF2B5EF4-FFF2-40B4-BE49-F238E27FC236}">
                  <a16:creationId xmlns:a16="http://schemas.microsoft.com/office/drawing/2014/main" id="{276E8B7E-8D64-EFF0-F800-FEC7A5AE1152}"/>
                </a:ext>
              </a:extLst>
            </p:cNvPr>
            <p:cNvSpPr txBox="1"/>
            <p:nvPr/>
          </p:nvSpPr>
          <p:spPr>
            <a:xfrm>
              <a:off x="557784" y="5321808"/>
              <a:ext cx="2926080" cy="219456"/>
            </a:xfrm>
            <a:prstGeom prst="rect">
              <a:avLst/>
            </a:prstGeom>
            <a:noFill/>
          </p:spPr>
          <p:txBody>
            <a:bodyPr wrap="square" lIns="0" tIns="18288" rIns="0" bIns="18288" anchor="t"/>
            <a:lstStyle/>
            <a:p>
              <a:pPr algn="l">
                <a:lnSpc>
                  <a:spcPct val="100000"/>
                </a:lnSpc>
                <a:spcBef>
                  <a:spcPts val="0"/>
                </a:spcBef>
                <a:spcAft>
                  <a:spcPts val="0"/>
                </a:spcAft>
              </a:pPr>
              <a:r>
                <a:rPr sz="1000" b="1" i="0">
                  <a:solidFill>
                    <a:srgbClr val="B39DFF"/>
                  </a:solidFill>
                  <a:latin typeface="Calibri"/>
                </a:rPr>
                <a:t>AGENTSCOPE  ·  TRACE</a:t>
              </a:r>
            </a:p>
          </p:txBody>
        </p:sp>
        <p:sp>
          <p:nvSpPr>
            <p:cNvPr id="112" name="TextBox 111">
              <a:extLst>
                <a:ext uri="{FF2B5EF4-FFF2-40B4-BE49-F238E27FC236}">
                  <a16:creationId xmlns:a16="http://schemas.microsoft.com/office/drawing/2014/main" id="{E30EF793-3CA9-5B3E-CBB0-F948AD791C26}"/>
                </a:ext>
              </a:extLst>
            </p:cNvPr>
            <p:cNvSpPr txBox="1"/>
            <p:nvPr/>
          </p:nvSpPr>
          <p:spPr>
            <a:xfrm>
              <a:off x="3099816" y="5321808"/>
              <a:ext cx="7863840" cy="219456"/>
            </a:xfrm>
            <a:prstGeom prst="rect">
              <a:avLst/>
            </a:prstGeom>
            <a:noFill/>
          </p:spPr>
          <p:txBody>
            <a:bodyPr wrap="square" lIns="0" tIns="18288" rIns="0" bIns="18288" anchor="t"/>
            <a:lstStyle/>
            <a:p>
              <a:pPr algn="l">
                <a:lnSpc>
                  <a:spcPct val="100000"/>
                </a:lnSpc>
                <a:spcBef>
                  <a:spcPts val="0"/>
                </a:spcBef>
                <a:spcAft>
                  <a:spcPts val="0"/>
                </a:spcAft>
              </a:pPr>
              <a:r>
                <a:rPr sz="1000" b="0" i="0">
                  <a:solidFill>
                    <a:srgbClr val="AEB6C2"/>
                  </a:solidFill>
                  <a:latin typeface="Calibri"/>
                </a:rPr>
                <a:t>One span per hop, so every turn can be profiled, replayed, and compared.</a:t>
              </a:r>
            </a:p>
          </p:txBody>
        </p:sp>
        <p:sp>
          <p:nvSpPr>
            <p:cNvPr id="113" name="Rounded Rectangle 112">
              <a:extLst>
                <a:ext uri="{FF2B5EF4-FFF2-40B4-BE49-F238E27FC236}">
                  <a16:creationId xmlns:a16="http://schemas.microsoft.com/office/drawing/2014/main" id="{AF5B2FB1-173A-D796-584F-C0DE61CDA024}"/>
                </a:ext>
              </a:extLst>
            </p:cNvPr>
            <p:cNvSpPr/>
            <p:nvPr/>
          </p:nvSpPr>
          <p:spPr>
            <a:xfrm>
              <a:off x="539496" y="5596128"/>
              <a:ext cx="2029968" cy="292608"/>
            </a:xfrm>
            <a:prstGeom prst="roundRect">
              <a:avLst>
                <a:gd name="adj" fmla="val 14000"/>
              </a:avLst>
            </a:prstGeom>
            <a:solidFill>
              <a:srgbClr val="20232B"/>
            </a:solidFill>
            <a:ln>
              <a:noFill/>
            </a:ln>
          </p:spPr>
          <p:txBody>
            <a:bodyPr rtlCol="0" anchor="ctr"/>
            <a:lstStyle/>
            <a:p>
              <a:pPr algn="ctr"/>
              <a:endParaRPr/>
            </a:p>
          </p:txBody>
        </p:sp>
        <p:sp>
          <p:nvSpPr>
            <p:cNvPr id="114" name="TextBox 113">
              <a:extLst>
                <a:ext uri="{FF2B5EF4-FFF2-40B4-BE49-F238E27FC236}">
                  <a16:creationId xmlns:a16="http://schemas.microsoft.com/office/drawing/2014/main" id="{91ED1793-9B9A-7EEF-F283-9C9DC80A43C9}"/>
                </a:ext>
              </a:extLst>
            </p:cNvPr>
            <p:cNvSpPr txBox="1"/>
            <p:nvPr/>
          </p:nvSpPr>
          <p:spPr>
            <a:xfrm>
              <a:off x="594360" y="5596128"/>
              <a:ext cx="1920240" cy="292608"/>
            </a:xfrm>
            <a:prstGeom prst="rect">
              <a:avLst/>
            </a:prstGeom>
            <a:noFill/>
          </p:spPr>
          <p:txBody>
            <a:bodyPr wrap="square" lIns="18288" tIns="18288" rIns="18288" bIns="18288" anchor="ctr"/>
            <a:lstStyle/>
            <a:p>
              <a:pPr algn="ctr">
                <a:lnSpc>
                  <a:spcPct val="100000"/>
                </a:lnSpc>
                <a:spcBef>
                  <a:spcPts val="0"/>
                </a:spcBef>
                <a:spcAft>
                  <a:spcPts val="0"/>
                </a:spcAft>
              </a:pPr>
              <a:r>
                <a:rPr sz="1000" b="1" i="0">
                  <a:solidFill>
                    <a:srgbClr val="B39DFF"/>
                  </a:solidFill>
                  <a:latin typeface="Calibri"/>
                </a:rPr>
                <a:t>context span</a:t>
              </a:r>
            </a:p>
          </p:txBody>
        </p:sp>
        <p:sp>
          <p:nvSpPr>
            <p:cNvPr id="115" name="Rounded Rectangle 114">
              <a:extLst>
                <a:ext uri="{FF2B5EF4-FFF2-40B4-BE49-F238E27FC236}">
                  <a16:creationId xmlns:a16="http://schemas.microsoft.com/office/drawing/2014/main" id="{B08085A8-624D-7A2F-6780-4D25EDAE65A1}"/>
                </a:ext>
              </a:extLst>
            </p:cNvPr>
            <p:cNvSpPr/>
            <p:nvPr/>
          </p:nvSpPr>
          <p:spPr>
            <a:xfrm>
              <a:off x="3099816" y="5596128"/>
              <a:ext cx="2029968" cy="292608"/>
            </a:xfrm>
            <a:prstGeom prst="roundRect">
              <a:avLst>
                <a:gd name="adj" fmla="val 14000"/>
              </a:avLst>
            </a:prstGeom>
            <a:solidFill>
              <a:srgbClr val="20232B"/>
            </a:solidFill>
            <a:ln>
              <a:noFill/>
            </a:ln>
          </p:spPr>
          <p:txBody>
            <a:bodyPr rtlCol="0" anchor="ctr"/>
            <a:lstStyle/>
            <a:p>
              <a:pPr algn="ctr"/>
              <a:endParaRPr/>
            </a:p>
          </p:txBody>
        </p:sp>
        <p:sp>
          <p:nvSpPr>
            <p:cNvPr id="116" name="TextBox 115">
              <a:extLst>
                <a:ext uri="{FF2B5EF4-FFF2-40B4-BE49-F238E27FC236}">
                  <a16:creationId xmlns:a16="http://schemas.microsoft.com/office/drawing/2014/main" id="{B688BD52-FA52-FE2A-C4E0-86A498C70A9E}"/>
                </a:ext>
              </a:extLst>
            </p:cNvPr>
            <p:cNvSpPr txBox="1"/>
            <p:nvPr/>
          </p:nvSpPr>
          <p:spPr>
            <a:xfrm>
              <a:off x="3154680" y="5596128"/>
              <a:ext cx="1920240" cy="292608"/>
            </a:xfrm>
            <a:prstGeom prst="rect">
              <a:avLst/>
            </a:prstGeom>
            <a:noFill/>
          </p:spPr>
          <p:txBody>
            <a:bodyPr wrap="square" lIns="18288" tIns="18288" rIns="18288" bIns="18288" anchor="ctr"/>
            <a:lstStyle/>
            <a:p>
              <a:pPr algn="ctr">
                <a:lnSpc>
                  <a:spcPct val="100000"/>
                </a:lnSpc>
                <a:spcBef>
                  <a:spcPts val="0"/>
                </a:spcBef>
                <a:spcAft>
                  <a:spcPts val="0"/>
                </a:spcAft>
              </a:pPr>
              <a:r>
                <a:rPr sz="1000" b="1" i="0">
                  <a:solidFill>
                    <a:srgbClr val="B39DFF"/>
                  </a:solidFill>
                  <a:latin typeface="Calibri"/>
                </a:rPr>
                <a:t>route span</a:t>
              </a:r>
            </a:p>
          </p:txBody>
        </p:sp>
        <p:sp>
          <p:nvSpPr>
            <p:cNvPr id="117" name="Rounded Rectangle 116">
              <a:extLst>
                <a:ext uri="{FF2B5EF4-FFF2-40B4-BE49-F238E27FC236}">
                  <a16:creationId xmlns:a16="http://schemas.microsoft.com/office/drawing/2014/main" id="{ECC3D971-C85E-419F-DDD5-785070CCDDAE}"/>
                </a:ext>
              </a:extLst>
            </p:cNvPr>
            <p:cNvSpPr/>
            <p:nvPr/>
          </p:nvSpPr>
          <p:spPr>
            <a:xfrm>
              <a:off x="5660136" y="5596128"/>
              <a:ext cx="3383280" cy="292608"/>
            </a:xfrm>
            <a:prstGeom prst="roundRect">
              <a:avLst>
                <a:gd name="adj" fmla="val 14000"/>
              </a:avLst>
            </a:prstGeom>
            <a:solidFill>
              <a:srgbClr val="20232B"/>
            </a:solidFill>
            <a:ln w="12700">
              <a:solidFill>
                <a:srgbClr val="F06521"/>
              </a:solidFill>
            </a:ln>
          </p:spPr>
          <p:txBody>
            <a:bodyPr rtlCol="0" anchor="ctr"/>
            <a:lstStyle/>
            <a:p>
              <a:pPr algn="ctr"/>
              <a:endParaRPr/>
            </a:p>
          </p:txBody>
        </p:sp>
        <p:sp>
          <p:nvSpPr>
            <p:cNvPr id="118" name="TextBox 117">
              <a:extLst>
                <a:ext uri="{FF2B5EF4-FFF2-40B4-BE49-F238E27FC236}">
                  <a16:creationId xmlns:a16="http://schemas.microsoft.com/office/drawing/2014/main" id="{0036EC82-0C29-6257-2F12-771061CE81EC}"/>
                </a:ext>
              </a:extLst>
            </p:cNvPr>
            <p:cNvSpPr txBox="1"/>
            <p:nvPr/>
          </p:nvSpPr>
          <p:spPr>
            <a:xfrm>
              <a:off x="5715000" y="5596128"/>
              <a:ext cx="3273552" cy="292608"/>
            </a:xfrm>
            <a:prstGeom prst="rect">
              <a:avLst/>
            </a:prstGeom>
            <a:noFill/>
          </p:spPr>
          <p:txBody>
            <a:bodyPr wrap="square" lIns="18288" tIns="18288" rIns="18288" bIns="18288" anchor="ctr"/>
            <a:lstStyle/>
            <a:p>
              <a:pPr algn="ctr">
                <a:lnSpc>
                  <a:spcPct val="100000"/>
                </a:lnSpc>
                <a:spcBef>
                  <a:spcPts val="0"/>
                </a:spcBef>
                <a:spcAft>
                  <a:spcPts val="0"/>
                </a:spcAft>
              </a:pPr>
              <a:r>
                <a:rPr sz="1000" b="1" i="0">
                  <a:solidFill>
                    <a:srgbClr val="F06521"/>
                  </a:solidFill>
                  <a:latin typeface="Calibri"/>
                </a:rPr>
                <a:t>model span  ·  TTFT · TPOT · tokens</a:t>
              </a:r>
            </a:p>
          </p:txBody>
        </p:sp>
        <p:sp>
          <p:nvSpPr>
            <p:cNvPr id="119" name="Rounded Rectangle 118">
              <a:extLst>
                <a:ext uri="{FF2B5EF4-FFF2-40B4-BE49-F238E27FC236}">
                  <a16:creationId xmlns:a16="http://schemas.microsoft.com/office/drawing/2014/main" id="{AC3B0C7D-8D87-97A3-569D-D60CA38186A3}"/>
                </a:ext>
              </a:extLst>
            </p:cNvPr>
            <p:cNvSpPr/>
            <p:nvPr/>
          </p:nvSpPr>
          <p:spPr>
            <a:xfrm>
              <a:off x="9573768" y="5596128"/>
              <a:ext cx="2029968" cy="292608"/>
            </a:xfrm>
            <a:prstGeom prst="roundRect">
              <a:avLst>
                <a:gd name="adj" fmla="val 14000"/>
              </a:avLst>
            </a:prstGeom>
            <a:solidFill>
              <a:srgbClr val="20232B"/>
            </a:solidFill>
            <a:ln>
              <a:noFill/>
            </a:ln>
          </p:spPr>
          <p:txBody>
            <a:bodyPr rtlCol="0" anchor="ctr"/>
            <a:lstStyle/>
            <a:p>
              <a:pPr algn="ctr"/>
              <a:endParaRPr/>
            </a:p>
          </p:txBody>
        </p:sp>
        <p:sp>
          <p:nvSpPr>
            <p:cNvPr id="120" name="TextBox 119">
              <a:extLst>
                <a:ext uri="{FF2B5EF4-FFF2-40B4-BE49-F238E27FC236}">
                  <a16:creationId xmlns:a16="http://schemas.microsoft.com/office/drawing/2014/main" id="{EA27B577-3F08-DD51-90CE-A1A219F6CE5C}"/>
                </a:ext>
              </a:extLst>
            </p:cNvPr>
            <p:cNvSpPr txBox="1"/>
            <p:nvPr/>
          </p:nvSpPr>
          <p:spPr>
            <a:xfrm>
              <a:off x="9628632" y="5596128"/>
              <a:ext cx="1920240" cy="292608"/>
            </a:xfrm>
            <a:prstGeom prst="rect">
              <a:avLst/>
            </a:prstGeom>
            <a:noFill/>
          </p:spPr>
          <p:txBody>
            <a:bodyPr wrap="square" lIns="18288" tIns="18288" rIns="18288" bIns="18288" anchor="ctr"/>
            <a:lstStyle/>
            <a:p>
              <a:pPr algn="ctr">
                <a:lnSpc>
                  <a:spcPct val="100000"/>
                </a:lnSpc>
                <a:spcBef>
                  <a:spcPts val="0"/>
                </a:spcBef>
                <a:spcAft>
                  <a:spcPts val="0"/>
                </a:spcAft>
              </a:pPr>
              <a:r>
                <a:rPr sz="1000" b="1" i="0">
                  <a:solidFill>
                    <a:srgbClr val="B39DFF"/>
                  </a:solidFill>
                  <a:latin typeface="Calibri"/>
                </a:rPr>
                <a:t>tool span  ·  latency</a:t>
              </a:r>
            </a:p>
          </p:txBody>
        </p:sp>
      </p:grpSp>
    </p:spTree>
    <p:extLst>
      <p:ext uri="{BB962C8B-B14F-4D97-AF65-F5344CB8AC3E}">
        <p14:creationId xmlns:p14="http://schemas.microsoft.com/office/powerpoint/2010/main" val="120371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par>
                          <p:cTn id="8" fill="hold">
                            <p:stCondLst>
                              <p:cond delay="450"/>
                            </p:stCondLst>
                            <p:childTnLst>
                              <p:par>
                                <p:cTn id="9" presetID="10" presetClass="entr" presetSubtype="0" fill="hold" nodeType="afterEffect">
                                  <p:stCondLst>
                                    <p:cond delay="0"/>
                                  </p:stCondLst>
                                  <p:childTnLst>
                                    <p:set>
                                      <p:cBhvr>
                                        <p:cTn id="10" dur="1" fill="hold">
                                          <p:stCondLst>
                                            <p:cond delay="0"/>
                                          </p:stCondLst>
                                        </p:cTn>
                                        <p:tgtEl>
                                          <p:spTgt spid="96"/>
                                        </p:tgtEl>
                                        <p:attrNameLst>
                                          <p:attrName>style.visibility</p:attrName>
                                        </p:attrNameLst>
                                      </p:cBhvr>
                                      <p:to>
                                        <p:strVal val="visible"/>
                                      </p:to>
                                    </p:set>
                                    <p:animEffect transition="in" filter="fade">
                                      <p:cBhvr>
                                        <p:cTn id="11" dur="450"/>
                                        <p:tgtEl>
                                          <p:spTgt spid="96"/>
                                        </p:tgtEl>
                                      </p:cBhvr>
                                    </p:animEffect>
                                  </p:childTnLst>
                                </p:cTn>
                              </p:par>
                              <p:par>
                                <p:cTn id="12" presetID="10" presetClass="entr" presetSubtype="0" fill="hold"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50"/>
                                        <p:tgtEl>
                                          <p:spTgt spid="25"/>
                                        </p:tgtEl>
                                      </p:cBhvr>
                                    </p:animEffect>
                                  </p:childTnLst>
                                </p:cTn>
                              </p:par>
                            </p:childTnLst>
                          </p:cTn>
                        </p:par>
                        <p:par>
                          <p:cTn id="15" fill="hold">
                            <p:stCondLst>
                              <p:cond delay="900"/>
                            </p:stCondLst>
                            <p:childTnLst>
                              <p:par>
                                <p:cTn id="16" presetID="10" presetClass="entr" presetSubtype="0" fill="hold" nodeType="afterEffect">
                                  <p:stCondLst>
                                    <p:cond delay="0"/>
                                  </p:stCondLst>
                                  <p:childTnLst>
                                    <p:set>
                                      <p:cBhvr>
                                        <p:cTn id="17" dur="1" fill="hold">
                                          <p:stCondLst>
                                            <p:cond delay="0"/>
                                          </p:stCondLst>
                                        </p:cTn>
                                        <p:tgtEl>
                                          <p:spTgt spid="98"/>
                                        </p:tgtEl>
                                        <p:attrNameLst>
                                          <p:attrName>style.visibility</p:attrName>
                                        </p:attrNameLst>
                                      </p:cBhvr>
                                      <p:to>
                                        <p:strVal val="visible"/>
                                      </p:to>
                                    </p:set>
                                    <p:animEffect transition="in" filter="fade">
                                      <p:cBhvr>
                                        <p:cTn id="18" dur="450"/>
                                        <p:tgtEl>
                                          <p:spTgt spid="98"/>
                                        </p:tgtEl>
                                      </p:cBhvr>
                                    </p:animEffect>
                                  </p:childTnLst>
                                </p:cTn>
                              </p:par>
                              <p:par>
                                <p:cTn id="19" presetID="10"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450"/>
                                        <p:tgtEl>
                                          <p:spTgt spid="42"/>
                                        </p:tgtEl>
                                      </p:cBhvr>
                                    </p:animEffect>
                                  </p:childTnLst>
                                </p:cTn>
                              </p:par>
                            </p:childTnLst>
                          </p:cTn>
                        </p:par>
                        <p:par>
                          <p:cTn id="22" fill="hold">
                            <p:stCondLst>
                              <p:cond delay="1350"/>
                            </p:stCondLst>
                            <p:childTnLst>
                              <p:par>
                                <p:cTn id="23" presetID="10" presetClass="entr" presetSubtype="0" fill="hold" nodeType="afterEffect">
                                  <p:stCondLst>
                                    <p:cond delay="0"/>
                                  </p:stCondLst>
                                  <p:childTnLst>
                                    <p:set>
                                      <p:cBhvr>
                                        <p:cTn id="24" dur="1" fill="hold">
                                          <p:stCondLst>
                                            <p:cond delay="0"/>
                                          </p:stCondLst>
                                        </p:cTn>
                                        <p:tgtEl>
                                          <p:spTgt spid="100"/>
                                        </p:tgtEl>
                                        <p:attrNameLst>
                                          <p:attrName>style.visibility</p:attrName>
                                        </p:attrNameLst>
                                      </p:cBhvr>
                                      <p:to>
                                        <p:strVal val="visible"/>
                                      </p:to>
                                    </p:set>
                                    <p:animEffect transition="in" filter="fade">
                                      <p:cBhvr>
                                        <p:cTn id="25" dur="450"/>
                                        <p:tgtEl>
                                          <p:spTgt spid="100"/>
                                        </p:tgtEl>
                                      </p:cBhvr>
                                    </p:animEffect>
                                  </p:childTnLst>
                                </p:cTn>
                              </p:par>
                              <p:par>
                                <p:cTn id="26" presetID="10" presetClass="entr" presetSubtype="0" fill="hold" nodeType="with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fade">
                                      <p:cBhvr>
                                        <p:cTn id="28" dur="450"/>
                                        <p:tgtEl>
                                          <p:spTgt spid="74"/>
                                        </p:tgtEl>
                                      </p:cBhvr>
                                    </p:animEffect>
                                  </p:childTnLst>
                                </p:cTn>
                              </p:par>
                            </p:childTnLst>
                          </p:cTn>
                        </p:par>
                        <p:par>
                          <p:cTn id="29" fill="hold">
                            <p:stCondLst>
                              <p:cond delay="1800"/>
                            </p:stCondLst>
                            <p:childTnLst>
                              <p:par>
                                <p:cTn id="30" presetID="10" presetClass="entr" presetSubtype="0" fill="hold" nodeType="afterEffect">
                                  <p:stCondLst>
                                    <p:cond delay="0"/>
                                  </p:stCondLst>
                                  <p:childTnLst>
                                    <p:set>
                                      <p:cBhvr>
                                        <p:cTn id="31" dur="1" fill="hold">
                                          <p:stCondLst>
                                            <p:cond delay="0"/>
                                          </p:stCondLst>
                                        </p:cTn>
                                        <p:tgtEl>
                                          <p:spTgt spid="103"/>
                                        </p:tgtEl>
                                        <p:attrNameLst>
                                          <p:attrName>style.visibility</p:attrName>
                                        </p:attrNameLst>
                                      </p:cBhvr>
                                      <p:to>
                                        <p:strVal val="visible"/>
                                      </p:to>
                                    </p:set>
                                    <p:animEffect transition="in" filter="fade">
                                      <p:cBhvr>
                                        <p:cTn id="32" dur="450"/>
                                        <p:tgtEl>
                                          <p:spTgt spid="103"/>
                                        </p:tgtEl>
                                      </p:cBhvr>
                                    </p:animEffect>
                                  </p:childTnLst>
                                </p:cTn>
                              </p:par>
                            </p:childTnLst>
                          </p:cTn>
                        </p:par>
                        <p:par>
                          <p:cTn id="33" fill="hold">
                            <p:stCondLst>
                              <p:cond delay="2250"/>
                            </p:stCondLst>
                            <p:childTnLst>
                              <p:par>
                                <p:cTn id="34" presetID="10" presetClass="entr" presetSubtype="0" fill="hold" nodeType="afterEffect">
                                  <p:stCondLst>
                                    <p:cond delay="0"/>
                                  </p:stCondLst>
                                  <p:childTnLst>
                                    <p:set>
                                      <p:cBhvr>
                                        <p:cTn id="35" dur="1" fill="hold">
                                          <p:stCondLst>
                                            <p:cond delay="0"/>
                                          </p:stCondLst>
                                        </p:cTn>
                                        <p:tgtEl>
                                          <p:spTgt spid="106"/>
                                        </p:tgtEl>
                                        <p:attrNameLst>
                                          <p:attrName>style.visibility</p:attrName>
                                        </p:attrNameLst>
                                      </p:cBhvr>
                                      <p:to>
                                        <p:strVal val="visible"/>
                                      </p:to>
                                    </p:set>
                                    <p:animEffect transition="in" filter="fade">
                                      <p:cBhvr>
                                        <p:cTn id="36" dur="450"/>
                                        <p:tgtEl>
                                          <p:spTgt spid="106"/>
                                        </p:tgtEl>
                                      </p:cBhvr>
                                    </p:animEffect>
                                  </p:childTnLst>
                                </p:cTn>
                              </p:par>
                            </p:childTnLst>
                          </p:cTn>
                        </p:par>
                        <p:par>
                          <p:cTn id="37" fill="hold">
                            <p:stCondLst>
                              <p:cond delay="2700"/>
                            </p:stCondLst>
                            <p:childTnLst>
                              <p:par>
                                <p:cTn id="38" presetID="10" presetClass="entr" presetSubtype="0" fill="hold" nodeType="afterEffect">
                                  <p:stCondLst>
                                    <p:cond delay="0"/>
                                  </p:stCondLst>
                                  <p:childTnLst>
                                    <p:set>
                                      <p:cBhvr>
                                        <p:cTn id="39" dur="1" fill="hold">
                                          <p:stCondLst>
                                            <p:cond delay="0"/>
                                          </p:stCondLst>
                                        </p:cTn>
                                        <p:tgtEl>
                                          <p:spTgt spid="109"/>
                                        </p:tgtEl>
                                        <p:attrNameLst>
                                          <p:attrName>style.visibility</p:attrName>
                                        </p:attrNameLst>
                                      </p:cBhvr>
                                      <p:to>
                                        <p:strVal val="visible"/>
                                      </p:to>
                                    </p:set>
                                    <p:animEffect transition="in" filter="fade">
                                      <p:cBhvr>
                                        <p:cTn id="40" dur="45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111B77-045C-7670-26D8-AC19A6852719}"/>
              </a:ext>
            </a:extLst>
          </p:cNvPr>
          <p:cNvSpPr/>
          <p:nvPr/>
        </p:nvSpPr>
        <p:spPr>
          <a:xfrm>
            <a:off x="457200" y="300000"/>
            <a:ext cx="11247120" cy="36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ctr"/>
          <a:lstStyle/>
          <a:p>
            <a:r>
              <a:rPr lang="en-IN" sz="2600" b="1" dirty="0">
                <a:solidFill>
                  <a:srgbClr val="F5F7FA"/>
                </a:solidFill>
                <a:latin typeface="Calibri"/>
              </a:rPr>
              <a:t>WebVoyager: a browser agent on the live web</a:t>
            </a:r>
          </a:p>
        </p:txBody>
      </p:sp>
      <p:sp>
        <p:nvSpPr>
          <p:cNvPr id="5" name="Rectangle 4">
            <a:extLst>
              <a:ext uri="{FF2B5EF4-FFF2-40B4-BE49-F238E27FC236}">
                <a16:creationId xmlns:a16="http://schemas.microsoft.com/office/drawing/2014/main" id="{9CAC4DD8-4C45-53B3-3D70-FE2036E1D8F0}"/>
              </a:ext>
            </a:extLst>
          </p:cNvPr>
          <p:cNvSpPr/>
          <p:nvPr/>
        </p:nvSpPr>
        <p:spPr>
          <a:xfrm>
            <a:off x="457200" y="660000"/>
            <a:ext cx="1124712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60000" bIns="0" rtlCol="0" anchor="ctr"/>
          <a:lstStyle/>
          <a:p>
            <a:pPr algn="l">
              <a:spcBef>
                <a:spcPts val="0"/>
              </a:spcBef>
              <a:spcAft>
                <a:spcPts val="0"/>
              </a:spcAft>
            </a:pPr>
            <a:r>
              <a:rPr sz="1200" b="0" dirty="0">
                <a:solidFill>
                  <a:srgbClr val="AEB6C2"/>
                </a:solidFill>
                <a:latin typeface="Calibri"/>
              </a:rPr>
              <a:t>Five nodes in a loop; tools resolve through one PACE registry; live Chrome over CDP.</a:t>
            </a:r>
          </a:p>
        </p:txBody>
      </p:sp>
      <p:sp>
        <p:nvSpPr>
          <p:cNvPr id="7" name="Rectangle 6">
            <a:extLst>
              <a:ext uri="{FF2B5EF4-FFF2-40B4-BE49-F238E27FC236}">
                <a16:creationId xmlns:a16="http://schemas.microsoft.com/office/drawing/2014/main" id="{2FA69308-EDF0-3D4B-90F7-261D404991BB}"/>
              </a:ext>
            </a:extLst>
          </p:cNvPr>
          <p:cNvSpPr/>
          <p:nvPr/>
        </p:nvSpPr>
        <p:spPr>
          <a:xfrm>
            <a:off x="457200" y="980000"/>
            <a:ext cx="4500000" cy="940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5DAA8BC7-4FFD-A61F-7AA8-A7CB1EE803BC}"/>
              </a:ext>
            </a:extLst>
          </p:cNvPr>
          <p:cNvSpPr/>
          <p:nvPr/>
        </p:nvSpPr>
        <p:spPr>
          <a:xfrm>
            <a:off x="587200" y="1035000"/>
            <a:ext cx="4240000"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t"/>
          <a:lstStyle/>
          <a:p>
            <a:pPr algn="l">
              <a:spcBef>
                <a:spcPts val="0"/>
              </a:spcBef>
              <a:spcAft>
                <a:spcPts val="0"/>
              </a:spcAft>
            </a:pPr>
            <a:r>
              <a:rPr sz="1400" b="1">
                <a:solidFill>
                  <a:srgbClr val="55D8E8"/>
                </a:solidFill>
                <a:latin typeface="Calibri"/>
              </a:rPr>
              <a:t>load</a:t>
            </a:r>
          </a:p>
        </p:txBody>
      </p:sp>
      <p:sp>
        <p:nvSpPr>
          <p:cNvPr id="11" name="Rectangle 10">
            <a:extLst>
              <a:ext uri="{FF2B5EF4-FFF2-40B4-BE49-F238E27FC236}">
                <a16:creationId xmlns:a16="http://schemas.microsoft.com/office/drawing/2014/main" id="{D3990E4A-62D9-62B5-7A1F-F2F270C0C91C}"/>
              </a:ext>
            </a:extLst>
          </p:cNvPr>
          <p:cNvSpPr/>
          <p:nvPr/>
        </p:nvSpPr>
        <p:spPr>
          <a:xfrm>
            <a:off x="587200" y="1280000"/>
            <a:ext cx="4240000" cy="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60000" bIns="0" rtlCol="0" anchor="t"/>
          <a:lstStyle/>
          <a:p>
            <a:pPr algn="l">
              <a:spcBef>
                <a:spcPts val="0"/>
              </a:spcBef>
              <a:spcAft>
                <a:spcPts val="0"/>
              </a:spcAft>
            </a:pPr>
            <a:r>
              <a:rPr sz="1200" b="0">
                <a:solidFill>
                  <a:srgbClr val="AEB6C2"/>
                </a:solidFill>
                <a:latin typeface="Calibri"/>
              </a:rPr>
              <a:t>Navigate to start_url and seed the WebVoyager system prompt.</a:t>
            </a:r>
          </a:p>
        </p:txBody>
      </p:sp>
      <p:sp>
        <p:nvSpPr>
          <p:cNvPr id="13" name="Rectangle 12">
            <a:extLst>
              <a:ext uri="{FF2B5EF4-FFF2-40B4-BE49-F238E27FC236}">
                <a16:creationId xmlns:a16="http://schemas.microsoft.com/office/drawing/2014/main" id="{52A12187-503B-29FF-AEE8-FE45A835DD73}"/>
              </a:ext>
            </a:extLst>
          </p:cNvPr>
          <p:cNvSpPr/>
          <p:nvPr/>
        </p:nvSpPr>
        <p:spPr>
          <a:xfrm>
            <a:off x="457200" y="1910000"/>
            <a:ext cx="4500000" cy="17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Bef>
                <a:spcPts val="0"/>
              </a:spcBef>
              <a:spcAft>
                <a:spcPts val="0"/>
              </a:spcAft>
            </a:pPr>
            <a:r>
              <a:rPr sz="1300" b="1">
                <a:solidFill>
                  <a:srgbClr val="7C8494"/>
                </a:solidFill>
                <a:latin typeface="Calibri"/>
              </a:rPr>
              <a:t>↓</a:t>
            </a:r>
          </a:p>
        </p:txBody>
      </p:sp>
      <p:sp>
        <p:nvSpPr>
          <p:cNvPr id="15" name="Rectangle 14">
            <a:extLst>
              <a:ext uri="{FF2B5EF4-FFF2-40B4-BE49-F238E27FC236}">
                <a16:creationId xmlns:a16="http://schemas.microsoft.com/office/drawing/2014/main" id="{DF7D9E08-4769-6605-3FDC-AF78FB84B4D6}"/>
              </a:ext>
            </a:extLst>
          </p:cNvPr>
          <p:cNvSpPr/>
          <p:nvPr/>
        </p:nvSpPr>
        <p:spPr>
          <a:xfrm>
            <a:off x="457200" y="2070000"/>
            <a:ext cx="4500000" cy="940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7EFB4701-A7C3-C115-B574-0D55AEC2563F}"/>
              </a:ext>
            </a:extLst>
          </p:cNvPr>
          <p:cNvSpPr/>
          <p:nvPr/>
        </p:nvSpPr>
        <p:spPr>
          <a:xfrm>
            <a:off x="587200" y="2125000"/>
            <a:ext cx="4240000"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t"/>
          <a:lstStyle/>
          <a:p>
            <a:pPr algn="l">
              <a:spcBef>
                <a:spcPts val="0"/>
              </a:spcBef>
              <a:spcAft>
                <a:spcPts val="0"/>
              </a:spcAft>
            </a:pPr>
            <a:r>
              <a:rPr sz="1400" b="1">
                <a:solidFill>
                  <a:srgbClr val="82AFFF"/>
                </a:solidFill>
                <a:latin typeface="Calibri"/>
              </a:rPr>
              <a:t>observe</a:t>
            </a:r>
          </a:p>
        </p:txBody>
      </p:sp>
      <p:sp>
        <p:nvSpPr>
          <p:cNvPr id="19" name="Rectangle 18">
            <a:extLst>
              <a:ext uri="{FF2B5EF4-FFF2-40B4-BE49-F238E27FC236}">
                <a16:creationId xmlns:a16="http://schemas.microsoft.com/office/drawing/2014/main" id="{4FAFC2E6-BAF0-9B6A-ED30-3FF5DC3BBCFD}"/>
              </a:ext>
            </a:extLst>
          </p:cNvPr>
          <p:cNvSpPr/>
          <p:nvPr/>
        </p:nvSpPr>
        <p:spPr>
          <a:xfrm>
            <a:off x="587200" y="2370000"/>
            <a:ext cx="4240000" cy="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60000" bIns="0" rtlCol="0" anchor="t"/>
          <a:lstStyle/>
          <a:p>
            <a:pPr algn="l">
              <a:spcBef>
                <a:spcPts val="0"/>
              </a:spcBef>
              <a:spcAft>
                <a:spcPts val="0"/>
              </a:spcAft>
            </a:pPr>
            <a:r>
              <a:rPr sz="1200" b="0">
                <a:solidFill>
                  <a:srgbClr val="AEB6C2"/>
                </a:solidFill>
                <a:latin typeface="Calibri"/>
              </a:rPr>
              <a:t>observe_ax + dedup + html_parse → compact accessibility tree.</a:t>
            </a:r>
          </a:p>
        </p:txBody>
      </p:sp>
      <p:sp>
        <p:nvSpPr>
          <p:cNvPr id="21" name="Rectangle 20">
            <a:extLst>
              <a:ext uri="{FF2B5EF4-FFF2-40B4-BE49-F238E27FC236}">
                <a16:creationId xmlns:a16="http://schemas.microsoft.com/office/drawing/2014/main" id="{7166C922-BD4B-91A9-F759-D20ED617B99D}"/>
              </a:ext>
            </a:extLst>
          </p:cNvPr>
          <p:cNvSpPr/>
          <p:nvPr/>
        </p:nvSpPr>
        <p:spPr>
          <a:xfrm>
            <a:off x="457200" y="3000000"/>
            <a:ext cx="4500000" cy="17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Bef>
                <a:spcPts val="0"/>
              </a:spcBef>
              <a:spcAft>
                <a:spcPts val="0"/>
              </a:spcAft>
            </a:pPr>
            <a:r>
              <a:rPr sz="1300" b="1">
                <a:solidFill>
                  <a:srgbClr val="7C8494"/>
                </a:solidFill>
                <a:latin typeface="Calibri"/>
              </a:rPr>
              <a:t>↓</a:t>
            </a:r>
          </a:p>
        </p:txBody>
      </p:sp>
      <p:sp>
        <p:nvSpPr>
          <p:cNvPr id="23" name="Rectangle 22">
            <a:extLst>
              <a:ext uri="{FF2B5EF4-FFF2-40B4-BE49-F238E27FC236}">
                <a16:creationId xmlns:a16="http://schemas.microsoft.com/office/drawing/2014/main" id="{183ABE1C-5D3C-050F-679B-37C18B059257}"/>
              </a:ext>
            </a:extLst>
          </p:cNvPr>
          <p:cNvSpPr/>
          <p:nvPr/>
        </p:nvSpPr>
        <p:spPr>
          <a:xfrm>
            <a:off x="457200" y="3160000"/>
            <a:ext cx="4500000" cy="940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400314FE-08A7-AAB5-19CB-7F80D5EB721B}"/>
              </a:ext>
            </a:extLst>
          </p:cNvPr>
          <p:cNvSpPr/>
          <p:nvPr/>
        </p:nvSpPr>
        <p:spPr>
          <a:xfrm>
            <a:off x="587200" y="3215000"/>
            <a:ext cx="4240000"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t"/>
          <a:lstStyle/>
          <a:p>
            <a:pPr algn="l">
              <a:spcBef>
                <a:spcPts val="0"/>
              </a:spcBef>
              <a:spcAft>
                <a:spcPts val="0"/>
              </a:spcAft>
            </a:pPr>
            <a:r>
              <a:rPr sz="1400" b="1">
                <a:solidFill>
                  <a:srgbClr val="F6C85F"/>
                </a:solidFill>
                <a:latin typeface="Calibri"/>
              </a:rPr>
              <a:t>plan</a:t>
            </a:r>
          </a:p>
        </p:txBody>
      </p:sp>
      <p:sp>
        <p:nvSpPr>
          <p:cNvPr id="27" name="Rectangle 26">
            <a:extLst>
              <a:ext uri="{FF2B5EF4-FFF2-40B4-BE49-F238E27FC236}">
                <a16:creationId xmlns:a16="http://schemas.microsoft.com/office/drawing/2014/main" id="{84C9BADB-388C-423A-0A00-A61579818312}"/>
              </a:ext>
            </a:extLst>
          </p:cNvPr>
          <p:cNvSpPr/>
          <p:nvPr/>
        </p:nvSpPr>
        <p:spPr>
          <a:xfrm>
            <a:off x="587200" y="3460000"/>
            <a:ext cx="4240000" cy="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60000" bIns="0" rtlCol="0" anchor="t"/>
          <a:lstStyle/>
          <a:p>
            <a:pPr algn="l">
              <a:spcBef>
                <a:spcPts val="0"/>
              </a:spcBef>
              <a:spcAft>
                <a:spcPts val="0"/>
              </a:spcAft>
            </a:pPr>
            <a:r>
              <a:rPr sz="1200" b="0">
                <a:solidFill>
                  <a:srgbClr val="AEB6C2"/>
                </a:solidFill>
                <a:latin typeface="Calibri"/>
              </a:rPr>
              <a:t>LLM complete() picks a Thought / Action from the message history.</a:t>
            </a:r>
          </a:p>
        </p:txBody>
      </p:sp>
      <p:sp>
        <p:nvSpPr>
          <p:cNvPr id="29" name="Rectangle 28">
            <a:extLst>
              <a:ext uri="{FF2B5EF4-FFF2-40B4-BE49-F238E27FC236}">
                <a16:creationId xmlns:a16="http://schemas.microsoft.com/office/drawing/2014/main" id="{7F19AEB4-6995-9748-9736-B8C66D6A3B9E}"/>
              </a:ext>
            </a:extLst>
          </p:cNvPr>
          <p:cNvSpPr/>
          <p:nvPr/>
        </p:nvSpPr>
        <p:spPr>
          <a:xfrm>
            <a:off x="457200" y="4090000"/>
            <a:ext cx="4500000" cy="17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Bef>
                <a:spcPts val="0"/>
              </a:spcBef>
              <a:spcAft>
                <a:spcPts val="0"/>
              </a:spcAft>
            </a:pPr>
            <a:r>
              <a:rPr sz="1300" b="1">
                <a:solidFill>
                  <a:srgbClr val="7C8494"/>
                </a:solidFill>
                <a:latin typeface="Calibri"/>
              </a:rPr>
              <a:t>↓</a:t>
            </a:r>
          </a:p>
        </p:txBody>
      </p:sp>
      <p:sp>
        <p:nvSpPr>
          <p:cNvPr id="31" name="Rectangle 30">
            <a:extLst>
              <a:ext uri="{FF2B5EF4-FFF2-40B4-BE49-F238E27FC236}">
                <a16:creationId xmlns:a16="http://schemas.microsoft.com/office/drawing/2014/main" id="{255835B4-A686-EF8B-43D1-95C396EE8683}"/>
              </a:ext>
            </a:extLst>
          </p:cNvPr>
          <p:cNvSpPr/>
          <p:nvPr/>
        </p:nvSpPr>
        <p:spPr>
          <a:xfrm>
            <a:off x="457200" y="4250000"/>
            <a:ext cx="4500000" cy="940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1C133302-185A-4CB8-2EF2-0AD53D176EC9}"/>
              </a:ext>
            </a:extLst>
          </p:cNvPr>
          <p:cNvSpPr/>
          <p:nvPr/>
        </p:nvSpPr>
        <p:spPr>
          <a:xfrm>
            <a:off x="587200" y="4305000"/>
            <a:ext cx="4240000"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t"/>
          <a:lstStyle/>
          <a:p>
            <a:pPr algn="l">
              <a:spcBef>
                <a:spcPts val="0"/>
              </a:spcBef>
              <a:spcAft>
                <a:spcPts val="0"/>
              </a:spcAft>
            </a:pPr>
            <a:r>
              <a:rPr sz="1400" b="1">
                <a:solidFill>
                  <a:srgbClr val="62D6A8"/>
                </a:solidFill>
                <a:latin typeface="Calibri"/>
              </a:rPr>
              <a:t>act</a:t>
            </a:r>
          </a:p>
        </p:txBody>
      </p:sp>
      <p:sp>
        <p:nvSpPr>
          <p:cNvPr id="35" name="Rectangle 34">
            <a:extLst>
              <a:ext uri="{FF2B5EF4-FFF2-40B4-BE49-F238E27FC236}">
                <a16:creationId xmlns:a16="http://schemas.microsoft.com/office/drawing/2014/main" id="{089E873C-5613-ECA7-3D55-3D08ED717591}"/>
              </a:ext>
            </a:extLst>
          </p:cNvPr>
          <p:cNvSpPr/>
          <p:nvPr/>
        </p:nvSpPr>
        <p:spPr>
          <a:xfrm>
            <a:off x="587200" y="4550000"/>
            <a:ext cx="4240000" cy="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60000" bIns="0" rtlCol="0" anchor="t"/>
          <a:lstStyle/>
          <a:p>
            <a:pPr algn="l">
              <a:spcBef>
                <a:spcPts val="0"/>
              </a:spcBef>
              <a:spcAft>
                <a:spcPts val="0"/>
              </a:spcAft>
            </a:pPr>
            <a:r>
              <a:rPr sz="1200" b="0">
                <a:solidFill>
                  <a:srgbClr val="AEB6C2"/>
                </a:solidFill>
                <a:latin typeface="Calibri"/>
              </a:rPr>
              <a:t>Click · Type · Scroll · Wait · GoBack · Google · ANSWER (via CDP).</a:t>
            </a:r>
          </a:p>
        </p:txBody>
      </p:sp>
      <p:sp>
        <p:nvSpPr>
          <p:cNvPr id="37" name="Rectangle 36">
            <a:extLst>
              <a:ext uri="{FF2B5EF4-FFF2-40B4-BE49-F238E27FC236}">
                <a16:creationId xmlns:a16="http://schemas.microsoft.com/office/drawing/2014/main" id="{D1F660FA-F302-7BE8-FE92-81AF6ED5DF13}"/>
              </a:ext>
            </a:extLst>
          </p:cNvPr>
          <p:cNvSpPr/>
          <p:nvPr/>
        </p:nvSpPr>
        <p:spPr>
          <a:xfrm>
            <a:off x="457200" y="5180000"/>
            <a:ext cx="4500000" cy="17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Bef>
                <a:spcPts val="0"/>
              </a:spcBef>
              <a:spcAft>
                <a:spcPts val="0"/>
              </a:spcAft>
            </a:pPr>
            <a:r>
              <a:rPr sz="1300" b="1">
                <a:solidFill>
                  <a:srgbClr val="7C8494"/>
                </a:solidFill>
                <a:latin typeface="Calibri"/>
              </a:rPr>
              <a:t>↓</a:t>
            </a:r>
          </a:p>
        </p:txBody>
      </p:sp>
      <p:sp>
        <p:nvSpPr>
          <p:cNvPr id="39" name="Rectangle 38">
            <a:extLst>
              <a:ext uri="{FF2B5EF4-FFF2-40B4-BE49-F238E27FC236}">
                <a16:creationId xmlns:a16="http://schemas.microsoft.com/office/drawing/2014/main" id="{724E002E-6F7C-F959-736F-E38647C2DFE9}"/>
              </a:ext>
            </a:extLst>
          </p:cNvPr>
          <p:cNvSpPr/>
          <p:nvPr/>
        </p:nvSpPr>
        <p:spPr>
          <a:xfrm>
            <a:off x="457200" y="5340000"/>
            <a:ext cx="4500000" cy="940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a:extLst>
              <a:ext uri="{FF2B5EF4-FFF2-40B4-BE49-F238E27FC236}">
                <a16:creationId xmlns:a16="http://schemas.microsoft.com/office/drawing/2014/main" id="{922853E7-62A4-1CCA-9FB8-EFBCE93B90CA}"/>
              </a:ext>
            </a:extLst>
          </p:cNvPr>
          <p:cNvSpPr/>
          <p:nvPr/>
        </p:nvSpPr>
        <p:spPr>
          <a:xfrm>
            <a:off x="587200" y="5395000"/>
            <a:ext cx="4240000"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t"/>
          <a:lstStyle/>
          <a:p>
            <a:pPr algn="l">
              <a:spcBef>
                <a:spcPts val="0"/>
              </a:spcBef>
              <a:spcAft>
                <a:spcPts val="0"/>
              </a:spcAft>
            </a:pPr>
            <a:r>
              <a:rPr sz="1400" b="1">
                <a:solidFill>
                  <a:srgbClr val="AEB6C2"/>
                </a:solidFill>
                <a:latin typeface="Calibri"/>
              </a:rPr>
              <a:t>finish</a:t>
            </a:r>
          </a:p>
        </p:txBody>
      </p:sp>
      <p:sp>
        <p:nvSpPr>
          <p:cNvPr id="43" name="Rectangle 42">
            <a:extLst>
              <a:ext uri="{FF2B5EF4-FFF2-40B4-BE49-F238E27FC236}">
                <a16:creationId xmlns:a16="http://schemas.microsoft.com/office/drawing/2014/main" id="{939A09D3-B603-3487-5373-1B2DBA406963}"/>
              </a:ext>
            </a:extLst>
          </p:cNvPr>
          <p:cNvSpPr/>
          <p:nvPr/>
        </p:nvSpPr>
        <p:spPr>
          <a:xfrm>
            <a:off x="587200" y="5640000"/>
            <a:ext cx="4240000" cy="6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0" tIns="0" rIns="60000" bIns="0" rtlCol="0" anchor="t"/>
          <a:lstStyle/>
          <a:p>
            <a:pPr algn="l">
              <a:spcBef>
                <a:spcPts val="0"/>
              </a:spcBef>
              <a:spcAft>
                <a:spcPts val="0"/>
              </a:spcAft>
            </a:pPr>
            <a:r>
              <a:rPr sz="1200" b="0">
                <a:solidFill>
                  <a:srgbClr val="AEB6C2"/>
                </a:solidFill>
                <a:latin typeface="Calibri"/>
              </a:rPr>
              <a:t>Terminal node — returns the final answer and ends the graph.</a:t>
            </a:r>
          </a:p>
        </p:txBody>
      </p:sp>
      <p:sp>
        <p:nvSpPr>
          <p:cNvPr id="45" name="Rectangle 44">
            <a:extLst>
              <a:ext uri="{FF2B5EF4-FFF2-40B4-BE49-F238E27FC236}">
                <a16:creationId xmlns:a16="http://schemas.microsoft.com/office/drawing/2014/main" id="{8D3D70FC-55BD-2B71-B3A9-7CF916FA7270}"/>
              </a:ext>
            </a:extLst>
          </p:cNvPr>
          <p:cNvSpPr/>
          <p:nvPr/>
        </p:nvSpPr>
        <p:spPr>
          <a:xfrm>
            <a:off x="5207200" y="980000"/>
            <a:ext cx="6497120" cy="5420000"/>
          </a:xfrm>
          <a:prstGeom prst="rect">
            <a:avLst/>
          </a:prstGeom>
          <a:solidFill>
            <a:srgbClr val="0F1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a:extLst>
              <a:ext uri="{FF2B5EF4-FFF2-40B4-BE49-F238E27FC236}">
                <a16:creationId xmlns:a16="http://schemas.microsoft.com/office/drawing/2014/main" id="{33ABF9A9-D2EB-9B46-1202-4FBACA1A7908}"/>
              </a:ext>
            </a:extLst>
          </p:cNvPr>
          <p:cNvSpPr/>
          <p:nvPr/>
        </p:nvSpPr>
        <p:spPr>
          <a:xfrm>
            <a:off x="5267200" y="1010000"/>
            <a:ext cx="6377120" cy="15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t"/>
          <a:lstStyle/>
          <a:p>
            <a:pPr algn="l">
              <a:spcBef>
                <a:spcPts val="0"/>
              </a:spcBef>
              <a:spcAft>
                <a:spcPts val="0"/>
              </a:spcAft>
            </a:pPr>
            <a:r>
              <a:rPr sz="900" b="1">
                <a:solidFill>
                  <a:srgbClr val="7C8494"/>
                </a:solidFill>
                <a:latin typeface="Calibri"/>
              </a:rPr>
              <a:t>GRAPH WIRING  (add_node / add_edge)</a:t>
            </a:r>
          </a:p>
        </p:txBody>
      </p:sp>
      <p:sp>
        <p:nvSpPr>
          <p:cNvPr id="49" name="Rectangle 48">
            <a:extLst>
              <a:ext uri="{FF2B5EF4-FFF2-40B4-BE49-F238E27FC236}">
                <a16:creationId xmlns:a16="http://schemas.microsoft.com/office/drawing/2014/main" id="{DC2E87EC-9B21-7320-E24A-E5946CC612E8}"/>
              </a:ext>
            </a:extLst>
          </p:cNvPr>
          <p:cNvSpPr/>
          <p:nvPr/>
        </p:nvSpPr>
        <p:spPr>
          <a:xfrm>
            <a:off x="5267200" y="1190000"/>
            <a:ext cx="6377120" cy="517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lIns="20000" tIns="0" rIns="20000" bIns="0" rtlCol="0" anchor="t"/>
          <a:lstStyle/>
          <a:p>
            <a:pPr algn="l">
              <a:spcBef>
                <a:spcPts val="0"/>
              </a:spcBef>
              <a:spcAft>
                <a:spcPts val="250"/>
              </a:spcAft>
            </a:pPr>
            <a:r>
              <a:rPr sz="1100" b="0">
                <a:solidFill>
                  <a:srgbClr val="D7DEE9"/>
                </a:solidFill>
                <a:latin typeface="Consolas"/>
              </a:rPr>
              <a:t>from langgraph.graph import StateGraph</a:t>
            </a:r>
          </a:p>
          <a:p>
            <a:pPr algn="l">
              <a:spcBef>
                <a:spcPts val="0"/>
              </a:spcBef>
              <a:spcAft>
                <a:spcPts val="250"/>
              </a:spcAft>
            </a:pPr>
            <a:r>
              <a:rPr sz="1100" b="0">
                <a:solidFill>
                  <a:srgbClr val="D7DEE9"/>
                </a:solidFill>
                <a:latin typeface="Consolas"/>
              </a:rPr>
              <a:t>from pace_agent.registry import get_tool</a:t>
            </a:r>
          </a:p>
          <a:p>
            <a:pPr algn="l">
              <a:spcBef>
                <a:spcPts val="0"/>
              </a:spcBef>
              <a:spcAft>
                <a:spcPts val="250"/>
              </a:spcAft>
            </a:pPr>
            <a:r>
              <a:rPr sz="1100" b="0">
                <a:solidFill>
                  <a:srgbClr val="D7DEE9"/>
                </a:solidFill>
                <a:latin typeface="Consolas"/>
              </a:rPr>
              <a:t> </a:t>
            </a:r>
          </a:p>
          <a:p>
            <a:pPr algn="l">
              <a:spcBef>
                <a:spcPts val="0"/>
              </a:spcBef>
              <a:spcAft>
                <a:spcPts val="250"/>
              </a:spcAft>
            </a:pPr>
            <a:r>
              <a:rPr sz="1100" b="0">
                <a:solidFill>
                  <a:srgbClr val="D7DEE9"/>
                </a:solidFill>
                <a:latin typeface="Consolas"/>
              </a:rPr>
              <a:t>g = StateGraph(WVState)</a:t>
            </a:r>
          </a:p>
          <a:p>
            <a:pPr algn="l">
              <a:spcBef>
                <a:spcPts val="0"/>
              </a:spcBef>
              <a:spcAft>
                <a:spcPts val="250"/>
              </a:spcAft>
            </a:pPr>
            <a:r>
              <a:rPr sz="1100" b="0">
                <a:solidFill>
                  <a:srgbClr val="D7DEE9"/>
                </a:solidFill>
                <a:latin typeface="Consolas"/>
              </a:rPr>
              <a:t>g.add_node("load",    load)   </a:t>
            </a:r>
            <a:r>
              <a:rPr sz="1100" b="0">
                <a:solidFill>
                  <a:srgbClr val="6E8B7A"/>
                </a:solidFill>
                <a:latin typeface="Consolas"/>
              </a:rPr>
              <a:t>  # navigate + system prompt</a:t>
            </a:r>
          </a:p>
          <a:p>
            <a:pPr algn="l">
              <a:spcBef>
                <a:spcPts val="0"/>
              </a:spcBef>
              <a:spcAft>
                <a:spcPts val="250"/>
              </a:spcAft>
            </a:pPr>
            <a:r>
              <a:rPr sz="1100" b="0">
                <a:solidFill>
                  <a:srgbClr val="D7DEE9"/>
                </a:solidFill>
                <a:latin typeface="Consolas"/>
              </a:rPr>
              <a:t>g.add_node("observe", observe)</a:t>
            </a:r>
            <a:r>
              <a:rPr sz="1100" b="0">
                <a:solidFill>
                  <a:srgbClr val="6E8B7A"/>
                </a:solidFill>
                <a:latin typeface="Consolas"/>
              </a:rPr>
              <a:t>  # observe_ax, dedup, html_parse</a:t>
            </a:r>
          </a:p>
          <a:p>
            <a:pPr algn="l">
              <a:spcBef>
                <a:spcPts val="0"/>
              </a:spcBef>
              <a:spcAft>
                <a:spcPts val="250"/>
              </a:spcAft>
            </a:pPr>
            <a:r>
              <a:rPr sz="1100" b="0">
                <a:solidFill>
                  <a:srgbClr val="D7DEE9"/>
                </a:solidFill>
                <a:latin typeface="Consolas"/>
              </a:rPr>
              <a:t>g.add_node("plan",    plan)   </a:t>
            </a:r>
            <a:r>
              <a:rPr sz="1100" b="0">
                <a:solidFill>
                  <a:srgbClr val="6E8B7A"/>
                </a:solidFill>
                <a:latin typeface="Consolas"/>
              </a:rPr>
              <a:t>  # LLM -&gt; Thought/Action</a:t>
            </a:r>
          </a:p>
          <a:p>
            <a:pPr algn="l">
              <a:spcBef>
                <a:spcPts val="0"/>
              </a:spcBef>
              <a:spcAft>
                <a:spcPts val="250"/>
              </a:spcAft>
            </a:pPr>
            <a:r>
              <a:rPr sz="1100" b="0">
                <a:solidFill>
                  <a:srgbClr val="D7DEE9"/>
                </a:solidFill>
                <a:latin typeface="Consolas"/>
              </a:rPr>
              <a:t>g.add_node("act",     act)    </a:t>
            </a:r>
            <a:r>
              <a:rPr sz="1100" b="0">
                <a:solidFill>
                  <a:srgbClr val="6E8B7A"/>
                </a:solidFill>
                <a:latin typeface="Consolas"/>
              </a:rPr>
              <a:t>  # Click/Type/Scroll/.../ANSWER</a:t>
            </a:r>
          </a:p>
          <a:p>
            <a:pPr algn="l">
              <a:spcBef>
                <a:spcPts val="0"/>
              </a:spcBef>
              <a:spcAft>
                <a:spcPts val="250"/>
              </a:spcAft>
            </a:pPr>
            <a:r>
              <a:rPr sz="1100" b="0">
                <a:solidFill>
                  <a:srgbClr val="D7DEE9"/>
                </a:solidFill>
                <a:latin typeface="Consolas"/>
              </a:rPr>
              <a:t>g.add_node("finish",  finish)</a:t>
            </a:r>
          </a:p>
          <a:p>
            <a:pPr algn="l">
              <a:spcBef>
                <a:spcPts val="0"/>
              </a:spcBef>
              <a:spcAft>
                <a:spcPts val="250"/>
              </a:spcAft>
            </a:pPr>
            <a:r>
              <a:rPr sz="1100" b="0">
                <a:solidFill>
                  <a:srgbClr val="D7DEE9"/>
                </a:solidFill>
                <a:latin typeface="Consolas"/>
              </a:rPr>
              <a:t> </a:t>
            </a:r>
          </a:p>
          <a:p>
            <a:pPr algn="l">
              <a:spcBef>
                <a:spcPts val="0"/>
              </a:spcBef>
              <a:spcAft>
                <a:spcPts val="250"/>
              </a:spcAft>
            </a:pPr>
            <a:r>
              <a:rPr sz="1100" b="0">
                <a:solidFill>
                  <a:srgbClr val="D7DEE9"/>
                </a:solidFill>
                <a:latin typeface="Consolas"/>
              </a:rPr>
              <a:t>g.set_entry_point("load")</a:t>
            </a:r>
          </a:p>
          <a:p>
            <a:pPr algn="l">
              <a:spcBef>
                <a:spcPts val="0"/>
              </a:spcBef>
              <a:spcAft>
                <a:spcPts val="250"/>
              </a:spcAft>
            </a:pPr>
            <a:r>
              <a:rPr sz="1100" b="0">
                <a:solidFill>
                  <a:srgbClr val="D7DEE9"/>
                </a:solidFill>
                <a:latin typeface="Consolas"/>
              </a:rPr>
              <a:t>g.add_edge("load", "observe")</a:t>
            </a:r>
          </a:p>
          <a:p>
            <a:pPr algn="l">
              <a:spcBef>
                <a:spcPts val="0"/>
              </a:spcBef>
              <a:spcAft>
                <a:spcPts val="250"/>
              </a:spcAft>
            </a:pPr>
            <a:r>
              <a:rPr sz="1100" b="0">
                <a:solidFill>
                  <a:srgbClr val="D7DEE9"/>
                </a:solidFill>
                <a:latin typeface="Consolas"/>
              </a:rPr>
              <a:t>g.add_edge("observe", "plan")</a:t>
            </a:r>
          </a:p>
          <a:p>
            <a:pPr algn="l">
              <a:spcBef>
                <a:spcPts val="0"/>
              </a:spcBef>
              <a:spcAft>
                <a:spcPts val="250"/>
              </a:spcAft>
            </a:pPr>
            <a:r>
              <a:rPr sz="1100" b="0">
                <a:solidFill>
                  <a:srgbClr val="D7DEE9"/>
                </a:solidFill>
                <a:latin typeface="Consolas"/>
              </a:rPr>
              <a:t>g.add_edge("plan", "act")     </a:t>
            </a:r>
            <a:r>
              <a:rPr sz="1100" b="0">
                <a:solidFill>
                  <a:srgbClr val="6E8B7A"/>
                </a:solidFill>
                <a:latin typeface="Consolas"/>
              </a:rPr>
              <a:t>  # plan -&gt; act (ANSWER ends the run)</a:t>
            </a:r>
          </a:p>
          <a:p>
            <a:pPr algn="l">
              <a:spcBef>
                <a:spcPts val="0"/>
              </a:spcBef>
              <a:spcAft>
                <a:spcPts val="250"/>
              </a:spcAft>
            </a:pPr>
            <a:r>
              <a:rPr sz="1100" b="0">
                <a:solidFill>
                  <a:srgbClr val="D7DEE9"/>
                </a:solidFill>
                <a:latin typeface="Consolas"/>
              </a:rPr>
              <a:t>g.add_edge("act", "observe")  </a:t>
            </a:r>
            <a:r>
              <a:rPr sz="1100" b="0">
                <a:solidFill>
                  <a:srgbClr val="6E8B7A"/>
                </a:solidFill>
                <a:latin typeface="Consolas"/>
              </a:rPr>
              <a:t>  # loop until ANSWER</a:t>
            </a:r>
          </a:p>
          <a:p>
            <a:pPr algn="l">
              <a:spcBef>
                <a:spcPts val="0"/>
              </a:spcBef>
              <a:spcAft>
                <a:spcPts val="250"/>
              </a:spcAft>
            </a:pPr>
            <a:r>
              <a:rPr sz="1100" b="0">
                <a:solidFill>
                  <a:srgbClr val="D7DEE9"/>
                </a:solidFill>
                <a:latin typeface="Consolas"/>
              </a:rPr>
              <a:t>app = g.compile()</a:t>
            </a:r>
          </a:p>
        </p:txBody>
      </p:sp>
    </p:spTree>
    <p:extLst>
      <p:ext uri="{BB962C8B-B14F-4D97-AF65-F5344CB8AC3E}">
        <p14:creationId xmlns:p14="http://schemas.microsoft.com/office/powerpoint/2010/main" val="118418550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04431-3936-24A6-C439-B6292A338370}"/>
              </a:ext>
            </a:extLst>
          </p:cNvPr>
          <p:cNvSpPr txBox="1"/>
          <p:nvPr/>
        </p:nvSpPr>
        <p:spPr>
          <a:xfrm>
            <a:off x="457200" y="310896"/>
            <a:ext cx="11247120" cy="384048"/>
          </a:xfrm>
          <a:prstGeom prst="rect">
            <a:avLst/>
          </a:prstGeom>
          <a:noFill/>
        </p:spPr>
        <p:txBody>
          <a:bodyPr wrap="square" lIns="36576" tIns="0" rIns="36576" bIns="0" anchor="t"/>
          <a:lstStyle/>
          <a:p>
            <a:pPr algn="l">
              <a:spcBef>
                <a:spcPts val="0"/>
              </a:spcBef>
              <a:spcAft>
                <a:spcPts val="0"/>
              </a:spcAft>
            </a:pPr>
            <a:r>
              <a:rPr sz="2600" b="1" dirty="0">
                <a:solidFill>
                  <a:srgbClr val="F5F7FA"/>
                </a:solidFill>
                <a:latin typeface="Calibri"/>
              </a:rPr>
              <a:t>Known workflows on EPYC. GPU only for generation.</a:t>
            </a:r>
          </a:p>
        </p:txBody>
      </p:sp>
      <p:sp>
        <p:nvSpPr>
          <p:cNvPr id="5" name="TextBox 4">
            <a:extLst>
              <a:ext uri="{FF2B5EF4-FFF2-40B4-BE49-F238E27FC236}">
                <a16:creationId xmlns:a16="http://schemas.microsoft.com/office/drawing/2014/main" id="{8E375C21-EA5C-F579-DB6D-44E69AC28D7E}"/>
              </a:ext>
            </a:extLst>
          </p:cNvPr>
          <p:cNvSpPr txBox="1"/>
          <p:nvPr/>
        </p:nvSpPr>
        <p:spPr>
          <a:xfrm>
            <a:off x="457200" y="713232"/>
            <a:ext cx="11247120" cy="329184"/>
          </a:xfrm>
          <a:prstGeom prst="rect">
            <a:avLst/>
          </a:prstGeom>
          <a:noFill/>
        </p:spPr>
        <p:txBody>
          <a:bodyPr wrap="square" lIns="36576" tIns="0" rIns="36576" bIns="0" anchor="t"/>
          <a:lstStyle/>
          <a:p>
            <a:pPr algn="l">
              <a:spcBef>
                <a:spcPts val="0"/>
              </a:spcBef>
              <a:spcAft>
                <a:spcPts val="0"/>
              </a:spcAft>
            </a:pPr>
            <a:r>
              <a:rPr sz="1200" b="0" dirty="0">
                <a:solidFill>
                  <a:srgbClr val="A1A1AA"/>
                </a:solidFill>
                <a:latin typeface="Calibri"/>
              </a:rPr>
              <a:t>A fixed CPU graph orchestrates retrieval, tools and guardrails; burst generation runs on GPU through vLLM and AMD microservices.</a:t>
            </a:r>
          </a:p>
        </p:txBody>
      </p:sp>
      <p:sp>
        <p:nvSpPr>
          <p:cNvPr id="7" name="Rounded Rectangle 8">
            <a:extLst>
              <a:ext uri="{FF2B5EF4-FFF2-40B4-BE49-F238E27FC236}">
                <a16:creationId xmlns:a16="http://schemas.microsoft.com/office/drawing/2014/main" id="{13982C62-7053-90F1-C6DD-9FC79363BF46}"/>
              </a:ext>
            </a:extLst>
          </p:cNvPr>
          <p:cNvSpPr/>
          <p:nvPr/>
        </p:nvSpPr>
        <p:spPr>
          <a:xfrm>
            <a:off x="457200" y="1170432"/>
            <a:ext cx="5074920" cy="3840480"/>
          </a:xfrm>
          <a:prstGeom prst="roundRect">
            <a:avLst>
              <a:gd name="adj" fmla="val 10000"/>
            </a:avLst>
          </a:prstGeom>
          <a:solidFill>
            <a:srgbClr val="171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4B68A9A-B085-7075-B3C3-C4BDBC0AB8D0}"/>
              </a:ext>
            </a:extLst>
          </p:cNvPr>
          <p:cNvSpPr txBox="1"/>
          <p:nvPr/>
        </p:nvSpPr>
        <p:spPr>
          <a:xfrm>
            <a:off x="658368" y="1280160"/>
            <a:ext cx="4709160" cy="256032"/>
          </a:xfrm>
          <a:prstGeom prst="rect">
            <a:avLst/>
          </a:prstGeom>
          <a:noFill/>
        </p:spPr>
        <p:txBody>
          <a:bodyPr wrap="square" lIns="36576" tIns="0" rIns="36576" bIns="0" anchor="t"/>
          <a:lstStyle/>
          <a:p>
            <a:pPr algn="l">
              <a:spcBef>
                <a:spcPts val="0"/>
              </a:spcBef>
              <a:spcAft>
                <a:spcPts val="0"/>
              </a:spcAft>
            </a:pPr>
            <a:r>
              <a:rPr sz="1400" b="1">
                <a:solidFill>
                  <a:srgbClr val="55D8E8"/>
                </a:solidFill>
                <a:latin typeface="Calibri"/>
              </a:rPr>
              <a:t>AMD EPYC™ CPU</a:t>
            </a:r>
          </a:p>
        </p:txBody>
      </p:sp>
      <p:sp>
        <p:nvSpPr>
          <p:cNvPr id="11" name="TextBox 10">
            <a:extLst>
              <a:ext uri="{FF2B5EF4-FFF2-40B4-BE49-F238E27FC236}">
                <a16:creationId xmlns:a16="http://schemas.microsoft.com/office/drawing/2014/main" id="{D45B783E-0126-9361-51B7-5A58DC5420D1}"/>
              </a:ext>
            </a:extLst>
          </p:cNvPr>
          <p:cNvSpPr txBox="1"/>
          <p:nvPr/>
        </p:nvSpPr>
        <p:spPr>
          <a:xfrm>
            <a:off x="658368" y="1544143"/>
            <a:ext cx="4709160" cy="219456"/>
          </a:xfrm>
          <a:prstGeom prst="rect">
            <a:avLst/>
          </a:prstGeom>
          <a:noFill/>
        </p:spPr>
        <p:txBody>
          <a:bodyPr wrap="square" lIns="36576" tIns="0" rIns="36576" bIns="0" anchor="t"/>
          <a:lstStyle/>
          <a:p>
            <a:pPr algn="l">
              <a:spcBef>
                <a:spcPts val="0"/>
              </a:spcBef>
              <a:spcAft>
                <a:spcPts val="0"/>
              </a:spcAft>
            </a:pPr>
            <a:r>
              <a:rPr sz="1200" b="0" dirty="0">
                <a:solidFill>
                  <a:srgbClr val="A1A1AA"/>
                </a:solidFill>
                <a:latin typeface="Calibri"/>
              </a:rPr>
              <a:t>deterministic orchestration</a:t>
            </a:r>
          </a:p>
        </p:txBody>
      </p:sp>
      <p:sp>
        <p:nvSpPr>
          <p:cNvPr id="13" name="Rounded Rectangle 12">
            <a:extLst>
              <a:ext uri="{FF2B5EF4-FFF2-40B4-BE49-F238E27FC236}">
                <a16:creationId xmlns:a16="http://schemas.microsoft.com/office/drawing/2014/main" id="{B9E404BE-4F3C-00CC-7305-5B032E75EE5F}"/>
              </a:ext>
            </a:extLst>
          </p:cNvPr>
          <p:cNvSpPr/>
          <p:nvPr/>
        </p:nvSpPr>
        <p:spPr>
          <a:xfrm>
            <a:off x="658368" y="1865376"/>
            <a:ext cx="4663440" cy="713232"/>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57ED0342-7A29-2573-992D-B1F457F45B3A}"/>
              </a:ext>
            </a:extLst>
          </p:cNvPr>
          <p:cNvSpPr txBox="1"/>
          <p:nvPr/>
        </p:nvSpPr>
        <p:spPr>
          <a:xfrm>
            <a:off x="804672" y="1938528"/>
            <a:ext cx="457200" cy="256032"/>
          </a:xfrm>
          <a:prstGeom prst="rect">
            <a:avLst/>
          </a:prstGeom>
          <a:noFill/>
        </p:spPr>
        <p:txBody>
          <a:bodyPr wrap="square" lIns="36576" tIns="0" rIns="36576" bIns="0" anchor="t"/>
          <a:lstStyle/>
          <a:p>
            <a:pPr algn="l">
              <a:spcBef>
                <a:spcPts val="0"/>
              </a:spcBef>
              <a:spcAft>
                <a:spcPts val="0"/>
              </a:spcAft>
            </a:pPr>
            <a:r>
              <a:rPr sz="1200" b="1">
                <a:solidFill>
                  <a:srgbClr val="55D8E8"/>
                </a:solidFill>
                <a:latin typeface="Calibri"/>
              </a:rPr>
              <a:t>01</a:t>
            </a:r>
          </a:p>
        </p:txBody>
      </p:sp>
      <p:sp>
        <p:nvSpPr>
          <p:cNvPr id="17" name="TextBox 16">
            <a:extLst>
              <a:ext uri="{FF2B5EF4-FFF2-40B4-BE49-F238E27FC236}">
                <a16:creationId xmlns:a16="http://schemas.microsoft.com/office/drawing/2014/main" id="{A0D856C8-F0BE-FFE8-FBFD-04E76C9C8349}"/>
              </a:ext>
            </a:extLst>
          </p:cNvPr>
          <p:cNvSpPr txBox="1"/>
          <p:nvPr/>
        </p:nvSpPr>
        <p:spPr>
          <a:xfrm>
            <a:off x="1280160" y="1938528"/>
            <a:ext cx="3840480" cy="256032"/>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Fixed DAG / routing</a:t>
            </a:r>
          </a:p>
        </p:txBody>
      </p:sp>
      <p:sp>
        <p:nvSpPr>
          <p:cNvPr id="19" name="TextBox 18">
            <a:extLst>
              <a:ext uri="{FF2B5EF4-FFF2-40B4-BE49-F238E27FC236}">
                <a16:creationId xmlns:a16="http://schemas.microsoft.com/office/drawing/2014/main" id="{1C9FFE59-80DF-4D04-0859-B907C7BD4808}"/>
              </a:ext>
            </a:extLst>
          </p:cNvPr>
          <p:cNvSpPr txBox="1"/>
          <p:nvPr/>
        </p:nvSpPr>
        <p:spPr>
          <a:xfrm>
            <a:off x="1280160" y="2212848"/>
            <a:ext cx="3840480" cy="274320"/>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the known enterprise workflow</a:t>
            </a:r>
          </a:p>
        </p:txBody>
      </p:sp>
      <p:sp>
        <p:nvSpPr>
          <p:cNvPr id="21" name="Rounded Rectangle 16">
            <a:extLst>
              <a:ext uri="{FF2B5EF4-FFF2-40B4-BE49-F238E27FC236}">
                <a16:creationId xmlns:a16="http://schemas.microsoft.com/office/drawing/2014/main" id="{DB63AC9E-441B-91BE-BD36-F280DB351A12}"/>
              </a:ext>
            </a:extLst>
          </p:cNvPr>
          <p:cNvSpPr/>
          <p:nvPr/>
        </p:nvSpPr>
        <p:spPr>
          <a:xfrm>
            <a:off x="658368" y="2633472"/>
            <a:ext cx="4663440" cy="713232"/>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737976C6-5324-943A-23FF-FBC8EE8C7742}"/>
              </a:ext>
            </a:extLst>
          </p:cNvPr>
          <p:cNvSpPr txBox="1"/>
          <p:nvPr/>
        </p:nvSpPr>
        <p:spPr>
          <a:xfrm>
            <a:off x="804672" y="2706624"/>
            <a:ext cx="457200" cy="256032"/>
          </a:xfrm>
          <a:prstGeom prst="rect">
            <a:avLst/>
          </a:prstGeom>
          <a:noFill/>
        </p:spPr>
        <p:txBody>
          <a:bodyPr wrap="square" lIns="36576" tIns="0" rIns="36576" bIns="0" anchor="t"/>
          <a:lstStyle/>
          <a:p>
            <a:pPr algn="l">
              <a:spcBef>
                <a:spcPts val="0"/>
              </a:spcBef>
              <a:spcAft>
                <a:spcPts val="0"/>
              </a:spcAft>
            </a:pPr>
            <a:r>
              <a:rPr sz="1200" b="1">
                <a:solidFill>
                  <a:srgbClr val="55D8E8"/>
                </a:solidFill>
                <a:latin typeface="Calibri"/>
              </a:rPr>
              <a:t>02</a:t>
            </a:r>
          </a:p>
        </p:txBody>
      </p:sp>
      <p:sp>
        <p:nvSpPr>
          <p:cNvPr id="25" name="TextBox 24">
            <a:extLst>
              <a:ext uri="{FF2B5EF4-FFF2-40B4-BE49-F238E27FC236}">
                <a16:creationId xmlns:a16="http://schemas.microsoft.com/office/drawing/2014/main" id="{E9C25CF1-38D8-650A-420D-E761F041342E}"/>
              </a:ext>
            </a:extLst>
          </p:cNvPr>
          <p:cNvSpPr txBox="1"/>
          <p:nvPr/>
        </p:nvSpPr>
        <p:spPr>
          <a:xfrm>
            <a:off x="1280160" y="2706624"/>
            <a:ext cx="3840480" cy="256032"/>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Retrieval + tools</a:t>
            </a:r>
          </a:p>
        </p:txBody>
      </p:sp>
      <p:sp>
        <p:nvSpPr>
          <p:cNvPr id="27" name="TextBox 26">
            <a:extLst>
              <a:ext uri="{FF2B5EF4-FFF2-40B4-BE49-F238E27FC236}">
                <a16:creationId xmlns:a16="http://schemas.microsoft.com/office/drawing/2014/main" id="{6E492D08-7A19-03EE-F0F6-E2E0A7D02B9C}"/>
              </a:ext>
            </a:extLst>
          </p:cNvPr>
          <p:cNvSpPr txBox="1"/>
          <p:nvPr/>
        </p:nvSpPr>
        <p:spPr>
          <a:xfrm>
            <a:off x="1280160" y="2980944"/>
            <a:ext cx="3840480" cy="274320"/>
          </a:xfrm>
          <a:prstGeom prst="rect">
            <a:avLst/>
          </a:prstGeom>
          <a:noFill/>
        </p:spPr>
        <p:txBody>
          <a:bodyPr wrap="square" lIns="36576" tIns="0" rIns="36576" bIns="0" anchor="t"/>
          <a:lstStyle/>
          <a:p>
            <a:pPr algn="l">
              <a:spcBef>
                <a:spcPts val="0"/>
              </a:spcBef>
              <a:spcAft>
                <a:spcPts val="0"/>
              </a:spcAft>
            </a:pPr>
            <a:r>
              <a:rPr sz="1100" b="0" dirty="0">
                <a:solidFill>
                  <a:srgbClr val="A1A1AA"/>
                </a:solidFill>
                <a:latin typeface="Calibri"/>
              </a:rPr>
              <a:t>search, parsers, business APIs</a:t>
            </a:r>
          </a:p>
        </p:txBody>
      </p:sp>
      <p:sp>
        <p:nvSpPr>
          <p:cNvPr id="29" name="Rounded Rectangle 20">
            <a:extLst>
              <a:ext uri="{FF2B5EF4-FFF2-40B4-BE49-F238E27FC236}">
                <a16:creationId xmlns:a16="http://schemas.microsoft.com/office/drawing/2014/main" id="{B2655A2F-E616-CC80-B227-73EACDE2215C}"/>
              </a:ext>
            </a:extLst>
          </p:cNvPr>
          <p:cNvSpPr/>
          <p:nvPr/>
        </p:nvSpPr>
        <p:spPr>
          <a:xfrm>
            <a:off x="658368" y="3401568"/>
            <a:ext cx="4663440" cy="713232"/>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A5011649-6F6C-A265-31A7-0E0FFCBFCEA2}"/>
              </a:ext>
            </a:extLst>
          </p:cNvPr>
          <p:cNvSpPr txBox="1"/>
          <p:nvPr/>
        </p:nvSpPr>
        <p:spPr>
          <a:xfrm>
            <a:off x="804672" y="3474720"/>
            <a:ext cx="457200" cy="256032"/>
          </a:xfrm>
          <a:prstGeom prst="rect">
            <a:avLst/>
          </a:prstGeom>
          <a:noFill/>
        </p:spPr>
        <p:txBody>
          <a:bodyPr wrap="square" lIns="36576" tIns="0" rIns="36576" bIns="0" anchor="t"/>
          <a:lstStyle/>
          <a:p>
            <a:pPr algn="l">
              <a:spcBef>
                <a:spcPts val="0"/>
              </a:spcBef>
              <a:spcAft>
                <a:spcPts val="0"/>
              </a:spcAft>
            </a:pPr>
            <a:r>
              <a:rPr sz="1200" b="1">
                <a:solidFill>
                  <a:srgbClr val="55D8E8"/>
                </a:solidFill>
                <a:latin typeface="Calibri"/>
              </a:rPr>
              <a:t>03</a:t>
            </a:r>
          </a:p>
        </p:txBody>
      </p:sp>
      <p:sp>
        <p:nvSpPr>
          <p:cNvPr id="33" name="TextBox 32">
            <a:extLst>
              <a:ext uri="{FF2B5EF4-FFF2-40B4-BE49-F238E27FC236}">
                <a16:creationId xmlns:a16="http://schemas.microsoft.com/office/drawing/2014/main" id="{6343FB78-D803-4D32-6A86-680B7A9ED2E6}"/>
              </a:ext>
            </a:extLst>
          </p:cNvPr>
          <p:cNvSpPr txBox="1"/>
          <p:nvPr/>
        </p:nvSpPr>
        <p:spPr>
          <a:xfrm>
            <a:off x="1280160" y="3474720"/>
            <a:ext cx="3840480" cy="256032"/>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Guardrails + policy</a:t>
            </a:r>
          </a:p>
        </p:txBody>
      </p:sp>
      <p:sp>
        <p:nvSpPr>
          <p:cNvPr id="35" name="TextBox 34">
            <a:extLst>
              <a:ext uri="{FF2B5EF4-FFF2-40B4-BE49-F238E27FC236}">
                <a16:creationId xmlns:a16="http://schemas.microsoft.com/office/drawing/2014/main" id="{DCF9420B-772D-7A56-40CE-880C8B92E46B}"/>
              </a:ext>
            </a:extLst>
          </p:cNvPr>
          <p:cNvSpPr txBox="1"/>
          <p:nvPr/>
        </p:nvSpPr>
        <p:spPr>
          <a:xfrm>
            <a:off x="1280160" y="3749039"/>
            <a:ext cx="3840480" cy="274320"/>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validate, redact, audit</a:t>
            </a:r>
          </a:p>
        </p:txBody>
      </p:sp>
      <p:sp>
        <p:nvSpPr>
          <p:cNvPr id="37" name="Rounded Rectangle 24">
            <a:extLst>
              <a:ext uri="{FF2B5EF4-FFF2-40B4-BE49-F238E27FC236}">
                <a16:creationId xmlns:a16="http://schemas.microsoft.com/office/drawing/2014/main" id="{A3E8D914-CD4A-6749-3887-F08E5F27F138}"/>
              </a:ext>
            </a:extLst>
          </p:cNvPr>
          <p:cNvSpPr/>
          <p:nvPr/>
        </p:nvSpPr>
        <p:spPr>
          <a:xfrm>
            <a:off x="658368" y="4169663"/>
            <a:ext cx="4663440" cy="713232"/>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360FC27E-488C-7AFC-1998-DBAF7A4105A6}"/>
              </a:ext>
            </a:extLst>
          </p:cNvPr>
          <p:cNvSpPr txBox="1"/>
          <p:nvPr/>
        </p:nvSpPr>
        <p:spPr>
          <a:xfrm>
            <a:off x="804672" y="4242816"/>
            <a:ext cx="457200" cy="256032"/>
          </a:xfrm>
          <a:prstGeom prst="rect">
            <a:avLst/>
          </a:prstGeom>
          <a:noFill/>
        </p:spPr>
        <p:txBody>
          <a:bodyPr wrap="square" lIns="36576" tIns="0" rIns="36576" bIns="0" anchor="t"/>
          <a:lstStyle/>
          <a:p>
            <a:pPr algn="l">
              <a:spcBef>
                <a:spcPts val="0"/>
              </a:spcBef>
              <a:spcAft>
                <a:spcPts val="0"/>
              </a:spcAft>
            </a:pPr>
            <a:r>
              <a:rPr sz="1200" b="1">
                <a:solidFill>
                  <a:srgbClr val="55D8E8"/>
                </a:solidFill>
                <a:latin typeface="Calibri"/>
              </a:rPr>
              <a:t>04</a:t>
            </a:r>
          </a:p>
        </p:txBody>
      </p:sp>
      <p:sp>
        <p:nvSpPr>
          <p:cNvPr id="41" name="TextBox 40">
            <a:extLst>
              <a:ext uri="{FF2B5EF4-FFF2-40B4-BE49-F238E27FC236}">
                <a16:creationId xmlns:a16="http://schemas.microsoft.com/office/drawing/2014/main" id="{D6A9D57F-0611-7617-D6F3-AB4CB8646868}"/>
              </a:ext>
            </a:extLst>
          </p:cNvPr>
          <p:cNvSpPr txBox="1"/>
          <p:nvPr/>
        </p:nvSpPr>
        <p:spPr>
          <a:xfrm>
            <a:off x="1280160" y="4242816"/>
            <a:ext cx="3840480" cy="256032"/>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Optional SLM on CPU</a:t>
            </a:r>
          </a:p>
        </p:txBody>
      </p:sp>
      <p:sp>
        <p:nvSpPr>
          <p:cNvPr id="43" name="TextBox 42">
            <a:extLst>
              <a:ext uri="{FF2B5EF4-FFF2-40B4-BE49-F238E27FC236}">
                <a16:creationId xmlns:a16="http://schemas.microsoft.com/office/drawing/2014/main" id="{C998A04B-7AE0-E287-78D8-9F43E43D5E2C}"/>
              </a:ext>
            </a:extLst>
          </p:cNvPr>
          <p:cNvSpPr txBox="1"/>
          <p:nvPr/>
        </p:nvSpPr>
        <p:spPr>
          <a:xfrm>
            <a:off x="1280160" y="4517136"/>
            <a:ext cx="3840480" cy="274320"/>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cheap local calls stay on-socket</a:t>
            </a:r>
          </a:p>
        </p:txBody>
      </p:sp>
      <p:sp>
        <p:nvSpPr>
          <p:cNvPr id="45" name="Chevron 28">
            <a:extLst>
              <a:ext uri="{FF2B5EF4-FFF2-40B4-BE49-F238E27FC236}">
                <a16:creationId xmlns:a16="http://schemas.microsoft.com/office/drawing/2014/main" id="{528BD8C5-771F-8918-861B-ECD845D8319C}"/>
              </a:ext>
            </a:extLst>
          </p:cNvPr>
          <p:cNvSpPr/>
          <p:nvPr/>
        </p:nvSpPr>
        <p:spPr>
          <a:xfrm>
            <a:off x="5650992" y="2788920"/>
            <a:ext cx="457200" cy="502920"/>
          </a:xfrm>
          <a:prstGeom prst="chevron">
            <a:avLst/>
          </a:prstGeom>
          <a:solidFill>
            <a:srgbClr val="3A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20F31738-EE37-3F87-9B23-F2E549308AF8}"/>
              </a:ext>
            </a:extLst>
          </p:cNvPr>
          <p:cNvSpPr txBox="1"/>
          <p:nvPr/>
        </p:nvSpPr>
        <p:spPr>
          <a:xfrm>
            <a:off x="5532120" y="2395728"/>
            <a:ext cx="713232" cy="329184"/>
          </a:xfrm>
          <a:prstGeom prst="rect">
            <a:avLst/>
          </a:prstGeom>
          <a:noFill/>
        </p:spPr>
        <p:txBody>
          <a:bodyPr wrap="square" lIns="36576" tIns="0" rIns="36576" bIns="0" anchor="t"/>
          <a:lstStyle/>
          <a:p>
            <a:pPr algn="ctr">
              <a:spcBef>
                <a:spcPts val="0"/>
              </a:spcBef>
              <a:spcAft>
                <a:spcPts val="0"/>
              </a:spcAft>
            </a:pPr>
            <a:r>
              <a:rPr sz="1000" b="1">
                <a:solidFill>
                  <a:srgbClr val="F6C85F"/>
                </a:solidFill>
                <a:latin typeface="Calibri"/>
              </a:rPr>
              <a:t>LLM</a:t>
            </a:r>
          </a:p>
        </p:txBody>
      </p:sp>
      <p:sp>
        <p:nvSpPr>
          <p:cNvPr id="49" name="TextBox 48">
            <a:extLst>
              <a:ext uri="{FF2B5EF4-FFF2-40B4-BE49-F238E27FC236}">
                <a16:creationId xmlns:a16="http://schemas.microsoft.com/office/drawing/2014/main" id="{8DDDDD77-0CC1-E38C-4A69-AF7D7152D43D}"/>
              </a:ext>
            </a:extLst>
          </p:cNvPr>
          <p:cNvSpPr txBox="1"/>
          <p:nvPr/>
        </p:nvSpPr>
        <p:spPr>
          <a:xfrm>
            <a:off x="5532120" y="3364992"/>
            <a:ext cx="713232" cy="329184"/>
          </a:xfrm>
          <a:prstGeom prst="rect">
            <a:avLst/>
          </a:prstGeom>
          <a:noFill/>
        </p:spPr>
        <p:txBody>
          <a:bodyPr wrap="square" lIns="36576" tIns="0" rIns="36576" bIns="0" anchor="t"/>
          <a:lstStyle/>
          <a:p>
            <a:pPr algn="ctr">
              <a:spcBef>
                <a:spcPts val="0"/>
              </a:spcBef>
              <a:spcAft>
                <a:spcPts val="0"/>
              </a:spcAft>
            </a:pPr>
            <a:r>
              <a:rPr sz="1000" b="1">
                <a:solidFill>
                  <a:srgbClr val="F6C85F"/>
                </a:solidFill>
                <a:latin typeface="Calibri"/>
              </a:rPr>
              <a:t>tokens</a:t>
            </a:r>
          </a:p>
        </p:txBody>
      </p:sp>
      <p:sp>
        <p:nvSpPr>
          <p:cNvPr id="51" name="Rounded Rectangle 31">
            <a:extLst>
              <a:ext uri="{FF2B5EF4-FFF2-40B4-BE49-F238E27FC236}">
                <a16:creationId xmlns:a16="http://schemas.microsoft.com/office/drawing/2014/main" id="{DAF6E3A5-0C2C-0442-9F1E-AC91421384B0}"/>
              </a:ext>
            </a:extLst>
          </p:cNvPr>
          <p:cNvSpPr/>
          <p:nvPr/>
        </p:nvSpPr>
        <p:spPr>
          <a:xfrm>
            <a:off x="6236208" y="1170432"/>
            <a:ext cx="2743200" cy="3840480"/>
          </a:xfrm>
          <a:prstGeom prst="roundRect">
            <a:avLst>
              <a:gd name="adj" fmla="val 10000"/>
            </a:avLst>
          </a:prstGeom>
          <a:solidFill>
            <a:srgbClr val="171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D0EAAF26-C5C9-E831-88F2-5E52F80E6CF7}"/>
              </a:ext>
            </a:extLst>
          </p:cNvPr>
          <p:cNvSpPr txBox="1"/>
          <p:nvPr/>
        </p:nvSpPr>
        <p:spPr>
          <a:xfrm>
            <a:off x="6437376" y="1280160"/>
            <a:ext cx="2395728" cy="256032"/>
          </a:xfrm>
          <a:prstGeom prst="rect">
            <a:avLst/>
          </a:prstGeom>
          <a:noFill/>
        </p:spPr>
        <p:txBody>
          <a:bodyPr wrap="square" lIns="36576" tIns="0" rIns="36576" bIns="0" anchor="t"/>
          <a:lstStyle/>
          <a:p>
            <a:pPr algn="l">
              <a:spcBef>
                <a:spcPts val="0"/>
              </a:spcBef>
              <a:spcAft>
                <a:spcPts val="0"/>
              </a:spcAft>
            </a:pPr>
            <a:r>
              <a:rPr sz="1400" b="1">
                <a:solidFill>
                  <a:srgbClr val="F6C85F"/>
                </a:solidFill>
                <a:latin typeface="Calibri"/>
              </a:rPr>
              <a:t>GPU</a:t>
            </a:r>
          </a:p>
        </p:txBody>
      </p:sp>
      <p:sp>
        <p:nvSpPr>
          <p:cNvPr id="55" name="TextBox 54">
            <a:extLst>
              <a:ext uri="{FF2B5EF4-FFF2-40B4-BE49-F238E27FC236}">
                <a16:creationId xmlns:a16="http://schemas.microsoft.com/office/drawing/2014/main" id="{2B2BAD4F-C8B6-725E-1414-225AF9769707}"/>
              </a:ext>
            </a:extLst>
          </p:cNvPr>
          <p:cNvSpPr txBox="1"/>
          <p:nvPr/>
        </p:nvSpPr>
        <p:spPr>
          <a:xfrm>
            <a:off x="6437376" y="1536192"/>
            <a:ext cx="2395728" cy="402336"/>
          </a:xfrm>
          <a:prstGeom prst="rect">
            <a:avLst/>
          </a:prstGeom>
          <a:noFill/>
        </p:spPr>
        <p:txBody>
          <a:bodyPr wrap="square" lIns="36576" tIns="0" rIns="36576" bIns="0" anchor="t"/>
          <a:lstStyle/>
          <a:p>
            <a:pPr algn="l">
              <a:spcBef>
                <a:spcPts val="0"/>
              </a:spcBef>
              <a:spcAft>
                <a:spcPts val="0"/>
              </a:spcAft>
            </a:pPr>
            <a:r>
              <a:rPr sz="1200" b="0">
                <a:solidFill>
                  <a:srgbClr val="A1A1AA"/>
                </a:solidFill>
                <a:latin typeface="Calibri"/>
              </a:rPr>
              <a:t>vLLM + AMD microservices</a:t>
            </a:r>
          </a:p>
        </p:txBody>
      </p:sp>
      <p:sp>
        <p:nvSpPr>
          <p:cNvPr id="57" name="Rounded Rectangle 35">
            <a:extLst>
              <a:ext uri="{FF2B5EF4-FFF2-40B4-BE49-F238E27FC236}">
                <a16:creationId xmlns:a16="http://schemas.microsoft.com/office/drawing/2014/main" id="{B1D02FB8-8EC8-274D-257C-7893C6051F10}"/>
              </a:ext>
            </a:extLst>
          </p:cNvPr>
          <p:cNvSpPr/>
          <p:nvPr/>
        </p:nvSpPr>
        <p:spPr>
          <a:xfrm>
            <a:off x="6437376" y="2084831"/>
            <a:ext cx="2359152" cy="786384"/>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C0FD0232-79C1-05D3-4AC4-4BB2689C5FFD}"/>
              </a:ext>
            </a:extLst>
          </p:cNvPr>
          <p:cNvSpPr txBox="1"/>
          <p:nvPr/>
        </p:nvSpPr>
        <p:spPr>
          <a:xfrm>
            <a:off x="6565392" y="2176272"/>
            <a:ext cx="2103120" cy="274320"/>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Large LLM calls</a:t>
            </a:r>
          </a:p>
        </p:txBody>
      </p:sp>
      <p:sp>
        <p:nvSpPr>
          <p:cNvPr id="61" name="TextBox 60">
            <a:extLst>
              <a:ext uri="{FF2B5EF4-FFF2-40B4-BE49-F238E27FC236}">
                <a16:creationId xmlns:a16="http://schemas.microsoft.com/office/drawing/2014/main" id="{6D8460BF-9F26-B60D-3969-64317325EF7A}"/>
              </a:ext>
            </a:extLst>
          </p:cNvPr>
          <p:cNvSpPr txBox="1"/>
          <p:nvPr/>
        </p:nvSpPr>
        <p:spPr>
          <a:xfrm>
            <a:off x="6565392" y="2468879"/>
            <a:ext cx="2103120" cy="310896"/>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the heavy generate path</a:t>
            </a:r>
          </a:p>
        </p:txBody>
      </p:sp>
      <p:sp>
        <p:nvSpPr>
          <p:cNvPr id="63" name="Rounded Rectangle 38">
            <a:extLst>
              <a:ext uri="{FF2B5EF4-FFF2-40B4-BE49-F238E27FC236}">
                <a16:creationId xmlns:a16="http://schemas.microsoft.com/office/drawing/2014/main" id="{5F437059-FFE2-B6D8-EB55-BBEC9DFA270A}"/>
              </a:ext>
            </a:extLst>
          </p:cNvPr>
          <p:cNvSpPr/>
          <p:nvPr/>
        </p:nvSpPr>
        <p:spPr>
          <a:xfrm>
            <a:off x="6437376" y="2953511"/>
            <a:ext cx="2359152" cy="786384"/>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735AF488-488C-C065-53C4-084E45A3FA06}"/>
              </a:ext>
            </a:extLst>
          </p:cNvPr>
          <p:cNvSpPr txBox="1"/>
          <p:nvPr/>
        </p:nvSpPr>
        <p:spPr>
          <a:xfrm>
            <a:off x="6565392" y="3044951"/>
            <a:ext cx="2103120" cy="274320"/>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Burst compute</a:t>
            </a:r>
          </a:p>
        </p:txBody>
      </p:sp>
      <p:sp>
        <p:nvSpPr>
          <p:cNvPr id="67" name="TextBox 66">
            <a:extLst>
              <a:ext uri="{FF2B5EF4-FFF2-40B4-BE49-F238E27FC236}">
                <a16:creationId xmlns:a16="http://schemas.microsoft.com/office/drawing/2014/main" id="{14B2347F-9A2B-CD67-405E-9FE937A5FADD}"/>
              </a:ext>
            </a:extLst>
          </p:cNvPr>
          <p:cNvSpPr txBox="1"/>
          <p:nvPr/>
        </p:nvSpPr>
        <p:spPr>
          <a:xfrm>
            <a:off x="6565392" y="3337559"/>
            <a:ext cx="2103120" cy="310896"/>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scale out when the graph needs it</a:t>
            </a:r>
          </a:p>
        </p:txBody>
      </p:sp>
      <p:sp>
        <p:nvSpPr>
          <p:cNvPr id="69" name="Rounded Rectangle 41">
            <a:extLst>
              <a:ext uri="{FF2B5EF4-FFF2-40B4-BE49-F238E27FC236}">
                <a16:creationId xmlns:a16="http://schemas.microsoft.com/office/drawing/2014/main" id="{69990F7B-0168-96DB-1783-BE28E87791B9}"/>
              </a:ext>
            </a:extLst>
          </p:cNvPr>
          <p:cNvSpPr/>
          <p:nvPr/>
        </p:nvSpPr>
        <p:spPr>
          <a:xfrm>
            <a:off x="6437376" y="3822191"/>
            <a:ext cx="2359152" cy="786384"/>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3FD5D635-CCD5-3EC3-877E-EC70538124F1}"/>
              </a:ext>
            </a:extLst>
          </p:cNvPr>
          <p:cNvSpPr txBox="1"/>
          <p:nvPr/>
        </p:nvSpPr>
        <p:spPr>
          <a:xfrm>
            <a:off x="6565392" y="3913631"/>
            <a:ext cx="2103120" cy="274320"/>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OpenAI-compatible</a:t>
            </a:r>
          </a:p>
        </p:txBody>
      </p:sp>
      <p:sp>
        <p:nvSpPr>
          <p:cNvPr id="73" name="TextBox 72">
            <a:extLst>
              <a:ext uri="{FF2B5EF4-FFF2-40B4-BE49-F238E27FC236}">
                <a16:creationId xmlns:a16="http://schemas.microsoft.com/office/drawing/2014/main" id="{8067F273-311E-2A23-69B6-EBE207D58CB6}"/>
              </a:ext>
            </a:extLst>
          </p:cNvPr>
          <p:cNvSpPr txBox="1"/>
          <p:nvPr/>
        </p:nvSpPr>
        <p:spPr>
          <a:xfrm>
            <a:off x="6565392" y="4206240"/>
            <a:ext cx="2103120" cy="310896"/>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same API from the CPU graph</a:t>
            </a:r>
          </a:p>
        </p:txBody>
      </p:sp>
      <p:sp>
        <p:nvSpPr>
          <p:cNvPr id="75" name="Rounded Rectangle 44">
            <a:extLst>
              <a:ext uri="{FF2B5EF4-FFF2-40B4-BE49-F238E27FC236}">
                <a16:creationId xmlns:a16="http://schemas.microsoft.com/office/drawing/2014/main" id="{42545D06-B906-E884-3381-B5A90E12759B}"/>
              </a:ext>
            </a:extLst>
          </p:cNvPr>
          <p:cNvSpPr/>
          <p:nvPr/>
        </p:nvSpPr>
        <p:spPr>
          <a:xfrm>
            <a:off x="9144000" y="1170432"/>
            <a:ext cx="2587752" cy="3840480"/>
          </a:xfrm>
          <a:prstGeom prst="roundRect">
            <a:avLst>
              <a:gd name="adj" fmla="val 10000"/>
            </a:avLst>
          </a:prstGeom>
          <a:solidFill>
            <a:srgbClr val="171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43D4ABF2-276D-DC8B-ECEC-B9CA8BB0512F}"/>
              </a:ext>
            </a:extLst>
          </p:cNvPr>
          <p:cNvSpPr txBox="1"/>
          <p:nvPr/>
        </p:nvSpPr>
        <p:spPr>
          <a:xfrm>
            <a:off x="9290304" y="1280160"/>
            <a:ext cx="2304288" cy="457200"/>
          </a:xfrm>
          <a:prstGeom prst="rect">
            <a:avLst/>
          </a:prstGeom>
          <a:noFill/>
        </p:spPr>
        <p:txBody>
          <a:bodyPr wrap="square" lIns="36576" tIns="0" rIns="36576" bIns="0" anchor="t"/>
          <a:lstStyle/>
          <a:p>
            <a:pPr algn="l">
              <a:spcBef>
                <a:spcPts val="0"/>
              </a:spcBef>
              <a:spcAft>
                <a:spcPts val="0"/>
              </a:spcAft>
            </a:pPr>
            <a:r>
              <a:rPr sz="1300" b="1">
                <a:solidFill>
                  <a:srgbClr val="FFFFFF"/>
                </a:solidFill>
                <a:latin typeface="Calibri"/>
              </a:rPr>
              <a:t>Reference blueprints, AMD stack</a:t>
            </a:r>
          </a:p>
        </p:txBody>
      </p:sp>
      <p:sp>
        <p:nvSpPr>
          <p:cNvPr id="79" name="TextBox 78">
            <a:extLst>
              <a:ext uri="{FF2B5EF4-FFF2-40B4-BE49-F238E27FC236}">
                <a16:creationId xmlns:a16="http://schemas.microsoft.com/office/drawing/2014/main" id="{B6C58D90-F829-9EE9-B40C-DC660151F85B}"/>
              </a:ext>
            </a:extLst>
          </p:cNvPr>
          <p:cNvSpPr txBox="1"/>
          <p:nvPr/>
        </p:nvSpPr>
        <p:spPr>
          <a:xfrm>
            <a:off x="9290304" y="1737360"/>
            <a:ext cx="2304288" cy="365760"/>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Same graphs. EPYC orchestration. GPU serving.</a:t>
            </a:r>
          </a:p>
        </p:txBody>
      </p:sp>
      <p:sp>
        <p:nvSpPr>
          <p:cNvPr id="81" name="Rounded Rectangle 47">
            <a:extLst>
              <a:ext uri="{FF2B5EF4-FFF2-40B4-BE49-F238E27FC236}">
                <a16:creationId xmlns:a16="http://schemas.microsoft.com/office/drawing/2014/main" id="{A4D83A79-8107-1A3D-CAAF-E5481FE890DF}"/>
              </a:ext>
            </a:extLst>
          </p:cNvPr>
          <p:cNvSpPr/>
          <p:nvPr/>
        </p:nvSpPr>
        <p:spPr>
          <a:xfrm>
            <a:off x="9290304" y="2212848"/>
            <a:ext cx="2304288" cy="1207008"/>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a:extLst>
              <a:ext uri="{FF2B5EF4-FFF2-40B4-BE49-F238E27FC236}">
                <a16:creationId xmlns:a16="http://schemas.microsoft.com/office/drawing/2014/main" id="{6146D271-76AB-F5A8-84EE-24FE6F565FB9}"/>
              </a:ext>
            </a:extLst>
          </p:cNvPr>
          <p:cNvSpPr txBox="1"/>
          <p:nvPr/>
        </p:nvSpPr>
        <p:spPr>
          <a:xfrm>
            <a:off x="9418320" y="2304288"/>
            <a:ext cx="2048256" cy="457200"/>
          </a:xfrm>
          <a:prstGeom prst="rect">
            <a:avLst/>
          </a:prstGeom>
          <a:noFill/>
        </p:spPr>
        <p:txBody>
          <a:bodyPr wrap="square" lIns="36576" tIns="0" rIns="36576" bIns="0" anchor="t"/>
          <a:lstStyle/>
          <a:p>
            <a:pPr algn="l">
              <a:spcBef>
                <a:spcPts val="0"/>
              </a:spcBef>
              <a:spcAft>
                <a:spcPts val="0"/>
              </a:spcAft>
            </a:pPr>
            <a:r>
              <a:rPr sz="1300" b="1">
                <a:solidFill>
                  <a:srgbClr val="62D6A8"/>
                </a:solidFill>
                <a:latin typeface="Calibri"/>
              </a:rPr>
              <a:t>Financial portfolio</a:t>
            </a:r>
          </a:p>
        </p:txBody>
      </p:sp>
      <p:sp>
        <p:nvSpPr>
          <p:cNvPr id="85" name="TextBox 84">
            <a:extLst>
              <a:ext uri="{FF2B5EF4-FFF2-40B4-BE49-F238E27FC236}">
                <a16:creationId xmlns:a16="http://schemas.microsoft.com/office/drawing/2014/main" id="{AF1735A9-6E4D-900C-69E8-A9407474C211}"/>
              </a:ext>
            </a:extLst>
          </p:cNvPr>
          <p:cNvSpPr txBox="1"/>
          <p:nvPr/>
        </p:nvSpPr>
        <p:spPr>
          <a:xfrm>
            <a:off x="9418320" y="2761488"/>
            <a:ext cx="2048256" cy="530352"/>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Multi-agent risk and allocation on a static graph.</a:t>
            </a:r>
          </a:p>
        </p:txBody>
      </p:sp>
      <p:sp>
        <p:nvSpPr>
          <p:cNvPr id="87" name="Rounded Rectangle 50">
            <a:extLst>
              <a:ext uri="{FF2B5EF4-FFF2-40B4-BE49-F238E27FC236}">
                <a16:creationId xmlns:a16="http://schemas.microsoft.com/office/drawing/2014/main" id="{CB1D2F77-4F78-ECD8-07C4-4CEABC96D7EE}"/>
              </a:ext>
            </a:extLst>
          </p:cNvPr>
          <p:cNvSpPr/>
          <p:nvPr/>
        </p:nvSpPr>
        <p:spPr>
          <a:xfrm>
            <a:off x="9290304" y="3547872"/>
            <a:ext cx="2304288" cy="1207008"/>
          </a:xfrm>
          <a:prstGeom prst="roundRect">
            <a:avLst>
              <a:gd name="adj" fmla="val 8000"/>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a:extLst>
              <a:ext uri="{FF2B5EF4-FFF2-40B4-BE49-F238E27FC236}">
                <a16:creationId xmlns:a16="http://schemas.microsoft.com/office/drawing/2014/main" id="{0959C1DA-1FB0-5D20-736C-861BB60EDFD3}"/>
              </a:ext>
            </a:extLst>
          </p:cNvPr>
          <p:cNvSpPr txBox="1"/>
          <p:nvPr/>
        </p:nvSpPr>
        <p:spPr>
          <a:xfrm>
            <a:off x="9418320" y="3639312"/>
            <a:ext cx="2048256" cy="457200"/>
          </a:xfrm>
          <a:prstGeom prst="rect">
            <a:avLst/>
          </a:prstGeom>
          <a:noFill/>
        </p:spPr>
        <p:txBody>
          <a:bodyPr wrap="square" lIns="36576" tIns="0" rIns="36576" bIns="0" anchor="t"/>
          <a:lstStyle/>
          <a:p>
            <a:pPr algn="l">
              <a:spcBef>
                <a:spcPts val="0"/>
              </a:spcBef>
              <a:spcAft>
                <a:spcPts val="0"/>
              </a:spcAft>
            </a:pPr>
            <a:r>
              <a:rPr sz="1300" b="1">
                <a:solidFill>
                  <a:srgbClr val="82AFFF"/>
                </a:solidFill>
                <a:latin typeface="Calibri"/>
              </a:rPr>
              <a:t>Image segmentation</a:t>
            </a:r>
          </a:p>
        </p:txBody>
      </p:sp>
      <p:sp>
        <p:nvSpPr>
          <p:cNvPr id="91" name="TextBox 90">
            <a:extLst>
              <a:ext uri="{FF2B5EF4-FFF2-40B4-BE49-F238E27FC236}">
                <a16:creationId xmlns:a16="http://schemas.microsoft.com/office/drawing/2014/main" id="{0F573A29-DC27-6421-F815-C13970787E50}"/>
              </a:ext>
            </a:extLst>
          </p:cNvPr>
          <p:cNvSpPr txBox="1"/>
          <p:nvPr/>
        </p:nvSpPr>
        <p:spPr>
          <a:xfrm>
            <a:off x="9418320" y="4096512"/>
            <a:ext cx="2048256" cy="530352"/>
          </a:xfrm>
          <a:prstGeom prst="rect">
            <a:avLst/>
          </a:prstGeom>
          <a:noFill/>
        </p:spPr>
        <p:txBody>
          <a:bodyPr wrap="square" lIns="36576" tIns="0" rIns="36576" bIns="0" anchor="t"/>
          <a:lstStyle/>
          <a:p>
            <a:pPr algn="l">
              <a:spcBef>
                <a:spcPts val="0"/>
              </a:spcBef>
              <a:spcAft>
                <a:spcPts val="0"/>
              </a:spcAft>
            </a:pPr>
            <a:r>
              <a:rPr sz="1100" b="0">
                <a:solidFill>
                  <a:srgbClr val="A1A1AA"/>
                </a:solidFill>
                <a:latin typeface="Calibri"/>
              </a:rPr>
              <a:t>Vision pipeline + LLM reasoning, GPU for the model.</a:t>
            </a:r>
          </a:p>
        </p:txBody>
      </p:sp>
      <p:sp>
        <p:nvSpPr>
          <p:cNvPr id="93" name="TextBox 92">
            <a:extLst>
              <a:ext uri="{FF2B5EF4-FFF2-40B4-BE49-F238E27FC236}">
                <a16:creationId xmlns:a16="http://schemas.microsoft.com/office/drawing/2014/main" id="{AC528854-043E-1A18-C984-8DD0163BA8E2}"/>
              </a:ext>
            </a:extLst>
          </p:cNvPr>
          <p:cNvSpPr txBox="1"/>
          <p:nvPr/>
        </p:nvSpPr>
        <p:spPr>
          <a:xfrm>
            <a:off x="457200" y="5102352"/>
            <a:ext cx="11274552" cy="402336"/>
          </a:xfrm>
          <a:prstGeom prst="rect">
            <a:avLst/>
          </a:prstGeom>
          <a:noFill/>
        </p:spPr>
        <p:txBody>
          <a:bodyPr wrap="square" lIns="36576" tIns="0" rIns="36576" bIns="0" anchor="t"/>
          <a:lstStyle/>
          <a:p>
            <a:pPr algn="l">
              <a:spcBef>
                <a:spcPts val="0"/>
              </a:spcBef>
              <a:spcAft>
                <a:spcPts val="0"/>
              </a:spcAft>
            </a:pPr>
            <a:r>
              <a:rPr sz="1200" b="1">
                <a:solidFill>
                  <a:srgbClr val="F6C85F"/>
                </a:solidFill>
                <a:latin typeface="Calibri"/>
              </a:rPr>
              <a:t>Takeaway  ·  </a:t>
            </a:r>
            <a:r>
              <a:rPr sz="1200" b="0">
                <a:solidFill>
                  <a:srgbClr val="A1A1AA"/>
                </a:solidFill>
                <a:latin typeface="Calibri"/>
              </a:rPr>
              <a:t>Enterprise AI is a predictable CPU graph with GPU inference on the critical generate path — not an opaque agent loop.</a:t>
            </a:r>
          </a:p>
        </p:txBody>
      </p:sp>
      <p:sp>
        <p:nvSpPr>
          <p:cNvPr id="95" name="Rounded Rectangle 54">
            <a:extLst>
              <a:ext uri="{FF2B5EF4-FFF2-40B4-BE49-F238E27FC236}">
                <a16:creationId xmlns:a16="http://schemas.microsoft.com/office/drawing/2014/main" id="{778A293A-A753-8CFE-C6A2-E70A34D20462}"/>
              </a:ext>
            </a:extLst>
          </p:cNvPr>
          <p:cNvSpPr/>
          <p:nvPr/>
        </p:nvSpPr>
        <p:spPr>
          <a:xfrm>
            <a:off x="457200" y="5490186"/>
            <a:ext cx="11274552" cy="841248"/>
          </a:xfrm>
          <a:prstGeom prst="roundRect">
            <a:avLst>
              <a:gd name="adj" fmla="val 10000"/>
            </a:avLst>
          </a:prstGeom>
          <a:solidFill>
            <a:srgbClr val="171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20798A9B-B0F2-4F6F-F306-DF5051A19547}"/>
              </a:ext>
            </a:extLst>
          </p:cNvPr>
          <p:cNvSpPr txBox="1"/>
          <p:nvPr/>
        </p:nvSpPr>
        <p:spPr>
          <a:xfrm>
            <a:off x="749808" y="5618202"/>
            <a:ext cx="3383280" cy="182880"/>
          </a:xfrm>
          <a:prstGeom prst="rect">
            <a:avLst/>
          </a:prstGeom>
          <a:noFill/>
        </p:spPr>
        <p:txBody>
          <a:bodyPr wrap="square" lIns="0" tIns="0" rIns="0" bIns="0" anchor="t">
            <a:spAutoFit/>
          </a:bodyPr>
          <a:lstStyle/>
          <a:p>
            <a:pPr algn="l"/>
            <a:r>
              <a:rPr sz="950" b="1">
                <a:solidFill>
                  <a:srgbClr val="55D8E8"/>
                </a:solidFill>
                <a:latin typeface="Calibri"/>
              </a:rPr>
              <a:t>CLOUD-NATIVE BY CONSTRUCTION</a:t>
            </a:r>
          </a:p>
        </p:txBody>
      </p:sp>
      <p:sp>
        <p:nvSpPr>
          <p:cNvPr id="99" name="TextBox 98">
            <a:extLst>
              <a:ext uri="{FF2B5EF4-FFF2-40B4-BE49-F238E27FC236}">
                <a16:creationId xmlns:a16="http://schemas.microsoft.com/office/drawing/2014/main" id="{D4B35A38-ECB2-FB50-BDEF-24F95AB53E6C}"/>
              </a:ext>
            </a:extLst>
          </p:cNvPr>
          <p:cNvSpPr txBox="1"/>
          <p:nvPr/>
        </p:nvSpPr>
        <p:spPr>
          <a:xfrm>
            <a:off x="749808" y="5819370"/>
            <a:ext cx="3401568" cy="457200"/>
          </a:xfrm>
          <a:prstGeom prst="rect">
            <a:avLst/>
          </a:prstGeom>
          <a:noFill/>
        </p:spPr>
        <p:txBody>
          <a:bodyPr wrap="square" lIns="0" tIns="0" rIns="0" bIns="0" anchor="t">
            <a:spAutoFit/>
          </a:bodyPr>
          <a:lstStyle/>
          <a:p>
            <a:pPr algn="l">
              <a:lnSpc>
                <a:spcPct val="110000"/>
              </a:lnSpc>
            </a:pPr>
            <a:r>
              <a:rPr sz="950" b="0">
                <a:solidFill>
                  <a:srgbClr val="AEB6C2"/>
                </a:solidFill>
                <a:latin typeface="Calibri"/>
              </a:rPr>
              <a:t>Every stage is a service you can scale on its own. CPU orchestration and GPU generation meet at one OpenAI-compatible API.</a:t>
            </a:r>
          </a:p>
        </p:txBody>
      </p:sp>
      <p:sp>
        <p:nvSpPr>
          <p:cNvPr id="101" name="TextBox 100">
            <a:extLst>
              <a:ext uri="{FF2B5EF4-FFF2-40B4-BE49-F238E27FC236}">
                <a16:creationId xmlns:a16="http://schemas.microsoft.com/office/drawing/2014/main" id="{EB845F8E-6976-FF7D-AE10-E95E92057790}"/>
              </a:ext>
            </a:extLst>
          </p:cNvPr>
          <p:cNvSpPr txBox="1"/>
          <p:nvPr/>
        </p:nvSpPr>
        <p:spPr>
          <a:xfrm>
            <a:off x="4517136" y="5618202"/>
            <a:ext cx="3383280" cy="182880"/>
          </a:xfrm>
          <a:prstGeom prst="rect">
            <a:avLst/>
          </a:prstGeom>
          <a:noFill/>
        </p:spPr>
        <p:txBody>
          <a:bodyPr wrap="square" lIns="0" tIns="0" rIns="0" bIns="0" anchor="t">
            <a:spAutoFit/>
          </a:bodyPr>
          <a:lstStyle/>
          <a:p>
            <a:pPr algn="l"/>
            <a:r>
              <a:rPr sz="950" b="1">
                <a:solidFill>
                  <a:srgbClr val="82AFFF"/>
                </a:solidFill>
                <a:latin typeface="Calibri"/>
              </a:rPr>
              <a:t>COST FOLLOWS THE WORKLOAD</a:t>
            </a:r>
          </a:p>
        </p:txBody>
      </p:sp>
      <p:sp>
        <p:nvSpPr>
          <p:cNvPr id="103" name="TextBox 102">
            <a:extLst>
              <a:ext uri="{FF2B5EF4-FFF2-40B4-BE49-F238E27FC236}">
                <a16:creationId xmlns:a16="http://schemas.microsoft.com/office/drawing/2014/main" id="{ABE06E35-F03D-7A1F-A90C-2C043C896B67}"/>
              </a:ext>
            </a:extLst>
          </p:cNvPr>
          <p:cNvSpPr txBox="1"/>
          <p:nvPr/>
        </p:nvSpPr>
        <p:spPr>
          <a:xfrm>
            <a:off x="4517136" y="5819370"/>
            <a:ext cx="3401568" cy="457200"/>
          </a:xfrm>
          <a:prstGeom prst="rect">
            <a:avLst/>
          </a:prstGeom>
          <a:noFill/>
        </p:spPr>
        <p:txBody>
          <a:bodyPr wrap="square" lIns="0" tIns="0" rIns="0" bIns="0" anchor="t">
            <a:spAutoFit/>
          </a:bodyPr>
          <a:lstStyle/>
          <a:p>
            <a:pPr algn="l">
              <a:lnSpc>
                <a:spcPct val="110000"/>
              </a:lnSpc>
            </a:pPr>
            <a:r>
              <a:rPr sz="950" b="0">
                <a:solidFill>
                  <a:srgbClr val="AEB6C2"/>
                </a:solidFill>
                <a:latin typeface="Calibri"/>
              </a:rPr>
              <a:t>Retrieval, parsing, policy and light generation stay on cores you already own. Only the heavy generate step reaches for an accelerator.</a:t>
            </a:r>
          </a:p>
        </p:txBody>
      </p:sp>
      <p:sp>
        <p:nvSpPr>
          <p:cNvPr id="105" name="TextBox 104">
            <a:extLst>
              <a:ext uri="{FF2B5EF4-FFF2-40B4-BE49-F238E27FC236}">
                <a16:creationId xmlns:a16="http://schemas.microsoft.com/office/drawing/2014/main" id="{65D6061B-33D3-6F3B-9634-50C7649AA96D}"/>
              </a:ext>
            </a:extLst>
          </p:cNvPr>
          <p:cNvSpPr txBox="1"/>
          <p:nvPr/>
        </p:nvSpPr>
        <p:spPr>
          <a:xfrm>
            <a:off x="8284464" y="5618202"/>
            <a:ext cx="3383280" cy="182880"/>
          </a:xfrm>
          <a:prstGeom prst="rect">
            <a:avLst/>
          </a:prstGeom>
          <a:noFill/>
        </p:spPr>
        <p:txBody>
          <a:bodyPr wrap="square" lIns="0" tIns="0" rIns="0" bIns="0" anchor="t">
            <a:spAutoFit/>
          </a:bodyPr>
          <a:lstStyle/>
          <a:p>
            <a:pPr algn="l"/>
            <a:r>
              <a:rPr sz="950" b="1">
                <a:solidFill>
                  <a:srgbClr val="62D6A8"/>
                </a:solidFill>
                <a:latin typeface="Calibri"/>
              </a:rPr>
              <a:t>AUDITABLE BY DEFAULT</a:t>
            </a:r>
          </a:p>
        </p:txBody>
      </p:sp>
      <p:sp>
        <p:nvSpPr>
          <p:cNvPr id="107" name="TextBox 106">
            <a:extLst>
              <a:ext uri="{FF2B5EF4-FFF2-40B4-BE49-F238E27FC236}">
                <a16:creationId xmlns:a16="http://schemas.microsoft.com/office/drawing/2014/main" id="{3621615C-EBE6-BD8B-B151-B600E97FC4E3}"/>
              </a:ext>
            </a:extLst>
          </p:cNvPr>
          <p:cNvSpPr txBox="1"/>
          <p:nvPr/>
        </p:nvSpPr>
        <p:spPr>
          <a:xfrm>
            <a:off x="8284464" y="5819370"/>
            <a:ext cx="3401568" cy="457200"/>
          </a:xfrm>
          <a:prstGeom prst="rect">
            <a:avLst/>
          </a:prstGeom>
          <a:noFill/>
        </p:spPr>
        <p:txBody>
          <a:bodyPr wrap="square" lIns="0" tIns="0" rIns="0" bIns="0" anchor="t">
            <a:spAutoFit/>
          </a:bodyPr>
          <a:lstStyle/>
          <a:p>
            <a:pPr algn="l">
              <a:lnSpc>
                <a:spcPct val="110000"/>
              </a:lnSpc>
            </a:pPr>
            <a:r>
              <a:rPr sz="950" b="0">
                <a:solidFill>
                  <a:srgbClr val="AEB6C2"/>
                </a:solidFill>
                <a:latin typeface="Calibri"/>
              </a:rPr>
              <a:t>A fixed graph routes the same way on every run, so tool calls, redactions and guardrail decisions are loggable and reproducible.</a:t>
            </a:r>
          </a:p>
        </p:txBody>
      </p:sp>
    </p:spTree>
    <p:extLst>
      <p:ext uri="{BB962C8B-B14F-4D97-AF65-F5344CB8AC3E}">
        <p14:creationId xmlns:p14="http://schemas.microsoft.com/office/powerpoint/2010/main" val="153310302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CF85C0-7399-0F9B-F984-1D483B6AE542}"/>
              </a:ext>
            </a:extLst>
          </p:cNvPr>
          <p:cNvSpPr txBox="1"/>
          <p:nvPr/>
        </p:nvSpPr>
        <p:spPr>
          <a:xfrm>
            <a:off x="320040" y="128016"/>
            <a:ext cx="11521440" cy="384048"/>
          </a:xfrm>
          <a:prstGeom prst="rect">
            <a:avLst/>
          </a:prstGeom>
          <a:noFill/>
        </p:spPr>
        <p:txBody>
          <a:bodyPr wrap="square" lIns="0" tIns="0" rIns="0" bIns="0" anchor="ctr">
            <a:spAutoFit/>
          </a:bodyPr>
          <a:lstStyle/>
          <a:p>
            <a:pPr algn="l"/>
            <a:r>
              <a:rPr sz="2600" b="1">
                <a:solidFill>
                  <a:srgbClr val="F5F7FA"/>
                </a:solidFill>
                <a:latin typeface="Arial"/>
              </a:rPr>
              <a:t>What breaks when you run an agent instead of a model</a:t>
            </a:r>
          </a:p>
        </p:txBody>
      </p:sp>
      <p:sp>
        <p:nvSpPr>
          <p:cNvPr id="3" name="TextBox 2">
            <a:extLst>
              <a:ext uri="{FF2B5EF4-FFF2-40B4-BE49-F238E27FC236}">
                <a16:creationId xmlns:a16="http://schemas.microsoft.com/office/drawing/2014/main" id="{287E125F-BE14-74A5-AFEB-AA15B115BA9C}"/>
              </a:ext>
            </a:extLst>
          </p:cNvPr>
          <p:cNvSpPr txBox="1"/>
          <p:nvPr/>
        </p:nvSpPr>
        <p:spPr>
          <a:xfrm>
            <a:off x="320040" y="530352"/>
            <a:ext cx="11521440" cy="274320"/>
          </a:xfrm>
          <a:prstGeom prst="rect">
            <a:avLst/>
          </a:prstGeom>
          <a:noFill/>
        </p:spPr>
        <p:txBody>
          <a:bodyPr wrap="square" lIns="0" tIns="0" rIns="0" bIns="0" anchor="ctr">
            <a:spAutoFit/>
          </a:bodyPr>
          <a:lstStyle/>
          <a:p>
            <a:pPr algn="l"/>
            <a:r>
              <a:rPr sz="1300" b="0">
                <a:solidFill>
                  <a:srgbClr val="AEB6C2"/>
                </a:solidFill>
                <a:latin typeface="Arial"/>
              </a:rPr>
              <a:t>Four problems, all of them on the CPU side of the loop.</a:t>
            </a:r>
          </a:p>
        </p:txBody>
      </p:sp>
      <p:sp>
        <p:nvSpPr>
          <p:cNvPr id="4" name="Rounded Rectangle 74">
            <a:extLst>
              <a:ext uri="{FF2B5EF4-FFF2-40B4-BE49-F238E27FC236}">
                <a16:creationId xmlns:a16="http://schemas.microsoft.com/office/drawing/2014/main" id="{E169A010-4B9D-77D1-6B27-E3EBF4E42109}"/>
              </a:ext>
            </a:extLst>
          </p:cNvPr>
          <p:cNvSpPr/>
          <p:nvPr/>
        </p:nvSpPr>
        <p:spPr>
          <a:xfrm>
            <a:off x="320040" y="914400"/>
            <a:ext cx="5806440" cy="1261872"/>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8C89045-9295-AAD1-D0E3-147045C69551}"/>
              </a:ext>
            </a:extLst>
          </p:cNvPr>
          <p:cNvSpPr/>
          <p:nvPr/>
        </p:nvSpPr>
        <p:spPr>
          <a:xfrm>
            <a:off x="320040" y="914400"/>
            <a:ext cx="64008" cy="1261872"/>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EE5316D-62A6-6A12-302B-FFCBA686905A}"/>
              </a:ext>
            </a:extLst>
          </p:cNvPr>
          <p:cNvSpPr txBox="1"/>
          <p:nvPr/>
        </p:nvSpPr>
        <p:spPr>
          <a:xfrm>
            <a:off x="594359" y="1060704"/>
            <a:ext cx="5349240" cy="292608"/>
          </a:xfrm>
          <a:prstGeom prst="rect">
            <a:avLst/>
          </a:prstGeom>
          <a:noFill/>
        </p:spPr>
        <p:txBody>
          <a:bodyPr wrap="square" lIns="0" tIns="0" rIns="0" bIns="0" anchor="ctr">
            <a:spAutoFit/>
          </a:bodyPr>
          <a:lstStyle/>
          <a:p>
            <a:pPr algn="l"/>
            <a:r>
              <a:rPr sz="1300" b="1">
                <a:solidFill>
                  <a:srgbClr val="55D8E8"/>
                </a:solidFill>
                <a:latin typeface="Arial"/>
              </a:rPr>
              <a:t>01</a:t>
            </a:r>
            <a:r>
              <a:rPr sz="1400" b="1">
                <a:solidFill>
                  <a:srgbClr val="F5F7FA"/>
                </a:solidFill>
                <a:latin typeface="Arial"/>
              </a:rPr>
              <a:t>     RUNS ARE STOCHASTIC</a:t>
            </a:r>
          </a:p>
        </p:txBody>
      </p:sp>
      <p:sp>
        <p:nvSpPr>
          <p:cNvPr id="7" name="TextBox 6">
            <a:extLst>
              <a:ext uri="{FF2B5EF4-FFF2-40B4-BE49-F238E27FC236}">
                <a16:creationId xmlns:a16="http://schemas.microsoft.com/office/drawing/2014/main" id="{B37866FD-871B-EF75-7E16-2B587EA9D67C}"/>
              </a:ext>
            </a:extLst>
          </p:cNvPr>
          <p:cNvSpPr txBox="1"/>
          <p:nvPr/>
        </p:nvSpPr>
        <p:spPr>
          <a:xfrm>
            <a:off x="594359" y="1417320"/>
            <a:ext cx="5303520" cy="640080"/>
          </a:xfrm>
          <a:prstGeom prst="rect">
            <a:avLst/>
          </a:prstGeom>
          <a:noFill/>
        </p:spPr>
        <p:txBody>
          <a:bodyPr wrap="square" lIns="0" tIns="0" rIns="0" bIns="0" anchor="t">
            <a:spAutoFit/>
          </a:bodyPr>
          <a:lstStyle/>
          <a:p>
            <a:pPr algn="l"/>
            <a:r>
              <a:rPr sz="1200" b="0">
                <a:solidFill>
                  <a:srgbClr val="AEB6C2"/>
                </a:solidFill>
                <a:latin typeface="Arial"/>
              </a:rPr>
              <a:t>The same task takes a different path on every run, so a single timing number says nothing. You need the trace, and you need to replay it.</a:t>
            </a:r>
          </a:p>
        </p:txBody>
      </p:sp>
      <p:sp>
        <p:nvSpPr>
          <p:cNvPr id="8" name="Rounded Rectangle 78">
            <a:extLst>
              <a:ext uri="{FF2B5EF4-FFF2-40B4-BE49-F238E27FC236}">
                <a16:creationId xmlns:a16="http://schemas.microsoft.com/office/drawing/2014/main" id="{ED004674-2D9A-B811-4494-0E3A78DE1D48}"/>
              </a:ext>
            </a:extLst>
          </p:cNvPr>
          <p:cNvSpPr/>
          <p:nvPr/>
        </p:nvSpPr>
        <p:spPr>
          <a:xfrm>
            <a:off x="320040" y="2295144"/>
            <a:ext cx="5806440" cy="1261872"/>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7235B61E-0702-C70B-6059-FE56235D4C23}"/>
              </a:ext>
            </a:extLst>
          </p:cNvPr>
          <p:cNvSpPr/>
          <p:nvPr/>
        </p:nvSpPr>
        <p:spPr>
          <a:xfrm>
            <a:off x="320040" y="2295144"/>
            <a:ext cx="64008" cy="1261872"/>
          </a:xfrm>
          <a:prstGeom prst="rect">
            <a:avLst/>
          </a:prstGeom>
          <a:solidFill>
            <a:srgbClr val="7FA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23ECEE3A-B381-464A-014B-D00C58A0010A}"/>
              </a:ext>
            </a:extLst>
          </p:cNvPr>
          <p:cNvSpPr txBox="1"/>
          <p:nvPr/>
        </p:nvSpPr>
        <p:spPr>
          <a:xfrm>
            <a:off x="594359" y="2441448"/>
            <a:ext cx="5349240" cy="292608"/>
          </a:xfrm>
          <a:prstGeom prst="rect">
            <a:avLst/>
          </a:prstGeom>
          <a:noFill/>
        </p:spPr>
        <p:txBody>
          <a:bodyPr wrap="square" lIns="0" tIns="0" rIns="0" bIns="0" anchor="ctr">
            <a:spAutoFit/>
          </a:bodyPr>
          <a:lstStyle/>
          <a:p>
            <a:pPr algn="l"/>
            <a:r>
              <a:rPr sz="1300" b="1">
                <a:solidFill>
                  <a:srgbClr val="7FA7F5"/>
                </a:solidFill>
                <a:latin typeface="Arial"/>
              </a:rPr>
              <a:t>02</a:t>
            </a:r>
            <a:r>
              <a:rPr sz="1400" b="1">
                <a:solidFill>
                  <a:srgbClr val="F5F7FA"/>
                </a:solidFill>
                <a:latin typeface="Arial"/>
              </a:rPr>
              <a:t>     INFRA IS SPLIT</a:t>
            </a:r>
          </a:p>
        </p:txBody>
      </p:sp>
      <p:sp>
        <p:nvSpPr>
          <p:cNvPr id="11" name="TextBox 10">
            <a:extLst>
              <a:ext uri="{FF2B5EF4-FFF2-40B4-BE49-F238E27FC236}">
                <a16:creationId xmlns:a16="http://schemas.microsoft.com/office/drawing/2014/main" id="{8E5F2C06-0993-1E02-9EC2-B2FBE7021AF4}"/>
              </a:ext>
            </a:extLst>
          </p:cNvPr>
          <p:cNvSpPr txBox="1"/>
          <p:nvPr/>
        </p:nvSpPr>
        <p:spPr>
          <a:xfrm>
            <a:off x="594359" y="2798063"/>
            <a:ext cx="5303520" cy="640080"/>
          </a:xfrm>
          <a:prstGeom prst="rect">
            <a:avLst/>
          </a:prstGeom>
          <a:noFill/>
        </p:spPr>
        <p:txBody>
          <a:bodyPr wrap="square" lIns="0" tIns="0" rIns="0" bIns="0" anchor="t">
            <a:spAutoFit/>
          </a:bodyPr>
          <a:lstStyle/>
          <a:p>
            <a:pPr algn="l"/>
            <a:r>
              <a:rPr sz="1200" b="0">
                <a:solidFill>
                  <a:srgbClr val="AEB6C2"/>
                </a:solidFill>
                <a:latin typeface="Arial"/>
              </a:rPr>
              <a:t>Orchestration runs on EPYC. Generation runs on a GPU or a hosted endpoint. Three places to configure, one path to measure.</a:t>
            </a:r>
          </a:p>
        </p:txBody>
      </p:sp>
      <p:sp>
        <p:nvSpPr>
          <p:cNvPr id="12" name="Rounded Rectangle 82">
            <a:extLst>
              <a:ext uri="{FF2B5EF4-FFF2-40B4-BE49-F238E27FC236}">
                <a16:creationId xmlns:a16="http://schemas.microsoft.com/office/drawing/2014/main" id="{8968B7AB-8506-888B-F25F-451AAEF14EEB}"/>
              </a:ext>
            </a:extLst>
          </p:cNvPr>
          <p:cNvSpPr/>
          <p:nvPr/>
        </p:nvSpPr>
        <p:spPr>
          <a:xfrm>
            <a:off x="320040" y="3675887"/>
            <a:ext cx="5806440" cy="1261872"/>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A9D23619-EC1F-3426-8C5D-A74728984D5D}"/>
              </a:ext>
            </a:extLst>
          </p:cNvPr>
          <p:cNvSpPr/>
          <p:nvPr/>
        </p:nvSpPr>
        <p:spPr>
          <a:xfrm>
            <a:off x="320040" y="3675887"/>
            <a:ext cx="64008" cy="1261872"/>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86BD19F-82C8-80FC-78E4-B83E8DAC60DB}"/>
              </a:ext>
            </a:extLst>
          </p:cNvPr>
          <p:cNvSpPr txBox="1"/>
          <p:nvPr/>
        </p:nvSpPr>
        <p:spPr>
          <a:xfrm>
            <a:off x="594359" y="3822191"/>
            <a:ext cx="5349240" cy="292608"/>
          </a:xfrm>
          <a:prstGeom prst="rect">
            <a:avLst/>
          </a:prstGeom>
          <a:noFill/>
        </p:spPr>
        <p:txBody>
          <a:bodyPr wrap="square" lIns="0" tIns="0" rIns="0" bIns="0" anchor="ctr">
            <a:spAutoFit/>
          </a:bodyPr>
          <a:lstStyle/>
          <a:p>
            <a:pPr algn="l"/>
            <a:r>
              <a:rPr sz="1300" b="1">
                <a:solidFill>
                  <a:srgbClr val="F2C14E"/>
                </a:solidFill>
                <a:latin typeface="Arial"/>
              </a:rPr>
              <a:t>03</a:t>
            </a:r>
            <a:r>
              <a:rPr sz="1400" b="1">
                <a:solidFill>
                  <a:srgbClr val="F5F7FA"/>
                </a:solidFill>
                <a:latin typeface="Arial"/>
              </a:rPr>
              <a:t>     TOOLS ARE NOT PROFILED</a:t>
            </a:r>
          </a:p>
        </p:txBody>
      </p:sp>
      <p:sp>
        <p:nvSpPr>
          <p:cNvPr id="15" name="TextBox 14">
            <a:extLst>
              <a:ext uri="{FF2B5EF4-FFF2-40B4-BE49-F238E27FC236}">
                <a16:creationId xmlns:a16="http://schemas.microsoft.com/office/drawing/2014/main" id="{834A929F-3A1A-9633-D59B-73B254ED61F3}"/>
              </a:ext>
            </a:extLst>
          </p:cNvPr>
          <p:cNvSpPr txBox="1"/>
          <p:nvPr/>
        </p:nvSpPr>
        <p:spPr>
          <a:xfrm>
            <a:off x="594359" y="4178807"/>
            <a:ext cx="5303520" cy="640080"/>
          </a:xfrm>
          <a:prstGeom prst="rect">
            <a:avLst/>
          </a:prstGeom>
          <a:noFill/>
        </p:spPr>
        <p:txBody>
          <a:bodyPr wrap="square" lIns="0" tIns="0" rIns="0" bIns="0" anchor="t">
            <a:spAutoFit/>
          </a:bodyPr>
          <a:lstStyle/>
          <a:p>
            <a:pPr algn="l"/>
            <a:r>
              <a:rPr sz="1200" b="0">
                <a:solidFill>
                  <a:srgbClr val="AEB6C2"/>
                </a:solidFill>
                <a:latin typeface="Arial"/>
              </a:rPr>
              <a:t>Retrieval, DOM parsing and serialization run as plain Python on the CPU. Nobody times them per op, so nobody knows where the loop's time goes.</a:t>
            </a:r>
          </a:p>
        </p:txBody>
      </p:sp>
      <p:sp>
        <p:nvSpPr>
          <p:cNvPr id="16" name="Rounded Rectangle 86">
            <a:extLst>
              <a:ext uri="{FF2B5EF4-FFF2-40B4-BE49-F238E27FC236}">
                <a16:creationId xmlns:a16="http://schemas.microsoft.com/office/drawing/2014/main" id="{D6455D3B-317E-FBAB-5E33-A114BF0E263C}"/>
              </a:ext>
            </a:extLst>
          </p:cNvPr>
          <p:cNvSpPr/>
          <p:nvPr/>
        </p:nvSpPr>
        <p:spPr>
          <a:xfrm>
            <a:off x="320040" y="5056631"/>
            <a:ext cx="5806440" cy="1261872"/>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D723A365-169A-01A8-24FB-71E9965F9ED8}"/>
              </a:ext>
            </a:extLst>
          </p:cNvPr>
          <p:cNvSpPr/>
          <p:nvPr/>
        </p:nvSpPr>
        <p:spPr>
          <a:xfrm>
            <a:off x="320040" y="5056631"/>
            <a:ext cx="64008" cy="1261872"/>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9A8B329E-54B9-8B7D-53DB-24009D08BF43}"/>
              </a:ext>
            </a:extLst>
          </p:cNvPr>
          <p:cNvSpPr txBox="1"/>
          <p:nvPr/>
        </p:nvSpPr>
        <p:spPr>
          <a:xfrm>
            <a:off x="594359" y="5202936"/>
            <a:ext cx="5349240" cy="292608"/>
          </a:xfrm>
          <a:prstGeom prst="rect">
            <a:avLst/>
          </a:prstGeom>
          <a:noFill/>
        </p:spPr>
        <p:txBody>
          <a:bodyPr wrap="square" lIns="0" tIns="0" rIns="0" bIns="0" anchor="ctr">
            <a:spAutoFit/>
          </a:bodyPr>
          <a:lstStyle/>
          <a:p>
            <a:pPr algn="l"/>
            <a:r>
              <a:rPr sz="1300" b="1">
                <a:solidFill>
                  <a:srgbClr val="E5484D"/>
                </a:solidFill>
                <a:latin typeface="Arial"/>
              </a:rPr>
              <a:t>04</a:t>
            </a:r>
            <a:r>
              <a:rPr sz="1400" b="1">
                <a:solidFill>
                  <a:srgbClr val="F5F7FA"/>
                </a:solidFill>
                <a:latin typeface="Arial"/>
              </a:rPr>
              <a:t>     TOOLS ARE NOT OPTIMIZED</a:t>
            </a:r>
          </a:p>
        </p:txBody>
      </p:sp>
      <p:sp>
        <p:nvSpPr>
          <p:cNvPr id="19" name="TextBox 18">
            <a:extLst>
              <a:ext uri="{FF2B5EF4-FFF2-40B4-BE49-F238E27FC236}">
                <a16:creationId xmlns:a16="http://schemas.microsoft.com/office/drawing/2014/main" id="{B7A35CB4-89A3-4266-B0D0-7534213F4B0C}"/>
              </a:ext>
            </a:extLst>
          </p:cNvPr>
          <p:cNvSpPr txBox="1"/>
          <p:nvPr/>
        </p:nvSpPr>
        <p:spPr>
          <a:xfrm>
            <a:off x="594359" y="5559551"/>
            <a:ext cx="5303520" cy="640080"/>
          </a:xfrm>
          <a:prstGeom prst="rect">
            <a:avLst/>
          </a:prstGeom>
          <a:noFill/>
        </p:spPr>
        <p:txBody>
          <a:bodyPr wrap="square" lIns="0" tIns="0" rIns="0" bIns="0" anchor="t">
            <a:spAutoFit/>
          </a:bodyPr>
          <a:lstStyle/>
          <a:p>
            <a:pPr algn="l"/>
            <a:r>
              <a:rPr sz="1200" b="0">
                <a:solidFill>
                  <a:srgbClr val="AEB6C2"/>
                </a:solidFill>
                <a:latin typeface="Arial"/>
              </a:rPr>
              <a:t>Hot tool kernels run naive code. As models get faster, that fixed CPU work becomes the largest share of every turn.</a:t>
            </a:r>
          </a:p>
        </p:txBody>
      </p:sp>
      <p:sp>
        <p:nvSpPr>
          <p:cNvPr id="20" name="Rounded Rectangle 90">
            <a:extLst>
              <a:ext uri="{FF2B5EF4-FFF2-40B4-BE49-F238E27FC236}">
                <a16:creationId xmlns:a16="http://schemas.microsoft.com/office/drawing/2014/main" id="{85B27FA3-DF83-BBAB-BEAF-9114C73D3678}"/>
              </a:ext>
            </a:extLst>
          </p:cNvPr>
          <p:cNvSpPr/>
          <p:nvPr/>
        </p:nvSpPr>
        <p:spPr>
          <a:xfrm>
            <a:off x="6309360" y="914400"/>
            <a:ext cx="5559552" cy="1691640"/>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91">
            <a:extLst>
              <a:ext uri="{FF2B5EF4-FFF2-40B4-BE49-F238E27FC236}">
                <a16:creationId xmlns:a16="http://schemas.microsoft.com/office/drawing/2014/main" id="{E817AA32-8899-92FD-B0DB-232A253B32CF}"/>
              </a:ext>
            </a:extLst>
          </p:cNvPr>
          <p:cNvSpPr/>
          <p:nvPr/>
        </p:nvSpPr>
        <p:spPr>
          <a:xfrm>
            <a:off x="6446520" y="1024128"/>
            <a:ext cx="2103120" cy="1472184"/>
          </a:xfrm>
          <a:prstGeom prst="roundRect">
            <a:avLst>
              <a:gd name="adj" fmla="val 5000"/>
            </a:avLst>
          </a:prstGeom>
          <a:solidFill>
            <a:srgbClr val="1B1F27"/>
          </a:solidFill>
          <a:ln w="9525">
            <a:solidFill>
              <a:srgbClr val="353B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3EC2A050-BADB-8135-62BF-52B281E9EE57}"/>
              </a:ext>
            </a:extLst>
          </p:cNvPr>
          <p:cNvSpPr txBox="1"/>
          <p:nvPr/>
        </p:nvSpPr>
        <p:spPr>
          <a:xfrm>
            <a:off x="6446520" y="1078992"/>
            <a:ext cx="2103120" cy="228600"/>
          </a:xfrm>
          <a:prstGeom prst="rect">
            <a:avLst/>
          </a:prstGeom>
          <a:noFill/>
        </p:spPr>
        <p:txBody>
          <a:bodyPr wrap="square" lIns="0" tIns="0" rIns="0" bIns="0" anchor="ctr">
            <a:spAutoFit/>
          </a:bodyPr>
          <a:lstStyle/>
          <a:p>
            <a:pPr algn="ctr"/>
            <a:r>
              <a:rPr sz="1000" b="1">
                <a:solidFill>
                  <a:srgbClr val="AEB6C2"/>
                </a:solidFill>
                <a:latin typeface="Arial"/>
              </a:rPr>
              <a:t>MONOLITHIC LLM</a:t>
            </a:r>
          </a:p>
        </p:txBody>
      </p:sp>
      <p:sp>
        <p:nvSpPr>
          <p:cNvPr id="23" name="Rounded Rectangle 93">
            <a:extLst>
              <a:ext uri="{FF2B5EF4-FFF2-40B4-BE49-F238E27FC236}">
                <a16:creationId xmlns:a16="http://schemas.microsoft.com/office/drawing/2014/main" id="{E8D20ED0-037A-29B4-2C07-A8F1C1DB284A}"/>
              </a:ext>
            </a:extLst>
          </p:cNvPr>
          <p:cNvSpPr/>
          <p:nvPr/>
        </p:nvSpPr>
        <p:spPr>
          <a:xfrm>
            <a:off x="6629400" y="1371600"/>
            <a:ext cx="1737360" cy="365760"/>
          </a:xfrm>
          <a:prstGeom prst="roundRect">
            <a:avLst>
              <a:gd name="adj" fmla="val 12000"/>
            </a:avLst>
          </a:prstGeom>
          <a:solidFill>
            <a:srgbClr val="0E1015"/>
          </a:solidFill>
          <a:ln w="9525">
            <a:solidFill>
              <a:srgbClr val="5A61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CAFAEF03-6E4B-B0D3-77C6-968A8C8196B1}"/>
              </a:ext>
            </a:extLst>
          </p:cNvPr>
          <p:cNvSpPr txBox="1"/>
          <p:nvPr/>
        </p:nvSpPr>
        <p:spPr>
          <a:xfrm>
            <a:off x="6629400" y="1371600"/>
            <a:ext cx="1737360" cy="365760"/>
          </a:xfrm>
          <a:prstGeom prst="rect">
            <a:avLst/>
          </a:prstGeom>
          <a:noFill/>
        </p:spPr>
        <p:txBody>
          <a:bodyPr wrap="square" lIns="0" tIns="0" rIns="0" bIns="0" anchor="ctr">
            <a:spAutoFit/>
          </a:bodyPr>
          <a:lstStyle/>
          <a:p>
            <a:pPr algn="ctr"/>
            <a:r>
              <a:rPr sz="1100" b="0">
                <a:solidFill>
                  <a:srgbClr val="F5F7FA"/>
                </a:solidFill>
                <a:latin typeface="Arial"/>
              </a:rPr>
              <a:t>prompt in  →  text out</a:t>
            </a:r>
          </a:p>
        </p:txBody>
      </p:sp>
      <p:sp>
        <p:nvSpPr>
          <p:cNvPr id="25" name="TextBox 24">
            <a:extLst>
              <a:ext uri="{FF2B5EF4-FFF2-40B4-BE49-F238E27FC236}">
                <a16:creationId xmlns:a16="http://schemas.microsoft.com/office/drawing/2014/main" id="{E56EFC11-973E-4D13-B29B-7076BE643FA1}"/>
              </a:ext>
            </a:extLst>
          </p:cNvPr>
          <p:cNvSpPr txBox="1"/>
          <p:nvPr/>
        </p:nvSpPr>
        <p:spPr>
          <a:xfrm>
            <a:off x="6537960" y="1847088"/>
            <a:ext cx="1920239" cy="548640"/>
          </a:xfrm>
          <a:prstGeom prst="rect">
            <a:avLst/>
          </a:prstGeom>
          <a:noFill/>
        </p:spPr>
        <p:txBody>
          <a:bodyPr wrap="square" lIns="0" tIns="0" rIns="0" bIns="0" anchor="t">
            <a:spAutoFit/>
          </a:bodyPr>
          <a:lstStyle/>
          <a:p>
            <a:pPr algn="ctr"/>
            <a:r>
              <a:rPr sz="1000" b="0">
                <a:solidFill>
                  <a:srgbClr val="7C8494"/>
                </a:solidFill>
                <a:latin typeface="Arial"/>
              </a:rPr>
              <a:t>one pass · no tools · no memory · no iteration</a:t>
            </a:r>
          </a:p>
        </p:txBody>
      </p:sp>
      <p:sp>
        <p:nvSpPr>
          <p:cNvPr id="26" name="Rounded Rectangle 96">
            <a:extLst>
              <a:ext uri="{FF2B5EF4-FFF2-40B4-BE49-F238E27FC236}">
                <a16:creationId xmlns:a16="http://schemas.microsoft.com/office/drawing/2014/main" id="{EF610529-95E7-5D0D-DE7C-BDAB5A044AB1}"/>
              </a:ext>
            </a:extLst>
          </p:cNvPr>
          <p:cNvSpPr/>
          <p:nvPr/>
        </p:nvSpPr>
        <p:spPr>
          <a:xfrm>
            <a:off x="8686800" y="1024128"/>
            <a:ext cx="3044952" cy="1472184"/>
          </a:xfrm>
          <a:prstGeom prst="roundRect">
            <a:avLst>
              <a:gd name="adj" fmla="val 5000"/>
            </a:avLst>
          </a:prstGeom>
          <a:solidFill>
            <a:srgbClr val="1B1F27"/>
          </a:solidFill>
          <a:ln w="9525">
            <a:solidFill>
              <a:srgbClr val="353B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7F32BD71-8DD3-DFCE-B76A-8766F24B1094}"/>
              </a:ext>
            </a:extLst>
          </p:cNvPr>
          <p:cNvSpPr txBox="1"/>
          <p:nvPr/>
        </p:nvSpPr>
        <p:spPr>
          <a:xfrm>
            <a:off x="8686800" y="1078992"/>
            <a:ext cx="3044952" cy="228600"/>
          </a:xfrm>
          <a:prstGeom prst="rect">
            <a:avLst/>
          </a:prstGeom>
          <a:noFill/>
        </p:spPr>
        <p:txBody>
          <a:bodyPr wrap="square" lIns="0" tIns="0" rIns="0" bIns="0" anchor="ctr">
            <a:spAutoFit/>
          </a:bodyPr>
          <a:lstStyle/>
          <a:p>
            <a:pPr algn="ctr"/>
            <a:r>
              <a:rPr sz="1000" b="1">
                <a:solidFill>
                  <a:srgbClr val="F2C14E"/>
                </a:solidFill>
                <a:latin typeface="Arial"/>
              </a:rPr>
              <a:t>AGENTIC AI</a:t>
            </a:r>
          </a:p>
        </p:txBody>
      </p:sp>
      <p:sp>
        <p:nvSpPr>
          <p:cNvPr id="28" name="Rounded Rectangle 98">
            <a:extLst>
              <a:ext uri="{FF2B5EF4-FFF2-40B4-BE49-F238E27FC236}">
                <a16:creationId xmlns:a16="http://schemas.microsoft.com/office/drawing/2014/main" id="{B6BAAAC6-5FC5-E1F2-27F4-98491E84769F}"/>
              </a:ext>
            </a:extLst>
          </p:cNvPr>
          <p:cNvSpPr/>
          <p:nvPr/>
        </p:nvSpPr>
        <p:spPr>
          <a:xfrm>
            <a:off x="9523476" y="1325880"/>
            <a:ext cx="1371600" cy="292608"/>
          </a:xfrm>
          <a:prstGeom prst="roundRect">
            <a:avLst>
              <a:gd name="adj" fmla="val 15000"/>
            </a:avLst>
          </a:prstGeom>
          <a:solidFill>
            <a:srgbClr val="2A2412"/>
          </a:solidFill>
          <a:ln w="15875">
            <a:solidFill>
              <a:srgbClr val="F2C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7A3B2415-A8BB-D61C-F5C2-019024A0FFD1}"/>
              </a:ext>
            </a:extLst>
          </p:cNvPr>
          <p:cNvSpPr txBox="1"/>
          <p:nvPr/>
        </p:nvSpPr>
        <p:spPr>
          <a:xfrm>
            <a:off x="9523476" y="1325880"/>
            <a:ext cx="1371600" cy="292608"/>
          </a:xfrm>
          <a:prstGeom prst="rect">
            <a:avLst/>
          </a:prstGeom>
          <a:noFill/>
        </p:spPr>
        <p:txBody>
          <a:bodyPr wrap="square" lIns="0" tIns="0" rIns="0" bIns="0" anchor="ctr">
            <a:spAutoFit/>
          </a:bodyPr>
          <a:lstStyle/>
          <a:p>
            <a:pPr algn="ctr"/>
            <a:r>
              <a:rPr sz="1100" b="1">
                <a:solidFill>
                  <a:srgbClr val="F2C14E"/>
                </a:solidFill>
                <a:latin typeface="Arial"/>
              </a:rPr>
              <a:t>Orchestrator</a:t>
            </a:r>
          </a:p>
        </p:txBody>
      </p:sp>
      <p:cxnSp>
        <p:nvCxnSpPr>
          <p:cNvPr id="30" name="Connector 100">
            <a:extLst>
              <a:ext uri="{FF2B5EF4-FFF2-40B4-BE49-F238E27FC236}">
                <a16:creationId xmlns:a16="http://schemas.microsoft.com/office/drawing/2014/main" id="{5E034197-3990-8B9A-2C6E-156289F7D804}"/>
              </a:ext>
            </a:extLst>
          </p:cNvPr>
          <p:cNvCxnSpPr/>
          <p:nvPr/>
        </p:nvCxnSpPr>
        <p:spPr>
          <a:xfrm>
            <a:off x="10209276" y="1618488"/>
            <a:ext cx="0" cy="82296"/>
          </a:xfrm>
          <a:prstGeom prst="line">
            <a:avLst/>
          </a:prstGeom>
          <a:ln w="12700">
            <a:solidFill>
              <a:srgbClr val="8A7A3A"/>
            </a:solidFill>
          </a:ln>
        </p:spPr>
        <p:style>
          <a:lnRef idx="2">
            <a:schemeClr val="accent1"/>
          </a:lnRef>
          <a:fillRef idx="0">
            <a:schemeClr val="accent1"/>
          </a:fillRef>
          <a:effectRef idx="1">
            <a:schemeClr val="accent1"/>
          </a:effectRef>
          <a:fontRef idx="minor">
            <a:schemeClr val="tx1"/>
          </a:fontRef>
        </p:style>
      </p:cxnSp>
      <p:cxnSp>
        <p:nvCxnSpPr>
          <p:cNvPr id="31" name="Connector 101">
            <a:extLst>
              <a:ext uri="{FF2B5EF4-FFF2-40B4-BE49-F238E27FC236}">
                <a16:creationId xmlns:a16="http://schemas.microsoft.com/office/drawing/2014/main" id="{D432CFCE-53E1-9E0B-2614-9D28BD74F605}"/>
              </a:ext>
            </a:extLst>
          </p:cNvPr>
          <p:cNvCxnSpPr/>
          <p:nvPr/>
        </p:nvCxnSpPr>
        <p:spPr>
          <a:xfrm>
            <a:off x="9203436" y="1700784"/>
            <a:ext cx="2011680" cy="0"/>
          </a:xfrm>
          <a:prstGeom prst="line">
            <a:avLst/>
          </a:prstGeom>
          <a:ln w="12700">
            <a:solidFill>
              <a:srgbClr val="8A7A3A"/>
            </a:solidFill>
          </a:ln>
        </p:spPr>
        <p:style>
          <a:lnRef idx="2">
            <a:schemeClr val="accent1"/>
          </a:lnRef>
          <a:fillRef idx="0">
            <a:schemeClr val="accent1"/>
          </a:fillRef>
          <a:effectRef idx="1">
            <a:schemeClr val="accent1"/>
          </a:effectRef>
          <a:fontRef idx="minor">
            <a:schemeClr val="tx1"/>
          </a:fontRef>
        </p:style>
      </p:cxnSp>
      <p:cxnSp>
        <p:nvCxnSpPr>
          <p:cNvPr id="32" name="Connector 102">
            <a:extLst>
              <a:ext uri="{FF2B5EF4-FFF2-40B4-BE49-F238E27FC236}">
                <a16:creationId xmlns:a16="http://schemas.microsoft.com/office/drawing/2014/main" id="{EDB7D6A5-E26E-EBCE-946A-C97A3DC01748}"/>
              </a:ext>
            </a:extLst>
          </p:cNvPr>
          <p:cNvCxnSpPr/>
          <p:nvPr/>
        </p:nvCxnSpPr>
        <p:spPr>
          <a:xfrm>
            <a:off x="9203436" y="1700784"/>
            <a:ext cx="0" cy="73152"/>
          </a:xfrm>
          <a:prstGeom prst="line">
            <a:avLst/>
          </a:prstGeom>
          <a:ln w="12700">
            <a:solidFill>
              <a:srgbClr val="8A7A3A"/>
            </a:solidFill>
          </a:ln>
        </p:spPr>
        <p:style>
          <a:lnRef idx="2">
            <a:schemeClr val="accent1"/>
          </a:lnRef>
          <a:fillRef idx="0">
            <a:schemeClr val="accent1"/>
          </a:fillRef>
          <a:effectRef idx="1">
            <a:schemeClr val="accent1"/>
          </a:effectRef>
          <a:fontRef idx="minor">
            <a:schemeClr val="tx1"/>
          </a:fontRef>
        </p:style>
      </p:cxnSp>
      <p:sp>
        <p:nvSpPr>
          <p:cNvPr id="33" name="Rounded Rectangle 103">
            <a:extLst>
              <a:ext uri="{FF2B5EF4-FFF2-40B4-BE49-F238E27FC236}">
                <a16:creationId xmlns:a16="http://schemas.microsoft.com/office/drawing/2014/main" id="{C1663B6A-6ED2-1A97-34FF-70E8364A9783}"/>
              </a:ext>
            </a:extLst>
          </p:cNvPr>
          <p:cNvSpPr/>
          <p:nvPr/>
        </p:nvSpPr>
        <p:spPr>
          <a:xfrm>
            <a:off x="8746236" y="1773936"/>
            <a:ext cx="914400" cy="274320"/>
          </a:xfrm>
          <a:prstGeom prst="roundRect">
            <a:avLst>
              <a:gd name="adj" fmla="val 12000"/>
            </a:avLst>
          </a:prstGeom>
          <a:solidFill>
            <a:srgbClr val="0E1015"/>
          </a:solidFill>
          <a:ln w="9525">
            <a:solidFill>
              <a:srgbClr val="5A61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61E56151-BD2A-166F-36DD-BEB4A88988D8}"/>
              </a:ext>
            </a:extLst>
          </p:cNvPr>
          <p:cNvSpPr txBox="1"/>
          <p:nvPr/>
        </p:nvSpPr>
        <p:spPr>
          <a:xfrm>
            <a:off x="8746236" y="1773936"/>
            <a:ext cx="914400" cy="274320"/>
          </a:xfrm>
          <a:prstGeom prst="rect">
            <a:avLst/>
          </a:prstGeom>
          <a:noFill/>
        </p:spPr>
        <p:txBody>
          <a:bodyPr wrap="square" lIns="0" tIns="0" rIns="0" bIns="0" anchor="ctr">
            <a:spAutoFit/>
          </a:bodyPr>
          <a:lstStyle/>
          <a:p>
            <a:pPr algn="ctr"/>
            <a:r>
              <a:rPr sz="1050" b="0">
                <a:solidFill>
                  <a:srgbClr val="F5F7FA"/>
                </a:solidFill>
                <a:latin typeface="Arial"/>
              </a:rPr>
              <a:t>Plan</a:t>
            </a:r>
          </a:p>
        </p:txBody>
      </p:sp>
      <p:cxnSp>
        <p:nvCxnSpPr>
          <p:cNvPr id="35" name="Connector 105">
            <a:extLst>
              <a:ext uri="{FF2B5EF4-FFF2-40B4-BE49-F238E27FC236}">
                <a16:creationId xmlns:a16="http://schemas.microsoft.com/office/drawing/2014/main" id="{85A231AD-066A-6790-B019-E62A2EB7ACE0}"/>
              </a:ext>
            </a:extLst>
          </p:cNvPr>
          <p:cNvCxnSpPr/>
          <p:nvPr/>
        </p:nvCxnSpPr>
        <p:spPr>
          <a:xfrm>
            <a:off x="10209276" y="1700784"/>
            <a:ext cx="0" cy="73152"/>
          </a:xfrm>
          <a:prstGeom prst="line">
            <a:avLst/>
          </a:prstGeom>
          <a:ln w="12700">
            <a:solidFill>
              <a:srgbClr val="8A7A3A"/>
            </a:solidFill>
          </a:ln>
        </p:spPr>
        <p:style>
          <a:lnRef idx="2">
            <a:schemeClr val="accent1"/>
          </a:lnRef>
          <a:fillRef idx="0">
            <a:schemeClr val="accent1"/>
          </a:fillRef>
          <a:effectRef idx="1">
            <a:schemeClr val="accent1"/>
          </a:effectRef>
          <a:fontRef idx="minor">
            <a:schemeClr val="tx1"/>
          </a:fontRef>
        </p:style>
      </p:cxnSp>
      <p:sp>
        <p:nvSpPr>
          <p:cNvPr id="36" name="Rounded Rectangle 106">
            <a:extLst>
              <a:ext uri="{FF2B5EF4-FFF2-40B4-BE49-F238E27FC236}">
                <a16:creationId xmlns:a16="http://schemas.microsoft.com/office/drawing/2014/main" id="{2156F4E3-10A0-9AAB-82D4-A2D8E5F7804A}"/>
              </a:ext>
            </a:extLst>
          </p:cNvPr>
          <p:cNvSpPr/>
          <p:nvPr/>
        </p:nvSpPr>
        <p:spPr>
          <a:xfrm>
            <a:off x="9752076" y="1773936"/>
            <a:ext cx="914400" cy="274320"/>
          </a:xfrm>
          <a:prstGeom prst="roundRect">
            <a:avLst>
              <a:gd name="adj" fmla="val 12000"/>
            </a:avLst>
          </a:prstGeom>
          <a:solidFill>
            <a:srgbClr val="0E1015"/>
          </a:solidFill>
          <a:ln w="9525">
            <a:solidFill>
              <a:srgbClr val="5A61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92F797DB-5A1F-E678-B59B-C8F2FE5ADF45}"/>
              </a:ext>
            </a:extLst>
          </p:cNvPr>
          <p:cNvSpPr txBox="1"/>
          <p:nvPr/>
        </p:nvSpPr>
        <p:spPr>
          <a:xfrm>
            <a:off x="9752076" y="1773936"/>
            <a:ext cx="914400" cy="274320"/>
          </a:xfrm>
          <a:prstGeom prst="rect">
            <a:avLst/>
          </a:prstGeom>
          <a:noFill/>
        </p:spPr>
        <p:txBody>
          <a:bodyPr wrap="square" lIns="0" tIns="0" rIns="0" bIns="0" anchor="ctr">
            <a:spAutoFit/>
          </a:bodyPr>
          <a:lstStyle/>
          <a:p>
            <a:pPr algn="ctr"/>
            <a:r>
              <a:rPr sz="1050" b="0">
                <a:solidFill>
                  <a:srgbClr val="F5F7FA"/>
                </a:solidFill>
                <a:latin typeface="Arial"/>
              </a:rPr>
              <a:t>Act (tools)</a:t>
            </a:r>
          </a:p>
        </p:txBody>
      </p:sp>
      <p:cxnSp>
        <p:nvCxnSpPr>
          <p:cNvPr id="38" name="Connector 108">
            <a:extLst>
              <a:ext uri="{FF2B5EF4-FFF2-40B4-BE49-F238E27FC236}">
                <a16:creationId xmlns:a16="http://schemas.microsoft.com/office/drawing/2014/main" id="{E7DB6155-6600-7019-1E5D-61B39D78F9F7}"/>
              </a:ext>
            </a:extLst>
          </p:cNvPr>
          <p:cNvCxnSpPr/>
          <p:nvPr/>
        </p:nvCxnSpPr>
        <p:spPr>
          <a:xfrm>
            <a:off x="11215116" y="1700784"/>
            <a:ext cx="0" cy="73152"/>
          </a:xfrm>
          <a:prstGeom prst="line">
            <a:avLst/>
          </a:prstGeom>
          <a:ln w="12700">
            <a:solidFill>
              <a:srgbClr val="8A7A3A"/>
            </a:solidFill>
          </a:ln>
        </p:spPr>
        <p:style>
          <a:lnRef idx="2">
            <a:schemeClr val="accent1"/>
          </a:lnRef>
          <a:fillRef idx="0">
            <a:schemeClr val="accent1"/>
          </a:fillRef>
          <a:effectRef idx="1">
            <a:schemeClr val="accent1"/>
          </a:effectRef>
          <a:fontRef idx="minor">
            <a:schemeClr val="tx1"/>
          </a:fontRef>
        </p:style>
      </p:cxnSp>
      <p:sp>
        <p:nvSpPr>
          <p:cNvPr id="39" name="Rounded Rectangle 109">
            <a:extLst>
              <a:ext uri="{FF2B5EF4-FFF2-40B4-BE49-F238E27FC236}">
                <a16:creationId xmlns:a16="http://schemas.microsoft.com/office/drawing/2014/main" id="{59684A1D-B300-ACC7-A7B5-D09AD0F6872C}"/>
              </a:ext>
            </a:extLst>
          </p:cNvPr>
          <p:cNvSpPr/>
          <p:nvPr/>
        </p:nvSpPr>
        <p:spPr>
          <a:xfrm>
            <a:off x="10757916" y="1773936"/>
            <a:ext cx="914400" cy="274320"/>
          </a:xfrm>
          <a:prstGeom prst="roundRect">
            <a:avLst>
              <a:gd name="adj" fmla="val 12000"/>
            </a:avLst>
          </a:prstGeom>
          <a:solidFill>
            <a:srgbClr val="0E1015"/>
          </a:solidFill>
          <a:ln w="9525">
            <a:solidFill>
              <a:srgbClr val="5A61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42F51F67-D4CD-D018-D5DE-410848B181AC}"/>
              </a:ext>
            </a:extLst>
          </p:cNvPr>
          <p:cNvSpPr txBox="1"/>
          <p:nvPr/>
        </p:nvSpPr>
        <p:spPr>
          <a:xfrm>
            <a:off x="10757916" y="1773936"/>
            <a:ext cx="914400" cy="274320"/>
          </a:xfrm>
          <a:prstGeom prst="rect">
            <a:avLst/>
          </a:prstGeom>
          <a:noFill/>
        </p:spPr>
        <p:txBody>
          <a:bodyPr wrap="square" lIns="0" tIns="0" rIns="0" bIns="0" anchor="ctr">
            <a:spAutoFit/>
          </a:bodyPr>
          <a:lstStyle/>
          <a:p>
            <a:pPr algn="ctr"/>
            <a:r>
              <a:rPr sz="1050" b="0">
                <a:solidFill>
                  <a:srgbClr val="F5F7FA"/>
                </a:solidFill>
                <a:latin typeface="Arial"/>
              </a:rPr>
              <a:t>Observe</a:t>
            </a:r>
          </a:p>
        </p:txBody>
      </p:sp>
      <p:sp>
        <p:nvSpPr>
          <p:cNvPr id="41" name="TextBox 40">
            <a:extLst>
              <a:ext uri="{FF2B5EF4-FFF2-40B4-BE49-F238E27FC236}">
                <a16:creationId xmlns:a16="http://schemas.microsoft.com/office/drawing/2014/main" id="{39370B04-8946-6F5F-2037-523BB86B51DF}"/>
              </a:ext>
            </a:extLst>
          </p:cNvPr>
          <p:cNvSpPr txBox="1"/>
          <p:nvPr/>
        </p:nvSpPr>
        <p:spPr>
          <a:xfrm>
            <a:off x="8778240" y="2103120"/>
            <a:ext cx="2862072" cy="365760"/>
          </a:xfrm>
          <a:prstGeom prst="rect">
            <a:avLst/>
          </a:prstGeom>
          <a:noFill/>
        </p:spPr>
        <p:txBody>
          <a:bodyPr wrap="square" lIns="0" tIns="0" rIns="0" bIns="0" anchor="ctr">
            <a:spAutoFit/>
          </a:bodyPr>
          <a:lstStyle/>
          <a:p>
            <a:pPr algn="ctr"/>
            <a:r>
              <a:rPr sz="950" b="0">
                <a:solidFill>
                  <a:srgbClr val="7C8494"/>
                </a:solidFill>
                <a:latin typeface="Arial"/>
              </a:rPr>
              <a:t>plan → act → observe → refine, with memory, retrieval and tool I/O in the loop</a:t>
            </a:r>
          </a:p>
        </p:txBody>
      </p:sp>
      <p:sp>
        <p:nvSpPr>
          <p:cNvPr id="42" name="Rounded Rectangle 112">
            <a:extLst>
              <a:ext uri="{FF2B5EF4-FFF2-40B4-BE49-F238E27FC236}">
                <a16:creationId xmlns:a16="http://schemas.microsoft.com/office/drawing/2014/main" id="{0DFD2D11-C177-BBA5-D8AA-3D2775382931}"/>
              </a:ext>
            </a:extLst>
          </p:cNvPr>
          <p:cNvSpPr/>
          <p:nvPr/>
        </p:nvSpPr>
        <p:spPr>
          <a:xfrm>
            <a:off x="6309360" y="2743200"/>
            <a:ext cx="5559552" cy="2011680"/>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75FA9AF2-DA5A-03E3-400F-D2CD30EA7C8C}"/>
              </a:ext>
            </a:extLst>
          </p:cNvPr>
          <p:cNvSpPr txBox="1"/>
          <p:nvPr/>
        </p:nvSpPr>
        <p:spPr>
          <a:xfrm>
            <a:off x="6492240" y="2834640"/>
            <a:ext cx="5193792" cy="256032"/>
          </a:xfrm>
          <a:prstGeom prst="rect">
            <a:avLst/>
          </a:prstGeom>
          <a:noFill/>
        </p:spPr>
        <p:txBody>
          <a:bodyPr wrap="square" lIns="0" tIns="0" rIns="0" bIns="0" anchor="ctr">
            <a:spAutoFit/>
          </a:bodyPr>
          <a:lstStyle/>
          <a:p>
            <a:pPr algn="l"/>
            <a:r>
              <a:rPr sz="1050" b="1">
                <a:solidFill>
                  <a:srgbClr val="55D8E8"/>
                </a:solidFill>
                <a:latin typeface="Arial"/>
              </a:rPr>
              <a:t>WEBVOYAGER  ·  CPU TIME PER OP</a:t>
            </a:r>
          </a:p>
        </p:txBody>
      </p:sp>
      <p:sp>
        <p:nvSpPr>
          <p:cNvPr id="44" name="TextBox 43">
            <a:extLst>
              <a:ext uri="{FF2B5EF4-FFF2-40B4-BE49-F238E27FC236}">
                <a16:creationId xmlns:a16="http://schemas.microsoft.com/office/drawing/2014/main" id="{E8A013C0-CD0D-40B3-2CC1-52E9BF9D6436}"/>
              </a:ext>
            </a:extLst>
          </p:cNvPr>
          <p:cNvSpPr txBox="1"/>
          <p:nvPr/>
        </p:nvSpPr>
        <p:spPr>
          <a:xfrm>
            <a:off x="6492240" y="3154680"/>
            <a:ext cx="1188720" cy="182880"/>
          </a:xfrm>
          <a:prstGeom prst="rect">
            <a:avLst/>
          </a:prstGeom>
          <a:noFill/>
        </p:spPr>
        <p:txBody>
          <a:bodyPr wrap="square" lIns="0" tIns="0" rIns="0" bIns="0" anchor="ctr">
            <a:spAutoFit/>
          </a:bodyPr>
          <a:lstStyle/>
          <a:p>
            <a:pPr algn="l"/>
            <a:r>
              <a:rPr sz="1000" b="0">
                <a:solidFill>
                  <a:srgbClr val="AEB6C2"/>
                </a:solidFill>
                <a:latin typeface="Arial"/>
              </a:rPr>
              <a:t>DOM / HTML</a:t>
            </a:r>
          </a:p>
        </p:txBody>
      </p:sp>
      <p:sp>
        <p:nvSpPr>
          <p:cNvPr id="45" name="Rectangle 44">
            <a:extLst>
              <a:ext uri="{FF2B5EF4-FFF2-40B4-BE49-F238E27FC236}">
                <a16:creationId xmlns:a16="http://schemas.microsoft.com/office/drawing/2014/main" id="{3A2D2357-6086-524E-3466-64786410923B}"/>
              </a:ext>
            </a:extLst>
          </p:cNvPr>
          <p:cNvSpPr/>
          <p:nvPr/>
        </p:nvSpPr>
        <p:spPr>
          <a:xfrm>
            <a:off x="7726680" y="3191256"/>
            <a:ext cx="3410712" cy="118872"/>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664123BB-B377-79C8-A653-5D03D63D2FBA}"/>
              </a:ext>
            </a:extLst>
          </p:cNvPr>
          <p:cNvSpPr txBox="1"/>
          <p:nvPr/>
        </p:nvSpPr>
        <p:spPr>
          <a:xfrm>
            <a:off x="11210544" y="3154680"/>
            <a:ext cx="548640" cy="182880"/>
          </a:xfrm>
          <a:prstGeom prst="rect">
            <a:avLst/>
          </a:prstGeom>
          <a:noFill/>
        </p:spPr>
        <p:txBody>
          <a:bodyPr wrap="square" lIns="0" tIns="0" rIns="0" bIns="0" anchor="ctr">
            <a:spAutoFit/>
          </a:bodyPr>
          <a:lstStyle/>
          <a:p>
            <a:pPr algn="l"/>
            <a:r>
              <a:rPr sz="1000" b="0">
                <a:solidFill>
                  <a:srgbClr val="F5F7FA"/>
                </a:solidFill>
                <a:latin typeface="Arial"/>
              </a:rPr>
              <a:t>8.9s</a:t>
            </a:r>
          </a:p>
        </p:txBody>
      </p:sp>
      <p:sp>
        <p:nvSpPr>
          <p:cNvPr id="47" name="TextBox 46">
            <a:extLst>
              <a:ext uri="{FF2B5EF4-FFF2-40B4-BE49-F238E27FC236}">
                <a16:creationId xmlns:a16="http://schemas.microsoft.com/office/drawing/2014/main" id="{149C4431-7607-038D-3610-4508AA45881A}"/>
              </a:ext>
            </a:extLst>
          </p:cNvPr>
          <p:cNvSpPr txBox="1"/>
          <p:nvPr/>
        </p:nvSpPr>
        <p:spPr>
          <a:xfrm>
            <a:off x="6492240" y="3351276"/>
            <a:ext cx="1188720" cy="182880"/>
          </a:xfrm>
          <a:prstGeom prst="rect">
            <a:avLst/>
          </a:prstGeom>
          <a:noFill/>
        </p:spPr>
        <p:txBody>
          <a:bodyPr wrap="square" lIns="0" tIns="0" rIns="0" bIns="0" anchor="ctr">
            <a:spAutoFit/>
          </a:bodyPr>
          <a:lstStyle/>
          <a:p>
            <a:pPr algn="l"/>
            <a:r>
              <a:rPr sz="1000" b="0">
                <a:solidFill>
                  <a:srgbClr val="AEB6C2"/>
                </a:solidFill>
                <a:latin typeface="Arial"/>
              </a:rPr>
              <a:t>Screenshot</a:t>
            </a:r>
          </a:p>
        </p:txBody>
      </p:sp>
      <p:sp>
        <p:nvSpPr>
          <p:cNvPr id="48" name="Rectangle 47">
            <a:extLst>
              <a:ext uri="{FF2B5EF4-FFF2-40B4-BE49-F238E27FC236}">
                <a16:creationId xmlns:a16="http://schemas.microsoft.com/office/drawing/2014/main" id="{697EF097-1E24-3042-E002-E3C1E327AD80}"/>
              </a:ext>
            </a:extLst>
          </p:cNvPr>
          <p:cNvSpPr/>
          <p:nvPr/>
        </p:nvSpPr>
        <p:spPr>
          <a:xfrm>
            <a:off x="7726680" y="3387852"/>
            <a:ext cx="2069420" cy="118872"/>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8E0372B9-3698-CAE9-E4A1-FDA516E7B5C0}"/>
              </a:ext>
            </a:extLst>
          </p:cNvPr>
          <p:cNvSpPr txBox="1"/>
          <p:nvPr/>
        </p:nvSpPr>
        <p:spPr>
          <a:xfrm>
            <a:off x="9869252" y="3351276"/>
            <a:ext cx="548640" cy="182880"/>
          </a:xfrm>
          <a:prstGeom prst="rect">
            <a:avLst/>
          </a:prstGeom>
          <a:noFill/>
        </p:spPr>
        <p:txBody>
          <a:bodyPr wrap="square" lIns="0" tIns="0" rIns="0" bIns="0" anchor="ctr">
            <a:spAutoFit/>
          </a:bodyPr>
          <a:lstStyle/>
          <a:p>
            <a:pPr algn="l"/>
            <a:r>
              <a:rPr sz="1000" b="0">
                <a:solidFill>
                  <a:srgbClr val="F5F7FA"/>
                </a:solidFill>
                <a:latin typeface="Arial"/>
              </a:rPr>
              <a:t>5.4s</a:t>
            </a:r>
          </a:p>
        </p:txBody>
      </p:sp>
      <p:sp>
        <p:nvSpPr>
          <p:cNvPr id="50" name="TextBox 49">
            <a:extLst>
              <a:ext uri="{FF2B5EF4-FFF2-40B4-BE49-F238E27FC236}">
                <a16:creationId xmlns:a16="http://schemas.microsoft.com/office/drawing/2014/main" id="{3EAAFE30-ABB8-A634-EEDA-CF0B1CFE7D4E}"/>
              </a:ext>
            </a:extLst>
          </p:cNvPr>
          <p:cNvSpPr txBox="1"/>
          <p:nvPr/>
        </p:nvSpPr>
        <p:spPr>
          <a:xfrm>
            <a:off x="6492240" y="3547872"/>
            <a:ext cx="1188720" cy="182880"/>
          </a:xfrm>
          <a:prstGeom prst="rect">
            <a:avLst/>
          </a:prstGeom>
          <a:noFill/>
        </p:spPr>
        <p:txBody>
          <a:bodyPr wrap="square" lIns="0" tIns="0" rIns="0" bIns="0" anchor="ctr">
            <a:spAutoFit/>
          </a:bodyPr>
          <a:lstStyle/>
          <a:p>
            <a:pPr algn="l"/>
            <a:r>
              <a:rPr sz="1000" b="0">
                <a:solidFill>
                  <a:srgbClr val="AEB6C2"/>
                </a:solidFill>
                <a:latin typeface="Arial"/>
              </a:rPr>
              <a:t>Tokenize</a:t>
            </a:r>
          </a:p>
        </p:txBody>
      </p:sp>
      <p:sp>
        <p:nvSpPr>
          <p:cNvPr id="51" name="Rectangle 50">
            <a:extLst>
              <a:ext uri="{FF2B5EF4-FFF2-40B4-BE49-F238E27FC236}">
                <a16:creationId xmlns:a16="http://schemas.microsoft.com/office/drawing/2014/main" id="{BEE3F8A7-97CF-AD77-6E7A-7A09FFDF0802}"/>
              </a:ext>
            </a:extLst>
          </p:cNvPr>
          <p:cNvSpPr/>
          <p:nvPr/>
        </p:nvSpPr>
        <p:spPr>
          <a:xfrm>
            <a:off x="7726680" y="3584448"/>
            <a:ext cx="1494581" cy="118872"/>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BC640A83-1EB7-7C4C-0348-26307B60CCD0}"/>
              </a:ext>
            </a:extLst>
          </p:cNvPr>
          <p:cNvSpPr txBox="1"/>
          <p:nvPr/>
        </p:nvSpPr>
        <p:spPr>
          <a:xfrm>
            <a:off x="9294413" y="3547872"/>
            <a:ext cx="548640" cy="182880"/>
          </a:xfrm>
          <a:prstGeom prst="rect">
            <a:avLst/>
          </a:prstGeom>
          <a:noFill/>
        </p:spPr>
        <p:txBody>
          <a:bodyPr wrap="square" lIns="0" tIns="0" rIns="0" bIns="0" anchor="ctr">
            <a:spAutoFit/>
          </a:bodyPr>
          <a:lstStyle/>
          <a:p>
            <a:pPr algn="l"/>
            <a:r>
              <a:rPr sz="1000" b="0">
                <a:solidFill>
                  <a:srgbClr val="F5F7FA"/>
                </a:solidFill>
                <a:latin typeface="Arial"/>
              </a:rPr>
              <a:t>3.9s</a:t>
            </a:r>
          </a:p>
        </p:txBody>
      </p:sp>
      <p:sp>
        <p:nvSpPr>
          <p:cNvPr id="53" name="TextBox 52">
            <a:extLst>
              <a:ext uri="{FF2B5EF4-FFF2-40B4-BE49-F238E27FC236}">
                <a16:creationId xmlns:a16="http://schemas.microsoft.com/office/drawing/2014/main" id="{AD4AE1F6-B3F1-D492-A11B-AE453F8279C1}"/>
              </a:ext>
            </a:extLst>
          </p:cNvPr>
          <p:cNvSpPr txBox="1"/>
          <p:nvPr/>
        </p:nvSpPr>
        <p:spPr>
          <a:xfrm>
            <a:off x="6492240" y="3744468"/>
            <a:ext cx="1188720" cy="182880"/>
          </a:xfrm>
          <a:prstGeom prst="rect">
            <a:avLst/>
          </a:prstGeom>
          <a:noFill/>
        </p:spPr>
        <p:txBody>
          <a:bodyPr wrap="square" lIns="0" tIns="0" rIns="0" bIns="0" anchor="ctr">
            <a:spAutoFit/>
          </a:bodyPr>
          <a:lstStyle/>
          <a:p>
            <a:pPr algn="l"/>
            <a:r>
              <a:rPr sz="1000" b="0">
                <a:solidFill>
                  <a:srgbClr val="AEB6C2"/>
                </a:solidFill>
                <a:latin typeface="Arial"/>
              </a:rPr>
              <a:t>Action parse</a:t>
            </a:r>
          </a:p>
        </p:txBody>
      </p:sp>
      <p:sp>
        <p:nvSpPr>
          <p:cNvPr id="54" name="Rectangle 53">
            <a:extLst>
              <a:ext uri="{FF2B5EF4-FFF2-40B4-BE49-F238E27FC236}">
                <a16:creationId xmlns:a16="http://schemas.microsoft.com/office/drawing/2014/main" id="{BAE29725-AAD9-D2FB-980F-8C06A4414F39}"/>
              </a:ext>
            </a:extLst>
          </p:cNvPr>
          <p:cNvSpPr/>
          <p:nvPr/>
        </p:nvSpPr>
        <p:spPr>
          <a:xfrm>
            <a:off x="7726680" y="3781044"/>
            <a:ext cx="1149678" cy="118872"/>
          </a:xfrm>
          <a:prstGeom prst="rect">
            <a:avLst/>
          </a:prstGeom>
          <a:solidFill>
            <a:srgbClr val="7FA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FD79B470-A2F4-5E29-2080-F50A8457F596}"/>
              </a:ext>
            </a:extLst>
          </p:cNvPr>
          <p:cNvSpPr txBox="1"/>
          <p:nvPr/>
        </p:nvSpPr>
        <p:spPr>
          <a:xfrm>
            <a:off x="8949510" y="3744468"/>
            <a:ext cx="548640" cy="182880"/>
          </a:xfrm>
          <a:prstGeom prst="rect">
            <a:avLst/>
          </a:prstGeom>
          <a:noFill/>
        </p:spPr>
        <p:txBody>
          <a:bodyPr wrap="square" lIns="0" tIns="0" rIns="0" bIns="0" anchor="ctr">
            <a:spAutoFit/>
          </a:bodyPr>
          <a:lstStyle/>
          <a:p>
            <a:pPr algn="l"/>
            <a:r>
              <a:rPr sz="1000" b="0">
                <a:solidFill>
                  <a:srgbClr val="F5F7FA"/>
                </a:solidFill>
                <a:latin typeface="Arial"/>
              </a:rPr>
              <a:t>3.0s</a:t>
            </a:r>
          </a:p>
        </p:txBody>
      </p:sp>
      <p:sp>
        <p:nvSpPr>
          <p:cNvPr id="56" name="TextBox 55">
            <a:extLst>
              <a:ext uri="{FF2B5EF4-FFF2-40B4-BE49-F238E27FC236}">
                <a16:creationId xmlns:a16="http://schemas.microsoft.com/office/drawing/2014/main" id="{28B1DCB0-01B2-5EB7-33DB-BBF450BE7D2B}"/>
              </a:ext>
            </a:extLst>
          </p:cNvPr>
          <p:cNvSpPr txBox="1"/>
          <p:nvPr/>
        </p:nvSpPr>
        <p:spPr>
          <a:xfrm>
            <a:off x="6492240" y="3941063"/>
            <a:ext cx="1188720" cy="182880"/>
          </a:xfrm>
          <a:prstGeom prst="rect">
            <a:avLst/>
          </a:prstGeom>
          <a:noFill/>
        </p:spPr>
        <p:txBody>
          <a:bodyPr wrap="square" lIns="0" tIns="0" rIns="0" bIns="0" anchor="ctr">
            <a:spAutoFit/>
          </a:bodyPr>
          <a:lstStyle/>
          <a:p>
            <a:pPr algn="l"/>
            <a:r>
              <a:rPr sz="1000" b="0">
                <a:solidFill>
                  <a:srgbClr val="AEB6C2"/>
                </a:solidFill>
                <a:latin typeface="Arial"/>
              </a:rPr>
              <a:t>Tool dispatch</a:t>
            </a:r>
          </a:p>
        </p:txBody>
      </p:sp>
      <p:sp>
        <p:nvSpPr>
          <p:cNvPr id="57" name="Rectangle 56">
            <a:extLst>
              <a:ext uri="{FF2B5EF4-FFF2-40B4-BE49-F238E27FC236}">
                <a16:creationId xmlns:a16="http://schemas.microsoft.com/office/drawing/2014/main" id="{710EB3AD-2BF3-09F1-5CB3-B64D563180A6}"/>
              </a:ext>
            </a:extLst>
          </p:cNvPr>
          <p:cNvSpPr/>
          <p:nvPr/>
        </p:nvSpPr>
        <p:spPr>
          <a:xfrm>
            <a:off x="7726680" y="3977639"/>
            <a:ext cx="958065" cy="118872"/>
          </a:xfrm>
          <a:prstGeom prst="rect">
            <a:avLst/>
          </a:prstGeom>
          <a:solidFill>
            <a:srgbClr val="7FA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D85018A9-541A-B313-28BD-2285D9D6B26C}"/>
              </a:ext>
            </a:extLst>
          </p:cNvPr>
          <p:cNvSpPr txBox="1"/>
          <p:nvPr/>
        </p:nvSpPr>
        <p:spPr>
          <a:xfrm>
            <a:off x="8757897" y="3941063"/>
            <a:ext cx="548640" cy="182880"/>
          </a:xfrm>
          <a:prstGeom prst="rect">
            <a:avLst/>
          </a:prstGeom>
          <a:noFill/>
        </p:spPr>
        <p:txBody>
          <a:bodyPr wrap="square" lIns="0" tIns="0" rIns="0" bIns="0" anchor="ctr">
            <a:spAutoFit/>
          </a:bodyPr>
          <a:lstStyle/>
          <a:p>
            <a:pPr algn="l"/>
            <a:r>
              <a:rPr sz="1000" b="0">
                <a:solidFill>
                  <a:srgbClr val="F5F7FA"/>
                </a:solidFill>
                <a:latin typeface="Arial"/>
              </a:rPr>
              <a:t>2.5s</a:t>
            </a:r>
          </a:p>
        </p:txBody>
      </p:sp>
      <p:sp>
        <p:nvSpPr>
          <p:cNvPr id="59" name="TextBox 58">
            <a:extLst>
              <a:ext uri="{FF2B5EF4-FFF2-40B4-BE49-F238E27FC236}">
                <a16:creationId xmlns:a16="http://schemas.microsoft.com/office/drawing/2014/main" id="{8D55EE8F-9621-19BA-4ADD-3737A0B7EF17}"/>
              </a:ext>
            </a:extLst>
          </p:cNvPr>
          <p:cNvSpPr txBox="1"/>
          <p:nvPr/>
        </p:nvSpPr>
        <p:spPr>
          <a:xfrm>
            <a:off x="6492240" y="4137659"/>
            <a:ext cx="1188720" cy="182880"/>
          </a:xfrm>
          <a:prstGeom prst="rect">
            <a:avLst/>
          </a:prstGeom>
          <a:noFill/>
        </p:spPr>
        <p:txBody>
          <a:bodyPr wrap="square" lIns="0" tIns="0" rIns="0" bIns="0" anchor="ctr">
            <a:spAutoFit/>
          </a:bodyPr>
          <a:lstStyle/>
          <a:p>
            <a:pPr algn="l"/>
            <a:r>
              <a:rPr sz="1000" b="0">
                <a:solidFill>
                  <a:srgbClr val="AEB6C2"/>
                </a:solidFill>
                <a:latin typeface="Arial"/>
              </a:rPr>
              <a:t>Memory</a:t>
            </a:r>
          </a:p>
        </p:txBody>
      </p:sp>
      <p:sp>
        <p:nvSpPr>
          <p:cNvPr id="60" name="Rectangle 59">
            <a:extLst>
              <a:ext uri="{FF2B5EF4-FFF2-40B4-BE49-F238E27FC236}">
                <a16:creationId xmlns:a16="http://schemas.microsoft.com/office/drawing/2014/main" id="{98DCA631-C6E9-B40E-2C57-AA9D181C02AF}"/>
              </a:ext>
            </a:extLst>
          </p:cNvPr>
          <p:cNvSpPr/>
          <p:nvPr/>
        </p:nvSpPr>
        <p:spPr>
          <a:xfrm>
            <a:off x="7726680" y="4174235"/>
            <a:ext cx="536516" cy="118872"/>
          </a:xfrm>
          <a:prstGeom prst="rect">
            <a:avLst/>
          </a:prstGeom>
          <a:solidFill>
            <a:srgbClr val="7FA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FB9A2C1E-4DA7-474A-D064-6265CD8E4DBA}"/>
              </a:ext>
            </a:extLst>
          </p:cNvPr>
          <p:cNvSpPr txBox="1"/>
          <p:nvPr/>
        </p:nvSpPr>
        <p:spPr>
          <a:xfrm>
            <a:off x="8336348" y="4137659"/>
            <a:ext cx="548640" cy="182880"/>
          </a:xfrm>
          <a:prstGeom prst="rect">
            <a:avLst/>
          </a:prstGeom>
          <a:noFill/>
        </p:spPr>
        <p:txBody>
          <a:bodyPr wrap="square" lIns="0" tIns="0" rIns="0" bIns="0" anchor="ctr">
            <a:spAutoFit/>
          </a:bodyPr>
          <a:lstStyle/>
          <a:p>
            <a:pPr algn="l"/>
            <a:r>
              <a:rPr sz="1000" b="0">
                <a:solidFill>
                  <a:srgbClr val="F5F7FA"/>
                </a:solidFill>
                <a:latin typeface="Arial"/>
              </a:rPr>
              <a:t>1.4s</a:t>
            </a:r>
          </a:p>
        </p:txBody>
      </p:sp>
      <p:sp>
        <p:nvSpPr>
          <p:cNvPr id="62" name="TextBox 61">
            <a:extLst>
              <a:ext uri="{FF2B5EF4-FFF2-40B4-BE49-F238E27FC236}">
                <a16:creationId xmlns:a16="http://schemas.microsoft.com/office/drawing/2014/main" id="{F9112A76-D8AC-3361-7ABD-46AF1DDB9F76}"/>
              </a:ext>
            </a:extLst>
          </p:cNvPr>
          <p:cNvSpPr txBox="1"/>
          <p:nvPr/>
        </p:nvSpPr>
        <p:spPr>
          <a:xfrm>
            <a:off x="6492240" y="4334255"/>
            <a:ext cx="1188720" cy="182880"/>
          </a:xfrm>
          <a:prstGeom prst="rect">
            <a:avLst/>
          </a:prstGeom>
          <a:noFill/>
        </p:spPr>
        <p:txBody>
          <a:bodyPr wrap="square" lIns="0" tIns="0" rIns="0" bIns="0" anchor="ctr">
            <a:spAutoFit/>
          </a:bodyPr>
          <a:lstStyle/>
          <a:p>
            <a:pPr algn="l"/>
            <a:r>
              <a:rPr sz="1000" b="0">
                <a:solidFill>
                  <a:srgbClr val="AEB6C2"/>
                </a:solidFill>
                <a:latin typeface="Arial"/>
              </a:rPr>
              <a:t>Guardrails</a:t>
            </a:r>
          </a:p>
        </p:txBody>
      </p:sp>
      <p:sp>
        <p:nvSpPr>
          <p:cNvPr id="63" name="Rectangle 62">
            <a:extLst>
              <a:ext uri="{FF2B5EF4-FFF2-40B4-BE49-F238E27FC236}">
                <a16:creationId xmlns:a16="http://schemas.microsoft.com/office/drawing/2014/main" id="{6A93A276-CDC5-2D01-D89D-D6DAFB7A7C4D}"/>
              </a:ext>
            </a:extLst>
          </p:cNvPr>
          <p:cNvSpPr/>
          <p:nvPr/>
        </p:nvSpPr>
        <p:spPr>
          <a:xfrm>
            <a:off x="7726680" y="4370831"/>
            <a:ext cx="229935" cy="118872"/>
          </a:xfrm>
          <a:prstGeom prst="rect">
            <a:avLst/>
          </a:prstGeom>
          <a:solidFill>
            <a:srgbClr val="7FA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CD6BFBF9-A295-5493-93DE-26122556B0A9}"/>
              </a:ext>
            </a:extLst>
          </p:cNvPr>
          <p:cNvSpPr txBox="1"/>
          <p:nvPr/>
        </p:nvSpPr>
        <p:spPr>
          <a:xfrm>
            <a:off x="8029767" y="4334255"/>
            <a:ext cx="548640" cy="182880"/>
          </a:xfrm>
          <a:prstGeom prst="rect">
            <a:avLst/>
          </a:prstGeom>
          <a:noFill/>
        </p:spPr>
        <p:txBody>
          <a:bodyPr wrap="square" lIns="0" tIns="0" rIns="0" bIns="0" anchor="ctr">
            <a:spAutoFit/>
          </a:bodyPr>
          <a:lstStyle/>
          <a:p>
            <a:pPr algn="l"/>
            <a:r>
              <a:rPr sz="1000" b="0">
                <a:solidFill>
                  <a:srgbClr val="F5F7FA"/>
                </a:solidFill>
                <a:latin typeface="Arial"/>
              </a:rPr>
              <a:t>0.6s</a:t>
            </a:r>
          </a:p>
        </p:txBody>
      </p:sp>
      <p:sp>
        <p:nvSpPr>
          <p:cNvPr id="65" name="TextBox 64">
            <a:extLst>
              <a:ext uri="{FF2B5EF4-FFF2-40B4-BE49-F238E27FC236}">
                <a16:creationId xmlns:a16="http://schemas.microsoft.com/office/drawing/2014/main" id="{BAA3BFEF-67AA-5761-00BF-A0B598D75352}"/>
              </a:ext>
            </a:extLst>
          </p:cNvPr>
          <p:cNvSpPr txBox="1"/>
          <p:nvPr/>
        </p:nvSpPr>
        <p:spPr>
          <a:xfrm>
            <a:off x="6492240" y="4549139"/>
            <a:ext cx="5193792" cy="182880"/>
          </a:xfrm>
          <a:prstGeom prst="rect">
            <a:avLst/>
          </a:prstGeom>
          <a:noFill/>
        </p:spPr>
        <p:txBody>
          <a:bodyPr wrap="square" lIns="0" tIns="0" rIns="0" bIns="0" anchor="ctr">
            <a:spAutoFit/>
          </a:bodyPr>
          <a:lstStyle/>
          <a:p>
            <a:pPr algn="l"/>
            <a:r>
              <a:rPr sz="950" b="0">
                <a:solidFill>
                  <a:srgbClr val="7C8494"/>
                </a:solidFill>
                <a:latin typeface="Arial"/>
              </a:rPr>
              <a:t>CPU seconds per task  ·  total 25.7 s</a:t>
            </a:r>
          </a:p>
        </p:txBody>
      </p:sp>
      <p:sp>
        <p:nvSpPr>
          <p:cNvPr id="66" name="Rounded Rectangle 136">
            <a:extLst>
              <a:ext uri="{FF2B5EF4-FFF2-40B4-BE49-F238E27FC236}">
                <a16:creationId xmlns:a16="http://schemas.microsoft.com/office/drawing/2014/main" id="{01AE3528-7CA3-369B-DC7B-682C4ACA6B8A}"/>
              </a:ext>
            </a:extLst>
          </p:cNvPr>
          <p:cNvSpPr/>
          <p:nvPr/>
        </p:nvSpPr>
        <p:spPr>
          <a:xfrm>
            <a:off x="6309360" y="4892040"/>
            <a:ext cx="5559552" cy="1426464"/>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a:extLst>
              <a:ext uri="{FF2B5EF4-FFF2-40B4-BE49-F238E27FC236}">
                <a16:creationId xmlns:a16="http://schemas.microsoft.com/office/drawing/2014/main" id="{DB6A4DE0-B7B6-A292-68FE-3030AD9F2DF6}"/>
              </a:ext>
            </a:extLst>
          </p:cNvPr>
          <p:cNvSpPr/>
          <p:nvPr/>
        </p:nvSpPr>
        <p:spPr>
          <a:xfrm>
            <a:off x="6309360" y="4892040"/>
            <a:ext cx="5559552" cy="54864"/>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EE51459B-A4DA-030A-034F-4B493A9E37CB}"/>
              </a:ext>
            </a:extLst>
          </p:cNvPr>
          <p:cNvSpPr txBox="1"/>
          <p:nvPr/>
        </p:nvSpPr>
        <p:spPr>
          <a:xfrm>
            <a:off x="6537960" y="5074920"/>
            <a:ext cx="5102352" cy="256032"/>
          </a:xfrm>
          <a:prstGeom prst="rect">
            <a:avLst/>
          </a:prstGeom>
          <a:noFill/>
        </p:spPr>
        <p:txBody>
          <a:bodyPr wrap="square" lIns="0" tIns="0" rIns="0" bIns="0" anchor="ctr">
            <a:spAutoFit/>
          </a:bodyPr>
          <a:lstStyle/>
          <a:p>
            <a:pPr algn="l"/>
            <a:r>
              <a:rPr sz="1100" b="1">
                <a:solidFill>
                  <a:srgbClr val="55D8E8"/>
                </a:solidFill>
                <a:latin typeface="Arial"/>
              </a:rPr>
              <a:t>HOW PACE AGENT ANSWERS EACH ONE  ·  NEXT SLIDES</a:t>
            </a:r>
          </a:p>
        </p:txBody>
      </p:sp>
      <p:sp>
        <p:nvSpPr>
          <p:cNvPr id="69" name="TextBox 68">
            <a:extLst>
              <a:ext uri="{FF2B5EF4-FFF2-40B4-BE49-F238E27FC236}">
                <a16:creationId xmlns:a16="http://schemas.microsoft.com/office/drawing/2014/main" id="{2ABCFAC1-1125-2D86-CDB2-80C83C4F6A8A}"/>
              </a:ext>
            </a:extLst>
          </p:cNvPr>
          <p:cNvSpPr txBox="1"/>
          <p:nvPr/>
        </p:nvSpPr>
        <p:spPr>
          <a:xfrm>
            <a:off x="6537960" y="5413248"/>
            <a:ext cx="2651760" cy="329184"/>
          </a:xfrm>
          <a:prstGeom prst="rect">
            <a:avLst/>
          </a:prstGeom>
          <a:noFill/>
        </p:spPr>
        <p:txBody>
          <a:bodyPr wrap="square" lIns="0" tIns="0" rIns="0" bIns="0" anchor="ctr">
            <a:spAutoFit/>
          </a:bodyPr>
          <a:lstStyle/>
          <a:p>
            <a:pPr algn="l"/>
            <a:r>
              <a:rPr sz="1200" b="1">
                <a:solidFill>
                  <a:srgbClr val="55D8E8"/>
                </a:solidFill>
                <a:latin typeface="Arial"/>
              </a:rPr>
              <a:t>01  </a:t>
            </a:r>
            <a:r>
              <a:rPr sz="1100" b="0">
                <a:solidFill>
                  <a:srgbClr val="AEB6C2"/>
                </a:solidFill>
                <a:latin typeface="Arial"/>
              </a:rPr>
              <a:t>record + deterministic replay</a:t>
            </a:r>
          </a:p>
        </p:txBody>
      </p:sp>
      <p:sp>
        <p:nvSpPr>
          <p:cNvPr id="70" name="TextBox 69">
            <a:extLst>
              <a:ext uri="{FF2B5EF4-FFF2-40B4-BE49-F238E27FC236}">
                <a16:creationId xmlns:a16="http://schemas.microsoft.com/office/drawing/2014/main" id="{33935543-6D46-4982-A545-E98A42B3B4D6}"/>
              </a:ext>
            </a:extLst>
          </p:cNvPr>
          <p:cNvSpPr txBox="1"/>
          <p:nvPr/>
        </p:nvSpPr>
        <p:spPr>
          <a:xfrm>
            <a:off x="9235440" y="5413248"/>
            <a:ext cx="2651760" cy="329184"/>
          </a:xfrm>
          <a:prstGeom prst="rect">
            <a:avLst/>
          </a:prstGeom>
          <a:noFill/>
        </p:spPr>
        <p:txBody>
          <a:bodyPr wrap="square" lIns="0" tIns="0" rIns="0" bIns="0" anchor="ctr">
            <a:spAutoFit/>
          </a:bodyPr>
          <a:lstStyle/>
          <a:p>
            <a:pPr algn="l"/>
            <a:r>
              <a:rPr sz="1200" b="1">
                <a:solidFill>
                  <a:srgbClr val="7FA7F5"/>
                </a:solidFill>
                <a:latin typeface="Arial"/>
              </a:rPr>
              <a:t>02  </a:t>
            </a:r>
            <a:r>
              <a:rPr sz="1100" b="0">
                <a:solidFill>
                  <a:srgbClr val="AEB6C2"/>
                </a:solidFill>
                <a:latin typeface="Arial"/>
              </a:rPr>
              <a:t>split GPU time from CPU tool time</a:t>
            </a:r>
          </a:p>
        </p:txBody>
      </p:sp>
      <p:sp>
        <p:nvSpPr>
          <p:cNvPr id="71" name="TextBox 70">
            <a:extLst>
              <a:ext uri="{FF2B5EF4-FFF2-40B4-BE49-F238E27FC236}">
                <a16:creationId xmlns:a16="http://schemas.microsoft.com/office/drawing/2014/main" id="{15E9ED55-B106-D003-453D-8BE4AF5ACBAD}"/>
              </a:ext>
            </a:extLst>
          </p:cNvPr>
          <p:cNvSpPr txBox="1"/>
          <p:nvPr/>
        </p:nvSpPr>
        <p:spPr>
          <a:xfrm>
            <a:off x="6537960" y="5815584"/>
            <a:ext cx="2651760" cy="329184"/>
          </a:xfrm>
          <a:prstGeom prst="rect">
            <a:avLst/>
          </a:prstGeom>
          <a:noFill/>
        </p:spPr>
        <p:txBody>
          <a:bodyPr wrap="square" lIns="0" tIns="0" rIns="0" bIns="0" anchor="ctr">
            <a:spAutoFit/>
          </a:bodyPr>
          <a:lstStyle/>
          <a:p>
            <a:pPr algn="l"/>
            <a:r>
              <a:rPr sz="1200" b="1">
                <a:solidFill>
                  <a:srgbClr val="F2C14E"/>
                </a:solidFill>
                <a:latin typeface="Arial"/>
              </a:rPr>
              <a:t>03  </a:t>
            </a:r>
            <a:r>
              <a:rPr sz="1100" b="0">
                <a:solidFill>
                  <a:srgbClr val="AEB6C2"/>
                </a:solidFill>
                <a:latin typeface="Arial"/>
              </a:rPr>
              <a:t>per-op tool microprofiling</a:t>
            </a:r>
          </a:p>
        </p:txBody>
      </p:sp>
      <p:sp>
        <p:nvSpPr>
          <p:cNvPr id="72" name="TextBox 71">
            <a:extLst>
              <a:ext uri="{FF2B5EF4-FFF2-40B4-BE49-F238E27FC236}">
                <a16:creationId xmlns:a16="http://schemas.microsoft.com/office/drawing/2014/main" id="{966FD96B-8277-2A8D-1ED0-0ECEB14F3504}"/>
              </a:ext>
            </a:extLst>
          </p:cNvPr>
          <p:cNvSpPr txBox="1"/>
          <p:nvPr/>
        </p:nvSpPr>
        <p:spPr>
          <a:xfrm>
            <a:off x="9235440" y="5815584"/>
            <a:ext cx="2651760" cy="329184"/>
          </a:xfrm>
          <a:prstGeom prst="rect">
            <a:avLst/>
          </a:prstGeom>
          <a:noFill/>
        </p:spPr>
        <p:txBody>
          <a:bodyPr wrap="square" lIns="0" tIns="0" rIns="0" bIns="0" anchor="ctr">
            <a:spAutoFit/>
          </a:bodyPr>
          <a:lstStyle/>
          <a:p>
            <a:pPr algn="l"/>
            <a:r>
              <a:rPr sz="1200" b="1">
                <a:solidFill>
                  <a:srgbClr val="E5484D"/>
                </a:solidFill>
                <a:latin typeface="Arial"/>
              </a:rPr>
              <a:t>04  </a:t>
            </a:r>
            <a:r>
              <a:rPr sz="1100" b="0">
                <a:solidFill>
                  <a:srgbClr val="AEB6C2"/>
                </a:solidFill>
                <a:latin typeface="Arial"/>
              </a:rPr>
              <a:t>optimized tool kernels</a:t>
            </a:r>
          </a:p>
        </p:txBody>
      </p:sp>
    </p:spTree>
    <p:extLst>
      <p:ext uri="{BB962C8B-B14F-4D97-AF65-F5344CB8AC3E}">
        <p14:creationId xmlns:p14="http://schemas.microsoft.com/office/powerpoint/2010/main" val="60397550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B38012-A0E1-47EF-7913-6520D81217F6}"/>
              </a:ext>
            </a:extLst>
          </p:cNvPr>
          <p:cNvSpPr txBox="1"/>
          <p:nvPr/>
        </p:nvSpPr>
        <p:spPr>
          <a:xfrm>
            <a:off x="320040" y="128016"/>
            <a:ext cx="11521440" cy="384048"/>
          </a:xfrm>
          <a:prstGeom prst="rect">
            <a:avLst/>
          </a:prstGeom>
          <a:noFill/>
        </p:spPr>
        <p:txBody>
          <a:bodyPr wrap="square" lIns="0" tIns="0" rIns="0" bIns="0" anchor="ctr">
            <a:spAutoFit/>
          </a:bodyPr>
          <a:lstStyle/>
          <a:p>
            <a:pPr algn="l"/>
            <a:r>
              <a:rPr sz="2600" b="1">
                <a:solidFill>
                  <a:srgbClr val="F5F7FA"/>
                </a:solidFill>
                <a:latin typeface="Arial"/>
              </a:rPr>
              <a:t>Record, replay, trace — the commands and the logs</a:t>
            </a:r>
          </a:p>
        </p:txBody>
      </p:sp>
      <p:sp>
        <p:nvSpPr>
          <p:cNvPr id="5" name="TextBox 4">
            <a:extLst>
              <a:ext uri="{FF2B5EF4-FFF2-40B4-BE49-F238E27FC236}">
                <a16:creationId xmlns:a16="http://schemas.microsoft.com/office/drawing/2014/main" id="{7CF132FD-38E7-A878-31BC-D034B7EAAFCD}"/>
              </a:ext>
            </a:extLst>
          </p:cNvPr>
          <p:cNvSpPr txBox="1"/>
          <p:nvPr/>
        </p:nvSpPr>
        <p:spPr>
          <a:xfrm>
            <a:off x="320040" y="530352"/>
            <a:ext cx="11521440" cy="274320"/>
          </a:xfrm>
          <a:prstGeom prst="rect">
            <a:avLst/>
          </a:prstGeom>
          <a:noFill/>
        </p:spPr>
        <p:txBody>
          <a:bodyPr wrap="square" lIns="0" tIns="0" rIns="0" bIns="0" anchor="ctr">
            <a:spAutoFit/>
          </a:bodyPr>
          <a:lstStyle/>
          <a:p>
            <a:pPr algn="l"/>
            <a:r>
              <a:rPr sz="1300" b="0">
                <a:solidFill>
                  <a:srgbClr val="AEB6C2"/>
                </a:solidFill>
                <a:latin typeface="Arial"/>
              </a:rPr>
              <a:t>Three commands cover the loop. Below: a GAIA run traced hop by hop into AgentScope over OpenTelemetry.</a:t>
            </a:r>
          </a:p>
        </p:txBody>
      </p:sp>
      <p:sp>
        <p:nvSpPr>
          <p:cNvPr id="7" name="Rounded Rectangle 74">
            <a:extLst>
              <a:ext uri="{FF2B5EF4-FFF2-40B4-BE49-F238E27FC236}">
                <a16:creationId xmlns:a16="http://schemas.microsoft.com/office/drawing/2014/main" id="{7A5D9F40-92C4-A560-0799-4A58E7882D77}"/>
              </a:ext>
            </a:extLst>
          </p:cNvPr>
          <p:cNvSpPr/>
          <p:nvPr/>
        </p:nvSpPr>
        <p:spPr>
          <a:xfrm>
            <a:off x="320040" y="914400"/>
            <a:ext cx="3758184" cy="1874519"/>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3F5F586F-F61E-4E4D-7053-88B9983E588A}"/>
              </a:ext>
            </a:extLst>
          </p:cNvPr>
          <p:cNvSpPr/>
          <p:nvPr/>
        </p:nvSpPr>
        <p:spPr>
          <a:xfrm>
            <a:off x="320040" y="914400"/>
            <a:ext cx="3758184" cy="54864"/>
          </a:xfrm>
          <a:prstGeom prst="rect">
            <a:avLst/>
          </a:prstGeom>
          <a:solidFill>
            <a:srgbClr val="5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FB62F695-DF26-DC1A-A568-53C344B2E744}"/>
              </a:ext>
            </a:extLst>
          </p:cNvPr>
          <p:cNvSpPr txBox="1"/>
          <p:nvPr/>
        </p:nvSpPr>
        <p:spPr>
          <a:xfrm>
            <a:off x="502920" y="1060704"/>
            <a:ext cx="3392424" cy="256032"/>
          </a:xfrm>
          <a:prstGeom prst="rect">
            <a:avLst/>
          </a:prstGeom>
          <a:noFill/>
        </p:spPr>
        <p:txBody>
          <a:bodyPr wrap="square" lIns="0" tIns="0" rIns="0" bIns="0" anchor="ctr">
            <a:spAutoFit/>
          </a:bodyPr>
          <a:lstStyle/>
          <a:p>
            <a:pPr algn="l"/>
            <a:r>
              <a:rPr sz="1200" b="1">
                <a:solidFill>
                  <a:srgbClr val="55D8E8"/>
                </a:solidFill>
                <a:latin typeface="Arial"/>
              </a:rPr>
              <a:t>①  RECORD + PROFILE</a:t>
            </a:r>
          </a:p>
        </p:txBody>
      </p:sp>
      <p:sp>
        <p:nvSpPr>
          <p:cNvPr id="13" name="Rounded Rectangle 77">
            <a:extLst>
              <a:ext uri="{FF2B5EF4-FFF2-40B4-BE49-F238E27FC236}">
                <a16:creationId xmlns:a16="http://schemas.microsoft.com/office/drawing/2014/main" id="{27FFC469-94EB-C279-7D15-52AD4C7F215D}"/>
              </a:ext>
            </a:extLst>
          </p:cNvPr>
          <p:cNvSpPr/>
          <p:nvPr/>
        </p:nvSpPr>
        <p:spPr>
          <a:xfrm>
            <a:off x="502920" y="1389888"/>
            <a:ext cx="3392424" cy="603504"/>
          </a:xfrm>
          <a:prstGeom prst="roundRect">
            <a:avLst>
              <a:gd name="adj" fmla="val 8000"/>
            </a:avLst>
          </a:prstGeom>
          <a:solidFill>
            <a:srgbClr val="0E1015"/>
          </a:solidFill>
          <a:ln w="9525">
            <a:solidFill>
              <a:srgbClr val="2E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93C1DB8B-E5E6-EEA1-2552-D9E3CCCE537E}"/>
              </a:ext>
            </a:extLst>
          </p:cNvPr>
          <p:cNvSpPr txBox="1"/>
          <p:nvPr/>
        </p:nvSpPr>
        <p:spPr>
          <a:xfrm>
            <a:off x="640080" y="1389888"/>
            <a:ext cx="3209544" cy="603504"/>
          </a:xfrm>
          <a:prstGeom prst="rect">
            <a:avLst/>
          </a:prstGeom>
          <a:noFill/>
        </p:spPr>
        <p:txBody>
          <a:bodyPr wrap="square" lIns="0" tIns="0" rIns="0" bIns="0" anchor="ctr">
            <a:spAutoFit/>
          </a:bodyPr>
          <a:lstStyle/>
          <a:p>
            <a:pPr algn="l"/>
            <a:r>
              <a:rPr sz="1100" b="0">
                <a:solidFill>
                  <a:srgbClr val="F5F7FA"/>
                </a:solidFill>
                <a:latin typeface="Consolas"/>
              </a:rPr>
              <a:t>pace-agent profile &lt;agent&gt; \</a:t>
            </a:r>
          </a:p>
          <a:p>
            <a:pPr algn="l">
              <a:spcBef>
                <a:spcPts val="200"/>
              </a:spcBef>
            </a:pPr>
            <a:r>
              <a:rPr sz="1100" b="0">
                <a:solidFill>
                  <a:srgbClr val="F5F7FA"/>
                </a:solidFill>
                <a:latin typeface="Consolas"/>
              </a:rPr>
              <a:t>    --config run.json --out run/</a:t>
            </a:r>
          </a:p>
        </p:txBody>
      </p:sp>
      <p:sp>
        <p:nvSpPr>
          <p:cNvPr id="17" name="TextBox 16">
            <a:extLst>
              <a:ext uri="{FF2B5EF4-FFF2-40B4-BE49-F238E27FC236}">
                <a16:creationId xmlns:a16="http://schemas.microsoft.com/office/drawing/2014/main" id="{695C002E-E851-07C1-7102-9944AC886584}"/>
              </a:ext>
            </a:extLst>
          </p:cNvPr>
          <p:cNvSpPr txBox="1"/>
          <p:nvPr/>
        </p:nvSpPr>
        <p:spPr>
          <a:xfrm>
            <a:off x="502920" y="2084832"/>
            <a:ext cx="3392424" cy="640080"/>
          </a:xfrm>
          <a:prstGeom prst="rect">
            <a:avLst/>
          </a:prstGeom>
          <a:noFill/>
        </p:spPr>
        <p:txBody>
          <a:bodyPr wrap="square" lIns="0" tIns="0" rIns="0" bIns="0" anchor="t">
            <a:spAutoFit/>
          </a:bodyPr>
          <a:lstStyle/>
          <a:p>
            <a:pPr algn="l"/>
            <a:r>
              <a:rPr sz="1100" b="0">
                <a:solidFill>
                  <a:srgbClr val="AEB6C2"/>
                </a:solidFill>
                <a:latin typeface="Arial"/>
              </a:rPr>
              <a:t>Records every LLM reply and tool call — inputs, output, timing — into trajectory.msgpack.</a:t>
            </a:r>
          </a:p>
        </p:txBody>
      </p:sp>
      <p:sp>
        <p:nvSpPr>
          <p:cNvPr id="19" name="Rounded Rectangle 80">
            <a:extLst>
              <a:ext uri="{FF2B5EF4-FFF2-40B4-BE49-F238E27FC236}">
                <a16:creationId xmlns:a16="http://schemas.microsoft.com/office/drawing/2014/main" id="{8FBBAD4B-7808-53A7-E706-81ED17E281A3}"/>
              </a:ext>
            </a:extLst>
          </p:cNvPr>
          <p:cNvSpPr/>
          <p:nvPr/>
        </p:nvSpPr>
        <p:spPr>
          <a:xfrm>
            <a:off x="4215384" y="914400"/>
            <a:ext cx="3758184" cy="1874519"/>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28481C3D-384B-0225-64A2-EB7B9F992953}"/>
              </a:ext>
            </a:extLst>
          </p:cNvPr>
          <p:cNvSpPr/>
          <p:nvPr/>
        </p:nvSpPr>
        <p:spPr>
          <a:xfrm>
            <a:off x="4215384" y="914400"/>
            <a:ext cx="3758184" cy="54864"/>
          </a:xfrm>
          <a:prstGeom prst="rect">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F71DD86B-6BFA-612C-0FD7-A9A4D0A4F0DB}"/>
              </a:ext>
            </a:extLst>
          </p:cNvPr>
          <p:cNvSpPr txBox="1"/>
          <p:nvPr/>
        </p:nvSpPr>
        <p:spPr>
          <a:xfrm>
            <a:off x="4398264" y="1060704"/>
            <a:ext cx="3392424" cy="256032"/>
          </a:xfrm>
          <a:prstGeom prst="rect">
            <a:avLst/>
          </a:prstGeom>
          <a:noFill/>
        </p:spPr>
        <p:txBody>
          <a:bodyPr wrap="square" lIns="0" tIns="0" rIns="0" bIns="0" anchor="ctr">
            <a:spAutoFit/>
          </a:bodyPr>
          <a:lstStyle/>
          <a:p>
            <a:pPr algn="l"/>
            <a:r>
              <a:rPr sz="1200" b="1">
                <a:solidFill>
                  <a:srgbClr val="62D6A8"/>
                </a:solidFill>
                <a:latin typeface="Arial"/>
              </a:rPr>
              <a:t>②  REPLAY + OPTIMIZE</a:t>
            </a:r>
          </a:p>
        </p:txBody>
      </p:sp>
      <p:sp>
        <p:nvSpPr>
          <p:cNvPr id="25" name="Rounded Rectangle 83">
            <a:extLst>
              <a:ext uri="{FF2B5EF4-FFF2-40B4-BE49-F238E27FC236}">
                <a16:creationId xmlns:a16="http://schemas.microsoft.com/office/drawing/2014/main" id="{37F5BC42-73EC-61CA-1161-AE8E2BDEA07F}"/>
              </a:ext>
            </a:extLst>
          </p:cNvPr>
          <p:cNvSpPr/>
          <p:nvPr/>
        </p:nvSpPr>
        <p:spPr>
          <a:xfrm>
            <a:off x="4398264" y="1389888"/>
            <a:ext cx="3392424" cy="603504"/>
          </a:xfrm>
          <a:prstGeom prst="roundRect">
            <a:avLst>
              <a:gd name="adj" fmla="val 8000"/>
            </a:avLst>
          </a:prstGeom>
          <a:solidFill>
            <a:srgbClr val="0E1015"/>
          </a:solidFill>
          <a:ln w="9525">
            <a:solidFill>
              <a:srgbClr val="2E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5827FE51-CF6B-BFDD-B386-DC0B3501DCC3}"/>
              </a:ext>
            </a:extLst>
          </p:cNvPr>
          <p:cNvSpPr txBox="1"/>
          <p:nvPr/>
        </p:nvSpPr>
        <p:spPr>
          <a:xfrm>
            <a:off x="4535424" y="1389888"/>
            <a:ext cx="3209544" cy="603504"/>
          </a:xfrm>
          <a:prstGeom prst="rect">
            <a:avLst/>
          </a:prstGeom>
          <a:noFill/>
        </p:spPr>
        <p:txBody>
          <a:bodyPr wrap="square" lIns="0" tIns="0" rIns="0" bIns="0" anchor="ctr">
            <a:spAutoFit/>
          </a:bodyPr>
          <a:lstStyle/>
          <a:p>
            <a:pPr algn="l"/>
            <a:r>
              <a:rPr sz="1100" b="0">
                <a:solidFill>
                  <a:srgbClr val="F5F7FA"/>
                </a:solidFill>
                <a:latin typeface="Consolas"/>
              </a:rPr>
              <a:t>pace-agent optimize run/ \</a:t>
            </a:r>
          </a:p>
          <a:p>
            <a:pPr algn="l">
              <a:spcBef>
                <a:spcPts val="200"/>
              </a:spcBef>
            </a:pPr>
            <a:r>
              <a:rPr sz="1100" b="0">
                <a:solidFill>
                  <a:srgbClr val="F5F7FA"/>
                </a:solidFill>
                <a:latin typeface="Consolas"/>
              </a:rPr>
              <a:t>    --impl optimized</a:t>
            </a:r>
          </a:p>
        </p:txBody>
      </p:sp>
      <p:sp>
        <p:nvSpPr>
          <p:cNvPr id="29" name="TextBox 28">
            <a:extLst>
              <a:ext uri="{FF2B5EF4-FFF2-40B4-BE49-F238E27FC236}">
                <a16:creationId xmlns:a16="http://schemas.microsoft.com/office/drawing/2014/main" id="{635134CE-77E5-B873-5659-CF609997AB43}"/>
              </a:ext>
            </a:extLst>
          </p:cNvPr>
          <p:cNvSpPr txBox="1"/>
          <p:nvPr/>
        </p:nvSpPr>
        <p:spPr>
          <a:xfrm>
            <a:off x="4398264" y="2084832"/>
            <a:ext cx="3392424" cy="640080"/>
          </a:xfrm>
          <a:prstGeom prst="rect">
            <a:avLst/>
          </a:prstGeom>
          <a:noFill/>
        </p:spPr>
        <p:txBody>
          <a:bodyPr wrap="square" lIns="0" tIns="0" rIns="0" bIns="0" anchor="t">
            <a:spAutoFit/>
          </a:bodyPr>
          <a:lstStyle/>
          <a:p>
            <a:pPr algn="l"/>
            <a:r>
              <a:rPr sz="1100" b="0">
                <a:solidFill>
                  <a:srgbClr val="AEB6C2"/>
                </a:solidFill>
                <a:latin typeface="Arial"/>
              </a:rPr>
              <a:t>Replays the recording with no model calls. Any divergence fails loudly; every op is parity-checked.</a:t>
            </a:r>
          </a:p>
        </p:txBody>
      </p:sp>
      <p:sp>
        <p:nvSpPr>
          <p:cNvPr id="31" name="Rounded Rectangle 86">
            <a:extLst>
              <a:ext uri="{FF2B5EF4-FFF2-40B4-BE49-F238E27FC236}">
                <a16:creationId xmlns:a16="http://schemas.microsoft.com/office/drawing/2014/main" id="{1619B2AF-D859-2C93-02C2-BF92DB7AC063}"/>
              </a:ext>
            </a:extLst>
          </p:cNvPr>
          <p:cNvSpPr/>
          <p:nvPr/>
        </p:nvSpPr>
        <p:spPr>
          <a:xfrm>
            <a:off x="8110728" y="914400"/>
            <a:ext cx="3758184" cy="1874519"/>
          </a:xfrm>
          <a:prstGeom prst="roundRect">
            <a:avLst>
              <a:gd name="adj" fmla="val 4000"/>
            </a:avLst>
          </a:prstGeom>
          <a:solidFill>
            <a:srgbClr val="14181E"/>
          </a:solidFill>
          <a:ln w="9525">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D0889F5A-3104-CDBB-E367-D5592F8FBC0D}"/>
              </a:ext>
            </a:extLst>
          </p:cNvPr>
          <p:cNvSpPr/>
          <p:nvPr/>
        </p:nvSpPr>
        <p:spPr>
          <a:xfrm>
            <a:off x="8110728" y="914400"/>
            <a:ext cx="3758184" cy="54864"/>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CB5C1DBE-E8A8-EC3A-E828-7E9EDF4B832E}"/>
              </a:ext>
            </a:extLst>
          </p:cNvPr>
          <p:cNvSpPr txBox="1"/>
          <p:nvPr/>
        </p:nvSpPr>
        <p:spPr>
          <a:xfrm>
            <a:off x="8293608" y="1060704"/>
            <a:ext cx="3392424" cy="256032"/>
          </a:xfrm>
          <a:prstGeom prst="rect">
            <a:avLst/>
          </a:prstGeom>
          <a:noFill/>
        </p:spPr>
        <p:txBody>
          <a:bodyPr wrap="square" lIns="0" tIns="0" rIns="0" bIns="0" anchor="ctr">
            <a:spAutoFit/>
          </a:bodyPr>
          <a:lstStyle/>
          <a:p>
            <a:pPr algn="l"/>
            <a:r>
              <a:rPr sz="1200" b="1">
                <a:solidFill>
                  <a:srgbClr val="F2C14E"/>
                </a:solidFill>
                <a:latin typeface="Arial"/>
              </a:rPr>
              <a:t>③  REPORT  ·  OR ONE LINE IN PYTHON</a:t>
            </a:r>
          </a:p>
        </p:txBody>
      </p:sp>
      <p:sp>
        <p:nvSpPr>
          <p:cNvPr id="37" name="Rounded Rectangle 89">
            <a:extLst>
              <a:ext uri="{FF2B5EF4-FFF2-40B4-BE49-F238E27FC236}">
                <a16:creationId xmlns:a16="http://schemas.microsoft.com/office/drawing/2014/main" id="{DF5F6D22-7EBC-84B8-C275-8002DC9B7D80}"/>
              </a:ext>
            </a:extLst>
          </p:cNvPr>
          <p:cNvSpPr/>
          <p:nvPr/>
        </p:nvSpPr>
        <p:spPr>
          <a:xfrm>
            <a:off x="8293608" y="1389888"/>
            <a:ext cx="3392424" cy="603504"/>
          </a:xfrm>
          <a:prstGeom prst="roundRect">
            <a:avLst>
              <a:gd name="adj" fmla="val 8000"/>
            </a:avLst>
          </a:prstGeom>
          <a:solidFill>
            <a:srgbClr val="0E1015"/>
          </a:solidFill>
          <a:ln w="9525">
            <a:solidFill>
              <a:srgbClr val="2E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EB7C7568-DD1E-BC54-2E1F-772FE02ACBC9}"/>
              </a:ext>
            </a:extLst>
          </p:cNvPr>
          <p:cNvSpPr txBox="1"/>
          <p:nvPr/>
        </p:nvSpPr>
        <p:spPr>
          <a:xfrm>
            <a:off x="8430768" y="1389888"/>
            <a:ext cx="3209544" cy="603504"/>
          </a:xfrm>
          <a:prstGeom prst="rect">
            <a:avLst/>
          </a:prstGeom>
          <a:noFill/>
        </p:spPr>
        <p:txBody>
          <a:bodyPr wrap="square" lIns="0" tIns="0" rIns="0" bIns="0" anchor="ctr">
            <a:spAutoFit/>
          </a:bodyPr>
          <a:lstStyle/>
          <a:p>
            <a:pPr algn="l"/>
            <a:r>
              <a:rPr sz="1100" b="0">
                <a:solidFill>
                  <a:srgbClr val="F5F7FA"/>
                </a:solidFill>
                <a:latin typeface="Consolas"/>
              </a:rPr>
              <a:t>pace-agent report run/</a:t>
            </a:r>
          </a:p>
          <a:p>
            <a:pPr algn="l">
              <a:spcBef>
                <a:spcPts val="200"/>
              </a:spcBef>
            </a:pPr>
            <a:r>
              <a:rPr sz="1100" b="0">
                <a:solidFill>
                  <a:srgbClr val="F5F7FA"/>
                </a:solidFill>
                <a:latin typeface="Consolas"/>
              </a:rPr>
              <a:t>profile_invoke(graph, inputs)</a:t>
            </a:r>
          </a:p>
        </p:txBody>
      </p:sp>
      <p:sp>
        <p:nvSpPr>
          <p:cNvPr id="41" name="TextBox 40">
            <a:extLst>
              <a:ext uri="{FF2B5EF4-FFF2-40B4-BE49-F238E27FC236}">
                <a16:creationId xmlns:a16="http://schemas.microsoft.com/office/drawing/2014/main" id="{20A506B7-0BE5-FDB7-B607-5930B5657C7C}"/>
              </a:ext>
            </a:extLst>
          </p:cNvPr>
          <p:cNvSpPr txBox="1"/>
          <p:nvPr/>
        </p:nvSpPr>
        <p:spPr>
          <a:xfrm>
            <a:off x="8293608" y="2084832"/>
            <a:ext cx="3392424" cy="640080"/>
          </a:xfrm>
          <a:prstGeom prst="rect">
            <a:avLst/>
          </a:prstGeom>
          <a:noFill/>
        </p:spPr>
        <p:txBody>
          <a:bodyPr wrap="square" lIns="0" tIns="0" rIns="0" bIns="0" anchor="t">
            <a:spAutoFit/>
          </a:bodyPr>
          <a:lstStyle/>
          <a:p>
            <a:pPr algn="l"/>
            <a:r>
              <a:rPr sz="1100" b="0">
                <a:solidFill>
                  <a:srgbClr val="AEB6C2"/>
                </a:solidFill>
                <a:latin typeface="Arial"/>
              </a:rPr>
              <a:t>Renders report.md. profile_invoke profiles any LangGraph with no PACE code inside it.</a:t>
            </a:r>
          </a:p>
        </p:txBody>
      </p:sp>
      <p:sp>
        <p:nvSpPr>
          <p:cNvPr id="43" name="Rounded Rectangle 92">
            <a:extLst>
              <a:ext uri="{FF2B5EF4-FFF2-40B4-BE49-F238E27FC236}">
                <a16:creationId xmlns:a16="http://schemas.microsoft.com/office/drawing/2014/main" id="{6C3B6259-BB50-2EE6-CA0D-C2CE0A2E97F0}"/>
              </a:ext>
            </a:extLst>
          </p:cNvPr>
          <p:cNvSpPr/>
          <p:nvPr/>
        </p:nvSpPr>
        <p:spPr>
          <a:xfrm>
            <a:off x="320040" y="2971800"/>
            <a:ext cx="11548872" cy="2606040"/>
          </a:xfrm>
          <a:prstGeom prst="roundRect">
            <a:avLst>
              <a:gd name="adj" fmla="val 3000"/>
            </a:avLst>
          </a:prstGeom>
          <a:solidFill>
            <a:srgbClr val="0E1015"/>
          </a:solidFill>
          <a:ln w="9525">
            <a:solidFill>
              <a:srgbClr val="2E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93">
            <a:extLst>
              <a:ext uri="{FF2B5EF4-FFF2-40B4-BE49-F238E27FC236}">
                <a16:creationId xmlns:a16="http://schemas.microsoft.com/office/drawing/2014/main" id="{99D79953-96E7-30E7-9C0E-773FAE89070D}"/>
              </a:ext>
            </a:extLst>
          </p:cNvPr>
          <p:cNvSpPr/>
          <p:nvPr/>
        </p:nvSpPr>
        <p:spPr>
          <a:xfrm>
            <a:off x="320040" y="2971800"/>
            <a:ext cx="11548872" cy="329184"/>
          </a:xfrm>
          <a:prstGeom prst="roundRect">
            <a:avLst>
              <a:gd name="adj" fmla="val 15000"/>
            </a:avLst>
          </a:prstGeom>
          <a:solidFill>
            <a:srgbClr val="1A1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B9F00360-E7D8-EE40-515E-9018A028867F}"/>
              </a:ext>
            </a:extLst>
          </p:cNvPr>
          <p:cNvSpPr/>
          <p:nvPr/>
        </p:nvSpPr>
        <p:spPr>
          <a:xfrm>
            <a:off x="502920" y="3081528"/>
            <a:ext cx="109728" cy="109728"/>
          </a:xfrm>
          <a:prstGeom prst="ellipse">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a:extLst>
              <a:ext uri="{FF2B5EF4-FFF2-40B4-BE49-F238E27FC236}">
                <a16:creationId xmlns:a16="http://schemas.microsoft.com/office/drawing/2014/main" id="{CA9EAE74-ED25-DE8B-BDA7-68A1675EE7A3}"/>
              </a:ext>
            </a:extLst>
          </p:cNvPr>
          <p:cNvSpPr/>
          <p:nvPr/>
        </p:nvSpPr>
        <p:spPr>
          <a:xfrm>
            <a:off x="685800" y="3081528"/>
            <a:ext cx="109728" cy="109728"/>
          </a:xfrm>
          <a:prstGeom prst="ellipse">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a:extLst>
              <a:ext uri="{FF2B5EF4-FFF2-40B4-BE49-F238E27FC236}">
                <a16:creationId xmlns:a16="http://schemas.microsoft.com/office/drawing/2014/main" id="{3FB3FB3A-EA5D-DC97-C988-661AF0FEA6FC}"/>
              </a:ext>
            </a:extLst>
          </p:cNvPr>
          <p:cNvSpPr/>
          <p:nvPr/>
        </p:nvSpPr>
        <p:spPr>
          <a:xfrm>
            <a:off x="868680" y="3081528"/>
            <a:ext cx="109728" cy="109728"/>
          </a:xfrm>
          <a:prstGeom prst="ellipse">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6A92E3EA-3289-37CC-68B2-D443567370CE}"/>
              </a:ext>
            </a:extLst>
          </p:cNvPr>
          <p:cNvSpPr txBox="1"/>
          <p:nvPr/>
        </p:nvSpPr>
        <p:spPr>
          <a:xfrm>
            <a:off x="1188720" y="2971800"/>
            <a:ext cx="10424160" cy="329184"/>
          </a:xfrm>
          <a:prstGeom prst="rect">
            <a:avLst/>
          </a:prstGeom>
          <a:noFill/>
        </p:spPr>
        <p:txBody>
          <a:bodyPr wrap="square" lIns="0" tIns="0" rIns="0" bIns="0" anchor="ctr">
            <a:spAutoFit/>
          </a:bodyPr>
          <a:lstStyle/>
          <a:p>
            <a:pPr algn="l"/>
            <a:r>
              <a:rPr sz="1050" b="1">
                <a:solidFill>
                  <a:srgbClr val="AEB6C2"/>
                </a:solidFill>
                <a:latin typeface="Arial"/>
              </a:rPr>
              <a:t>SAMPLE LOG  ·  GAIA planner  ·  AgentScope OTel exporter</a:t>
            </a:r>
            <a:r>
              <a:rPr sz="1050" b="0">
                <a:solidFill>
                  <a:srgbClr val="F2C14E"/>
                </a:solidFill>
                <a:latin typeface="Arial"/>
              </a:rPr>
              <a:t>     (prototype integration)</a:t>
            </a:r>
          </a:p>
        </p:txBody>
      </p:sp>
      <p:sp>
        <p:nvSpPr>
          <p:cNvPr id="55" name="TextBox 54">
            <a:extLst>
              <a:ext uri="{FF2B5EF4-FFF2-40B4-BE49-F238E27FC236}">
                <a16:creationId xmlns:a16="http://schemas.microsoft.com/office/drawing/2014/main" id="{7A0E975E-8D54-E325-05C2-C02794F8C0CA}"/>
              </a:ext>
            </a:extLst>
          </p:cNvPr>
          <p:cNvSpPr txBox="1"/>
          <p:nvPr/>
        </p:nvSpPr>
        <p:spPr>
          <a:xfrm>
            <a:off x="548640" y="3447288"/>
            <a:ext cx="11155680" cy="2039112"/>
          </a:xfrm>
          <a:prstGeom prst="rect">
            <a:avLst/>
          </a:prstGeom>
          <a:noFill/>
        </p:spPr>
        <p:txBody>
          <a:bodyPr wrap="square" lIns="0" tIns="0" rIns="0" bIns="0" anchor="t">
            <a:spAutoFit/>
          </a:bodyPr>
          <a:lstStyle/>
          <a:p>
            <a:pPr algn="l"/>
            <a:r>
              <a:rPr sz="1150" b="1">
                <a:solidFill>
                  <a:srgbClr val="62D6A8"/>
                </a:solidFill>
                <a:latin typeface="Consolas"/>
              </a:rPr>
              <a:t>$ </a:t>
            </a:r>
            <a:r>
              <a:rPr sz="1150" b="0">
                <a:solidFill>
                  <a:srgbClr val="F5F7FA"/>
                </a:solidFill>
                <a:latin typeface="Consolas"/>
              </a:rPr>
              <a:t>python -m pace_agent.examples.run_gaia --config gaia_run.json</a:t>
            </a:r>
          </a:p>
          <a:p>
            <a:pPr algn="l">
              <a:spcBef>
                <a:spcPts val="300"/>
              </a:spcBef>
            </a:pPr>
            <a:r>
              <a:rPr sz="1150" b="0">
                <a:solidFill>
                  <a:srgbClr val="7C8494"/>
                </a:solidFill>
                <a:latin typeface="Consolas"/>
              </a:rPr>
              <a:t>  …</a:t>
            </a:r>
          </a:p>
          <a:p>
            <a:pPr algn="l">
              <a:spcBef>
                <a:spcPts val="300"/>
              </a:spcBef>
            </a:pPr>
            <a:r>
              <a:rPr sz="1100" b="0">
                <a:solidFill>
                  <a:srgbClr val="4F8F99"/>
                </a:solidFill>
                <a:latin typeface="Consolas"/>
              </a:rPr>
              <a:t>[agentscope]</a:t>
            </a:r>
            <a:r>
              <a:rPr sz="1100" b="0">
                <a:solidFill>
                  <a:srgbClr val="C9CED6"/>
                </a:solidFill>
                <a:latin typeface="Consolas"/>
              </a:rPr>
              <a:t> AgentScope </a:t>
            </a:r>
            <a:r>
              <a:rPr sz="1100" b="1">
                <a:solidFill>
                  <a:srgbClr val="F5F7FA"/>
                </a:solidFill>
                <a:latin typeface="Consolas"/>
              </a:rPr>
              <a:t>span #14</a:t>
            </a:r>
            <a:r>
              <a:rPr sz="1100" b="0">
                <a:solidFill>
                  <a:srgbClr val="C9CED6"/>
                </a:solidFill>
                <a:latin typeface="Consolas"/>
              </a:rPr>
              <a:t> dumped via OTel exporter: </a:t>
            </a:r>
            <a:r>
              <a:rPr sz="1100" b="1">
                <a:solidFill>
                  <a:srgbClr val="F28C4A"/>
                </a:solidFill>
                <a:latin typeface="Consolas"/>
              </a:rPr>
              <a:t>execute_tool 'fetch_url'</a:t>
            </a:r>
            <a:r>
              <a:rPr sz="1100" b="0">
                <a:solidFill>
                  <a:srgbClr val="C9CED6"/>
                </a:solidFill>
                <a:latin typeface="Consolas"/>
              </a:rPr>
              <a:t> </a:t>
            </a:r>
            <a:r>
              <a:rPr sz="1100" b="1">
                <a:solidFill>
                  <a:srgbClr val="62D6A8"/>
                </a:solidFill>
                <a:latin typeface="Consolas"/>
              </a:rPr>
              <a:t>took 385ms</a:t>
            </a:r>
            <a:r>
              <a:rPr sz="1100" b="0">
                <a:solidFill>
                  <a:srgbClr val="C9CED6"/>
                </a:solidFill>
                <a:latin typeface="Consolas"/>
              </a:rPr>
              <a:t> -&gt; tool_calls/tool_results</a:t>
            </a:r>
          </a:p>
          <a:p>
            <a:pPr algn="l">
              <a:spcBef>
                <a:spcPts val="300"/>
              </a:spcBef>
            </a:pPr>
            <a:r>
              <a:rPr sz="1100" b="0">
                <a:solidFill>
                  <a:srgbClr val="4F8F99"/>
                </a:solidFill>
                <a:latin typeface="Consolas"/>
              </a:rPr>
              <a:t>[agentscope]</a:t>
            </a:r>
            <a:r>
              <a:rPr sz="1100" b="0">
                <a:solidFill>
                  <a:srgbClr val="C9CED6"/>
                </a:solidFill>
                <a:latin typeface="Consolas"/>
              </a:rPr>
              <a:t> </a:t>
            </a:r>
            <a:r>
              <a:rPr sz="1100" b="1">
                <a:solidFill>
                  <a:srgbClr val="7FA7F5"/>
                </a:solidFill>
                <a:latin typeface="Consolas"/>
              </a:rPr>
              <a:t>llm 'gpt-6-astra'</a:t>
            </a:r>
            <a:r>
              <a:rPr sz="1100" b="0">
                <a:solidFill>
                  <a:srgbClr val="C9CED6"/>
                </a:solidFill>
                <a:latin typeface="Consolas"/>
              </a:rPr>
              <a:t> </a:t>
            </a:r>
            <a:r>
              <a:rPr sz="1100" b="0">
                <a:solidFill>
                  <a:srgbClr val="F2C14E"/>
                </a:solidFill>
                <a:latin typeface="Consolas"/>
              </a:rPr>
              <a:t>[planner]</a:t>
            </a:r>
            <a:r>
              <a:rPr sz="1100" b="0">
                <a:solidFill>
                  <a:srgbClr val="C9CED6"/>
                </a:solidFill>
                <a:latin typeface="Consolas"/>
              </a:rPr>
              <a:t> </a:t>
            </a:r>
            <a:r>
              <a:rPr sz="1100" b="0">
                <a:solidFill>
                  <a:srgbClr val="F2C14E"/>
                </a:solidFill>
                <a:latin typeface="Consolas"/>
              </a:rPr>
              <a:t>context=7153 response=145</a:t>
            </a:r>
            <a:r>
              <a:rPr sz="1100" b="0">
                <a:solidFill>
                  <a:srgbClr val="C9CED6"/>
                </a:solidFill>
                <a:latin typeface="Consolas"/>
              </a:rPr>
              <a:t> (LangGraph LLM turn -&gt; AgentScope OTel)</a:t>
            </a:r>
          </a:p>
          <a:p>
            <a:pPr algn="l">
              <a:spcBef>
                <a:spcPts val="300"/>
              </a:spcBef>
            </a:pPr>
            <a:r>
              <a:rPr sz="1100" b="0">
                <a:solidFill>
                  <a:srgbClr val="4F8F99"/>
                </a:solidFill>
                <a:latin typeface="Consolas"/>
              </a:rPr>
              <a:t>[agentscope]</a:t>
            </a:r>
            <a:r>
              <a:rPr sz="1100" b="0">
                <a:solidFill>
                  <a:srgbClr val="C9CED6"/>
                </a:solidFill>
                <a:latin typeface="Consolas"/>
              </a:rPr>
              <a:t> AgentScope </a:t>
            </a:r>
            <a:r>
              <a:rPr sz="1100" b="1">
                <a:solidFill>
                  <a:srgbClr val="F5F7FA"/>
                </a:solidFill>
                <a:latin typeface="Consolas"/>
              </a:rPr>
              <a:t>span #15</a:t>
            </a:r>
            <a:r>
              <a:rPr sz="1100" b="0">
                <a:solidFill>
                  <a:srgbClr val="C9CED6"/>
                </a:solidFill>
                <a:latin typeface="Consolas"/>
              </a:rPr>
              <a:t> dumped via OTel exporter: </a:t>
            </a:r>
            <a:r>
              <a:rPr sz="1100" b="1">
                <a:solidFill>
                  <a:srgbClr val="7FA7F5"/>
                </a:solidFill>
                <a:latin typeface="Consolas"/>
              </a:rPr>
              <a:t>chat (model=gpt-6-astra)</a:t>
            </a:r>
            <a:r>
              <a:rPr sz="1100" b="0">
                <a:solidFill>
                  <a:srgbClr val="C9CED6"/>
                </a:solidFill>
                <a:latin typeface="Consolas"/>
              </a:rPr>
              <a:t> </a:t>
            </a:r>
            <a:r>
              <a:rPr sz="1100" b="0">
                <a:solidFill>
                  <a:srgbClr val="F2C14E"/>
                </a:solidFill>
                <a:latin typeface="Consolas"/>
              </a:rPr>
              <a:t>[planner]</a:t>
            </a:r>
            <a:r>
              <a:rPr sz="1100" b="0">
                <a:solidFill>
                  <a:srgbClr val="C9CED6"/>
                </a:solidFill>
                <a:latin typeface="Consolas"/>
              </a:rPr>
              <a:t> </a:t>
            </a:r>
            <a:r>
              <a:rPr sz="1100" b="0">
                <a:solidFill>
                  <a:srgbClr val="F2C14E"/>
                </a:solidFill>
                <a:latin typeface="Consolas"/>
              </a:rPr>
              <a:t>context=7153 response=145</a:t>
            </a:r>
          </a:p>
          <a:p>
            <a:pPr algn="l">
              <a:spcBef>
                <a:spcPts val="300"/>
              </a:spcBef>
            </a:pPr>
            <a:r>
              <a:rPr sz="1100" b="0">
                <a:solidFill>
                  <a:srgbClr val="4F8F99"/>
                </a:solidFill>
                <a:latin typeface="Consolas"/>
              </a:rPr>
              <a:t>[agentscope]</a:t>
            </a:r>
            <a:r>
              <a:rPr sz="1100" b="0">
                <a:solidFill>
                  <a:srgbClr val="C9CED6"/>
                </a:solidFill>
                <a:latin typeface="Consolas"/>
              </a:rPr>
              <a:t> tracer opened </a:t>
            </a:r>
            <a:r>
              <a:rPr sz="1100" b="1">
                <a:solidFill>
                  <a:srgbClr val="F28C4A"/>
                </a:solidFill>
                <a:latin typeface="Consolas"/>
              </a:rPr>
              <a:t>execute_tool span 'execute_code'</a:t>
            </a:r>
            <a:r>
              <a:rPr sz="1100" b="0">
                <a:solidFill>
                  <a:srgbClr val="C9CED6"/>
                </a:solidFill>
                <a:latin typeface="Consolas"/>
              </a:rPr>
              <a:t> (LangGraph GAIA tool call -&gt; AgentScope OTel)</a:t>
            </a:r>
          </a:p>
          <a:p>
            <a:pPr algn="l">
              <a:spcBef>
                <a:spcPts val="300"/>
              </a:spcBef>
            </a:pPr>
            <a:r>
              <a:rPr sz="1100" b="0">
                <a:solidFill>
                  <a:srgbClr val="4F8F99"/>
                </a:solidFill>
                <a:latin typeface="Consolas"/>
              </a:rPr>
              <a:t>[agentscope]</a:t>
            </a:r>
            <a:r>
              <a:rPr sz="1100" b="0">
                <a:solidFill>
                  <a:srgbClr val="C9CED6"/>
                </a:solidFill>
                <a:latin typeface="Consolas"/>
              </a:rPr>
              <a:t> AgentScope </a:t>
            </a:r>
            <a:r>
              <a:rPr sz="1100" b="1">
                <a:solidFill>
                  <a:srgbClr val="F5F7FA"/>
                </a:solidFill>
                <a:latin typeface="Consolas"/>
              </a:rPr>
              <a:t>span #16</a:t>
            </a:r>
            <a:r>
              <a:rPr sz="1100" b="0">
                <a:solidFill>
                  <a:srgbClr val="C9CED6"/>
                </a:solidFill>
                <a:latin typeface="Consolas"/>
              </a:rPr>
              <a:t> dumped via OTel exporter: </a:t>
            </a:r>
            <a:r>
              <a:rPr sz="1100" b="1">
                <a:solidFill>
                  <a:srgbClr val="F28C4A"/>
                </a:solidFill>
                <a:latin typeface="Consolas"/>
              </a:rPr>
              <a:t>execute_tool 'execute_code'</a:t>
            </a:r>
            <a:r>
              <a:rPr sz="1100" b="0">
                <a:solidFill>
                  <a:srgbClr val="C9CED6"/>
                </a:solidFill>
                <a:latin typeface="Consolas"/>
              </a:rPr>
              <a:t> </a:t>
            </a:r>
            <a:r>
              <a:rPr sz="1100" b="1">
                <a:solidFill>
                  <a:srgbClr val="62D6A8"/>
                </a:solidFill>
                <a:latin typeface="Consolas"/>
              </a:rPr>
              <a:t>took 304ms</a:t>
            </a:r>
            <a:r>
              <a:rPr sz="1100" b="0">
                <a:solidFill>
                  <a:srgbClr val="C9CED6"/>
                </a:solidFill>
                <a:latin typeface="Consolas"/>
              </a:rPr>
              <a:t> -&gt; tool_calls/tool_results</a:t>
            </a:r>
          </a:p>
          <a:p>
            <a:pPr algn="l">
              <a:spcBef>
                <a:spcPts val="300"/>
              </a:spcBef>
            </a:pPr>
            <a:r>
              <a:rPr sz="1100" b="0">
                <a:solidFill>
                  <a:srgbClr val="4F8F99"/>
                </a:solidFill>
                <a:latin typeface="Consolas"/>
              </a:rPr>
              <a:t>[agentscope]</a:t>
            </a:r>
            <a:r>
              <a:rPr sz="1100" b="0">
                <a:solidFill>
                  <a:srgbClr val="C9CED6"/>
                </a:solidFill>
                <a:latin typeface="Consolas"/>
              </a:rPr>
              <a:t> </a:t>
            </a:r>
            <a:r>
              <a:rPr sz="1100" b="1">
                <a:solidFill>
                  <a:srgbClr val="7FA7F5"/>
                </a:solidFill>
                <a:latin typeface="Consolas"/>
              </a:rPr>
              <a:t>llm 'gpt-6-astra'</a:t>
            </a:r>
            <a:r>
              <a:rPr sz="1100" b="0">
                <a:solidFill>
                  <a:srgbClr val="C9CED6"/>
                </a:solidFill>
                <a:latin typeface="Consolas"/>
              </a:rPr>
              <a:t> </a:t>
            </a:r>
            <a:r>
              <a:rPr sz="1100" b="0">
                <a:solidFill>
                  <a:srgbClr val="F2C14E"/>
                </a:solidFill>
                <a:latin typeface="Consolas"/>
              </a:rPr>
              <a:t>[planner]</a:t>
            </a:r>
            <a:r>
              <a:rPr sz="1100" b="0">
                <a:solidFill>
                  <a:srgbClr val="C9CED6"/>
                </a:solidFill>
                <a:latin typeface="Consolas"/>
              </a:rPr>
              <a:t> </a:t>
            </a:r>
            <a:r>
              <a:rPr sz="1100" b="0">
                <a:solidFill>
                  <a:srgbClr val="F2C14E"/>
                </a:solidFill>
                <a:latin typeface="Consolas"/>
              </a:rPr>
              <a:t>context=7431 response=10</a:t>
            </a:r>
            <a:r>
              <a:rPr sz="1100" b="0">
                <a:solidFill>
                  <a:srgbClr val="C9CED6"/>
                </a:solidFill>
                <a:latin typeface="Consolas"/>
              </a:rPr>
              <a:t> (LangGraph LLM turn -&gt; AgentScope OTel)</a:t>
            </a:r>
          </a:p>
          <a:p>
            <a:pPr algn="l">
              <a:spcBef>
                <a:spcPts val="300"/>
              </a:spcBef>
            </a:pPr>
            <a:r>
              <a:rPr sz="1100" b="0">
                <a:solidFill>
                  <a:srgbClr val="4F8F99"/>
                </a:solidFill>
                <a:latin typeface="Consolas"/>
              </a:rPr>
              <a:t>[agentscope]</a:t>
            </a:r>
            <a:r>
              <a:rPr sz="1100" b="0">
                <a:solidFill>
                  <a:srgbClr val="C9CED6"/>
                </a:solidFill>
                <a:latin typeface="Consolas"/>
              </a:rPr>
              <a:t> AgentScope </a:t>
            </a:r>
            <a:r>
              <a:rPr sz="1100" b="1">
                <a:solidFill>
                  <a:srgbClr val="F5F7FA"/>
                </a:solidFill>
                <a:latin typeface="Consolas"/>
              </a:rPr>
              <a:t>span #17</a:t>
            </a:r>
            <a:r>
              <a:rPr sz="1100" b="0">
                <a:solidFill>
                  <a:srgbClr val="C9CED6"/>
                </a:solidFill>
                <a:latin typeface="Consolas"/>
              </a:rPr>
              <a:t> dumped via OTel exporter: </a:t>
            </a:r>
            <a:r>
              <a:rPr sz="1100" b="1">
                <a:solidFill>
                  <a:srgbClr val="7FA7F5"/>
                </a:solidFill>
                <a:latin typeface="Consolas"/>
              </a:rPr>
              <a:t>chat (model=gpt-6-astra)</a:t>
            </a:r>
            <a:r>
              <a:rPr sz="1100" b="0">
                <a:solidFill>
                  <a:srgbClr val="C9CED6"/>
                </a:solidFill>
                <a:latin typeface="Consolas"/>
              </a:rPr>
              <a:t> </a:t>
            </a:r>
            <a:r>
              <a:rPr sz="1100" b="0">
                <a:solidFill>
                  <a:srgbClr val="F2C14E"/>
                </a:solidFill>
                <a:latin typeface="Consolas"/>
              </a:rPr>
              <a:t>[planner]</a:t>
            </a:r>
            <a:r>
              <a:rPr sz="1100" b="0">
                <a:solidFill>
                  <a:srgbClr val="C9CED6"/>
                </a:solidFill>
                <a:latin typeface="Consolas"/>
              </a:rPr>
              <a:t> </a:t>
            </a:r>
            <a:r>
              <a:rPr sz="1100" b="0">
                <a:solidFill>
                  <a:srgbClr val="F2C14E"/>
                </a:solidFill>
                <a:latin typeface="Consolas"/>
              </a:rPr>
              <a:t>context=7431 response=10</a:t>
            </a:r>
          </a:p>
        </p:txBody>
      </p:sp>
      <p:sp>
        <p:nvSpPr>
          <p:cNvPr id="57" name="TextBox 56">
            <a:extLst>
              <a:ext uri="{FF2B5EF4-FFF2-40B4-BE49-F238E27FC236}">
                <a16:creationId xmlns:a16="http://schemas.microsoft.com/office/drawing/2014/main" id="{D8029890-A10E-1B1A-A24D-DF992E3C0F2B}"/>
              </a:ext>
            </a:extLst>
          </p:cNvPr>
          <p:cNvSpPr txBox="1"/>
          <p:nvPr/>
        </p:nvSpPr>
        <p:spPr>
          <a:xfrm>
            <a:off x="365760" y="5715000"/>
            <a:ext cx="1188720" cy="384048"/>
          </a:xfrm>
          <a:prstGeom prst="rect">
            <a:avLst/>
          </a:prstGeom>
          <a:noFill/>
        </p:spPr>
        <p:txBody>
          <a:bodyPr wrap="square" lIns="0" tIns="0" rIns="0" bIns="0" anchor="ctr">
            <a:spAutoFit/>
          </a:bodyPr>
          <a:lstStyle/>
          <a:p>
            <a:pPr algn="l"/>
            <a:r>
              <a:rPr sz="1050" b="1">
                <a:solidFill>
                  <a:srgbClr val="7C8494"/>
                </a:solidFill>
                <a:latin typeface="Arial"/>
              </a:rPr>
              <a:t>TRAJECTORY</a:t>
            </a:r>
          </a:p>
        </p:txBody>
      </p:sp>
      <p:sp>
        <p:nvSpPr>
          <p:cNvPr id="59" name="Rounded Rectangle 100">
            <a:extLst>
              <a:ext uri="{FF2B5EF4-FFF2-40B4-BE49-F238E27FC236}">
                <a16:creationId xmlns:a16="http://schemas.microsoft.com/office/drawing/2014/main" id="{CEE9CC55-163F-FBF6-EA78-735A7198AD4B}"/>
              </a:ext>
            </a:extLst>
          </p:cNvPr>
          <p:cNvSpPr/>
          <p:nvPr/>
        </p:nvSpPr>
        <p:spPr>
          <a:xfrm>
            <a:off x="1508760" y="5751576"/>
            <a:ext cx="868680" cy="310896"/>
          </a:xfrm>
          <a:prstGeom prst="roundRect">
            <a:avLst>
              <a:gd name="adj" fmla="val 30000"/>
            </a:avLst>
          </a:prstGeom>
          <a:solidFill>
            <a:srgbClr val="1B1F27"/>
          </a:solidFill>
          <a:ln w="15875">
            <a:solidFill>
              <a:srgbClr val="7FA7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F49E897B-B147-2562-B296-6A21BF31DF67}"/>
              </a:ext>
            </a:extLst>
          </p:cNvPr>
          <p:cNvSpPr txBox="1"/>
          <p:nvPr/>
        </p:nvSpPr>
        <p:spPr>
          <a:xfrm>
            <a:off x="1508760" y="5751576"/>
            <a:ext cx="868680" cy="310896"/>
          </a:xfrm>
          <a:prstGeom prst="rect">
            <a:avLst/>
          </a:prstGeom>
          <a:noFill/>
        </p:spPr>
        <p:txBody>
          <a:bodyPr wrap="square" lIns="0" tIns="0" rIns="0" bIns="0" anchor="ctr">
            <a:spAutoFit/>
          </a:bodyPr>
          <a:lstStyle/>
          <a:p>
            <a:pPr algn="ctr"/>
            <a:r>
              <a:rPr sz="1100" b="1">
                <a:solidFill>
                  <a:srgbClr val="F5F7FA"/>
                </a:solidFill>
                <a:latin typeface="Consolas"/>
              </a:rPr>
              <a:t>planner</a:t>
            </a:r>
          </a:p>
        </p:txBody>
      </p:sp>
      <p:sp>
        <p:nvSpPr>
          <p:cNvPr id="63" name="TextBox 62">
            <a:extLst>
              <a:ext uri="{FF2B5EF4-FFF2-40B4-BE49-F238E27FC236}">
                <a16:creationId xmlns:a16="http://schemas.microsoft.com/office/drawing/2014/main" id="{84E25C66-BE45-8BE0-86E8-C75A8D3D43D3}"/>
              </a:ext>
            </a:extLst>
          </p:cNvPr>
          <p:cNvSpPr txBox="1"/>
          <p:nvPr/>
        </p:nvSpPr>
        <p:spPr>
          <a:xfrm>
            <a:off x="2377439" y="5751576"/>
            <a:ext cx="274320" cy="310896"/>
          </a:xfrm>
          <a:prstGeom prst="rect">
            <a:avLst/>
          </a:prstGeom>
          <a:noFill/>
        </p:spPr>
        <p:txBody>
          <a:bodyPr wrap="square" lIns="0" tIns="0" rIns="0" bIns="0" anchor="ctr">
            <a:spAutoFit/>
          </a:bodyPr>
          <a:lstStyle/>
          <a:p>
            <a:pPr algn="ctr"/>
            <a:r>
              <a:rPr sz="1200" b="1">
                <a:solidFill>
                  <a:srgbClr val="7C8494"/>
                </a:solidFill>
                <a:latin typeface="Arial"/>
              </a:rPr>
              <a:t>→</a:t>
            </a:r>
          </a:p>
        </p:txBody>
      </p:sp>
      <p:sp>
        <p:nvSpPr>
          <p:cNvPr id="65" name="Rounded Rectangle 103">
            <a:extLst>
              <a:ext uri="{FF2B5EF4-FFF2-40B4-BE49-F238E27FC236}">
                <a16:creationId xmlns:a16="http://schemas.microsoft.com/office/drawing/2014/main" id="{F90630E2-F79A-E1AD-E216-C5A01B524295}"/>
              </a:ext>
            </a:extLst>
          </p:cNvPr>
          <p:cNvSpPr/>
          <p:nvPr/>
        </p:nvSpPr>
        <p:spPr>
          <a:xfrm>
            <a:off x="2651759" y="5751576"/>
            <a:ext cx="868680" cy="310896"/>
          </a:xfrm>
          <a:prstGeom prst="roundRect">
            <a:avLst>
              <a:gd name="adj" fmla="val 30000"/>
            </a:avLst>
          </a:prstGeom>
          <a:solidFill>
            <a:srgbClr val="1B1F27"/>
          </a:solidFill>
          <a:ln w="15875">
            <a:solidFill>
              <a:srgbClr val="55D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B5332B37-DF4B-5360-57A7-EC87774675A1}"/>
              </a:ext>
            </a:extLst>
          </p:cNvPr>
          <p:cNvSpPr txBox="1"/>
          <p:nvPr/>
        </p:nvSpPr>
        <p:spPr>
          <a:xfrm>
            <a:off x="2651759" y="5751576"/>
            <a:ext cx="868680" cy="310896"/>
          </a:xfrm>
          <a:prstGeom prst="rect">
            <a:avLst/>
          </a:prstGeom>
          <a:noFill/>
        </p:spPr>
        <p:txBody>
          <a:bodyPr wrap="square" lIns="0" tIns="0" rIns="0" bIns="0" anchor="ctr">
            <a:spAutoFit/>
          </a:bodyPr>
          <a:lstStyle/>
          <a:p>
            <a:pPr algn="ctr"/>
            <a:r>
              <a:rPr sz="1100" b="1">
                <a:solidFill>
                  <a:srgbClr val="F5F7FA"/>
                </a:solidFill>
                <a:latin typeface="Consolas"/>
              </a:rPr>
              <a:t>web</a:t>
            </a:r>
          </a:p>
        </p:txBody>
      </p:sp>
      <p:sp>
        <p:nvSpPr>
          <p:cNvPr id="69" name="TextBox 68">
            <a:extLst>
              <a:ext uri="{FF2B5EF4-FFF2-40B4-BE49-F238E27FC236}">
                <a16:creationId xmlns:a16="http://schemas.microsoft.com/office/drawing/2014/main" id="{1C9C397D-F83D-70CE-6A64-78454A41044A}"/>
              </a:ext>
            </a:extLst>
          </p:cNvPr>
          <p:cNvSpPr txBox="1"/>
          <p:nvPr/>
        </p:nvSpPr>
        <p:spPr>
          <a:xfrm>
            <a:off x="3520439" y="5751576"/>
            <a:ext cx="274320" cy="310896"/>
          </a:xfrm>
          <a:prstGeom prst="rect">
            <a:avLst/>
          </a:prstGeom>
          <a:noFill/>
        </p:spPr>
        <p:txBody>
          <a:bodyPr wrap="square" lIns="0" tIns="0" rIns="0" bIns="0" anchor="ctr">
            <a:spAutoFit/>
          </a:bodyPr>
          <a:lstStyle/>
          <a:p>
            <a:pPr algn="ctr"/>
            <a:r>
              <a:rPr sz="1200" b="1">
                <a:solidFill>
                  <a:srgbClr val="7C8494"/>
                </a:solidFill>
                <a:latin typeface="Arial"/>
              </a:rPr>
              <a:t>→</a:t>
            </a:r>
          </a:p>
        </p:txBody>
      </p:sp>
      <p:sp>
        <p:nvSpPr>
          <p:cNvPr id="71" name="Rounded Rectangle 106">
            <a:extLst>
              <a:ext uri="{FF2B5EF4-FFF2-40B4-BE49-F238E27FC236}">
                <a16:creationId xmlns:a16="http://schemas.microsoft.com/office/drawing/2014/main" id="{AC28E548-84E8-4C07-4ABF-0688189436DC}"/>
              </a:ext>
            </a:extLst>
          </p:cNvPr>
          <p:cNvSpPr/>
          <p:nvPr/>
        </p:nvSpPr>
        <p:spPr>
          <a:xfrm>
            <a:off x="3794759" y="5751576"/>
            <a:ext cx="868680" cy="310896"/>
          </a:xfrm>
          <a:prstGeom prst="roundRect">
            <a:avLst>
              <a:gd name="adj" fmla="val 30000"/>
            </a:avLst>
          </a:prstGeom>
          <a:solidFill>
            <a:srgbClr val="1B1F27"/>
          </a:solidFill>
          <a:ln w="15875">
            <a:solidFill>
              <a:srgbClr val="AEB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96B81FCB-67EF-CC54-B06E-3926247B1205}"/>
              </a:ext>
            </a:extLst>
          </p:cNvPr>
          <p:cNvSpPr txBox="1"/>
          <p:nvPr/>
        </p:nvSpPr>
        <p:spPr>
          <a:xfrm>
            <a:off x="3794759" y="5751576"/>
            <a:ext cx="868680" cy="310896"/>
          </a:xfrm>
          <a:prstGeom prst="rect">
            <a:avLst/>
          </a:prstGeom>
          <a:noFill/>
        </p:spPr>
        <p:txBody>
          <a:bodyPr wrap="square" lIns="0" tIns="0" rIns="0" bIns="0" anchor="ctr">
            <a:spAutoFit/>
          </a:bodyPr>
          <a:lstStyle/>
          <a:p>
            <a:pPr algn="ctr"/>
            <a:r>
              <a:rPr sz="1100" b="1">
                <a:solidFill>
                  <a:srgbClr val="F5F7FA"/>
                </a:solidFill>
                <a:latin typeface="Consolas"/>
              </a:rPr>
              <a:t>fetch</a:t>
            </a:r>
          </a:p>
        </p:txBody>
      </p:sp>
      <p:sp>
        <p:nvSpPr>
          <p:cNvPr id="75" name="TextBox 74">
            <a:extLst>
              <a:ext uri="{FF2B5EF4-FFF2-40B4-BE49-F238E27FC236}">
                <a16:creationId xmlns:a16="http://schemas.microsoft.com/office/drawing/2014/main" id="{F17C3AC9-EDF6-D65C-0B2A-480CCD4EFD25}"/>
              </a:ext>
            </a:extLst>
          </p:cNvPr>
          <p:cNvSpPr txBox="1"/>
          <p:nvPr/>
        </p:nvSpPr>
        <p:spPr>
          <a:xfrm>
            <a:off x="4663440" y="5751576"/>
            <a:ext cx="274320" cy="310896"/>
          </a:xfrm>
          <a:prstGeom prst="rect">
            <a:avLst/>
          </a:prstGeom>
          <a:noFill/>
        </p:spPr>
        <p:txBody>
          <a:bodyPr wrap="square" lIns="0" tIns="0" rIns="0" bIns="0" anchor="ctr">
            <a:spAutoFit/>
          </a:bodyPr>
          <a:lstStyle/>
          <a:p>
            <a:pPr algn="ctr"/>
            <a:r>
              <a:rPr sz="1200" b="1">
                <a:solidFill>
                  <a:srgbClr val="7C8494"/>
                </a:solidFill>
                <a:latin typeface="Arial"/>
              </a:rPr>
              <a:t>→</a:t>
            </a:r>
          </a:p>
        </p:txBody>
      </p:sp>
      <p:sp>
        <p:nvSpPr>
          <p:cNvPr id="77" name="Rounded Rectangle 109">
            <a:extLst>
              <a:ext uri="{FF2B5EF4-FFF2-40B4-BE49-F238E27FC236}">
                <a16:creationId xmlns:a16="http://schemas.microsoft.com/office/drawing/2014/main" id="{B80EEB86-71B4-C3F5-48BD-55D131BB0998}"/>
              </a:ext>
            </a:extLst>
          </p:cNvPr>
          <p:cNvSpPr/>
          <p:nvPr/>
        </p:nvSpPr>
        <p:spPr>
          <a:xfrm>
            <a:off x="4937759" y="5751576"/>
            <a:ext cx="868680" cy="310896"/>
          </a:xfrm>
          <a:prstGeom prst="roundRect">
            <a:avLst>
              <a:gd name="adj" fmla="val 30000"/>
            </a:avLst>
          </a:prstGeom>
          <a:solidFill>
            <a:srgbClr val="1B1F27"/>
          </a:solidFill>
          <a:ln w="15875">
            <a:solidFill>
              <a:srgbClr val="AEB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A864CEDC-F4CE-44D9-EBB1-63FB951BED1C}"/>
              </a:ext>
            </a:extLst>
          </p:cNvPr>
          <p:cNvSpPr txBox="1"/>
          <p:nvPr/>
        </p:nvSpPr>
        <p:spPr>
          <a:xfrm>
            <a:off x="4937759" y="5751576"/>
            <a:ext cx="868680" cy="310896"/>
          </a:xfrm>
          <a:prstGeom prst="rect">
            <a:avLst/>
          </a:prstGeom>
          <a:noFill/>
        </p:spPr>
        <p:txBody>
          <a:bodyPr wrap="square" lIns="0" tIns="0" rIns="0" bIns="0" anchor="ctr">
            <a:spAutoFit/>
          </a:bodyPr>
          <a:lstStyle/>
          <a:p>
            <a:pPr algn="ctr"/>
            <a:r>
              <a:rPr sz="1100" b="1">
                <a:solidFill>
                  <a:srgbClr val="F5F7FA"/>
                </a:solidFill>
                <a:latin typeface="Consolas"/>
              </a:rPr>
              <a:t>fetch</a:t>
            </a:r>
          </a:p>
        </p:txBody>
      </p:sp>
      <p:sp>
        <p:nvSpPr>
          <p:cNvPr id="81" name="TextBox 80">
            <a:extLst>
              <a:ext uri="{FF2B5EF4-FFF2-40B4-BE49-F238E27FC236}">
                <a16:creationId xmlns:a16="http://schemas.microsoft.com/office/drawing/2014/main" id="{6C7C853A-CE6C-B898-396A-8BD1AA9A77C3}"/>
              </a:ext>
            </a:extLst>
          </p:cNvPr>
          <p:cNvSpPr txBox="1"/>
          <p:nvPr/>
        </p:nvSpPr>
        <p:spPr>
          <a:xfrm>
            <a:off x="5806440" y="5751576"/>
            <a:ext cx="274320" cy="310896"/>
          </a:xfrm>
          <a:prstGeom prst="rect">
            <a:avLst/>
          </a:prstGeom>
          <a:noFill/>
        </p:spPr>
        <p:txBody>
          <a:bodyPr wrap="square" lIns="0" tIns="0" rIns="0" bIns="0" anchor="ctr">
            <a:spAutoFit/>
          </a:bodyPr>
          <a:lstStyle/>
          <a:p>
            <a:pPr algn="ctr"/>
            <a:r>
              <a:rPr sz="1200" b="1">
                <a:solidFill>
                  <a:srgbClr val="7C8494"/>
                </a:solidFill>
                <a:latin typeface="Arial"/>
              </a:rPr>
              <a:t>→</a:t>
            </a:r>
          </a:p>
        </p:txBody>
      </p:sp>
      <p:sp>
        <p:nvSpPr>
          <p:cNvPr id="83" name="Rounded Rectangle 112">
            <a:extLst>
              <a:ext uri="{FF2B5EF4-FFF2-40B4-BE49-F238E27FC236}">
                <a16:creationId xmlns:a16="http://schemas.microsoft.com/office/drawing/2014/main" id="{84B3E5B6-4E46-F4E2-B99B-25D614F0B4B2}"/>
              </a:ext>
            </a:extLst>
          </p:cNvPr>
          <p:cNvSpPr/>
          <p:nvPr/>
        </p:nvSpPr>
        <p:spPr>
          <a:xfrm>
            <a:off x="6080759" y="5751576"/>
            <a:ext cx="868680" cy="310896"/>
          </a:xfrm>
          <a:prstGeom prst="roundRect">
            <a:avLst>
              <a:gd name="adj" fmla="val 30000"/>
            </a:avLst>
          </a:prstGeom>
          <a:solidFill>
            <a:srgbClr val="1B1F27"/>
          </a:solidFill>
          <a:ln w="15875">
            <a:solidFill>
              <a:srgbClr val="F28C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extLst>
              <a:ext uri="{FF2B5EF4-FFF2-40B4-BE49-F238E27FC236}">
                <a16:creationId xmlns:a16="http://schemas.microsoft.com/office/drawing/2014/main" id="{FA45BC87-0144-ADB0-97FB-153299838885}"/>
              </a:ext>
            </a:extLst>
          </p:cNvPr>
          <p:cNvSpPr txBox="1"/>
          <p:nvPr/>
        </p:nvSpPr>
        <p:spPr>
          <a:xfrm>
            <a:off x="6080759" y="5751576"/>
            <a:ext cx="868680" cy="310896"/>
          </a:xfrm>
          <a:prstGeom prst="rect">
            <a:avLst/>
          </a:prstGeom>
          <a:noFill/>
        </p:spPr>
        <p:txBody>
          <a:bodyPr wrap="square" lIns="0" tIns="0" rIns="0" bIns="0" anchor="ctr">
            <a:spAutoFit/>
          </a:bodyPr>
          <a:lstStyle/>
          <a:p>
            <a:pPr algn="ctr"/>
            <a:r>
              <a:rPr sz="1100" b="1">
                <a:solidFill>
                  <a:srgbClr val="F5F7FA"/>
                </a:solidFill>
                <a:latin typeface="Consolas"/>
              </a:rPr>
              <a:t>nsjail</a:t>
            </a:r>
          </a:p>
        </p:txBody>
      </p:sp>
      <p:sp>
        <p:nvSpPr>
          <p:cNvPr id="87" name="TextBox 86">
            <a:extLst>
              <a:ext uri="{FF2B5EF4-FFF2-40B4-BE49-F238E27FC236}">
                <a16:creationId xmlns:a16="http://schemas.microsoft.com/office/drawing/2014/main" id="{A32B5E6D-90AB-E9E9-1D1E-6880E4FF7F10}"/>
              </a:ext>
            </a:extLst>
          </p:cNvPr>
          <p:cNvSpPr txBox="1"/>
          <p:nvPr/>
        </p:nvSpPr>
        <p:spPr>
          <a:xfrm>
            <a:off x="6949440" y="5751576"/>
            <a:ext cx="274320" cy="310896"/>
          </a:xfrm>
          <a:prstGeom prst="rect">
            <a:avLst/>
          </a:prstGeom>
          <a:noFill/>
        </p:spPr>
        <p:txBody>
          <a:bodyPr wrap="square" lIns="0" tIns="0" rIns="0" bIns="0" anchor="ctr">
            <a:spAutoFit/>
          </a:bodyPr>
          <a:lstStyle/>
          <a:p>
            <a:pPr algn="ctr"/>
            <a:r>
              <a:rPr sz="1200" b="1">
                <a:solidFill>
                  <a:srgbClr val="7C8494"/>
                </a:solidFill>
                <a:latin typeface="Arial"/>
              </a:rPr>
              <a:t>→</a:t>
            </a:r>
          </a:p>
        </p:txBody>
      </p:sp>
      <p:sp>
        <p:nvSpPr>
          <p:cNvPr id="89" name="Rounded Rectangle 115">
            <a:extLst>
              <a:ext uri="{FF2B5EF4-FFF2-40B4-BE49-F238E27FC236}">
                <a16:creationId xmlns:a16="http://schemas.microsoft.com/office/drawing/2014/main" id="{DD314C64-9462-63B4-B7F7-76D4453A9DE1}"/>
              </a:ext>
            </a:extLst>
          </p:cNvPr>
          <p:cNvSpPr/>
          <p:nvPr/>
        </p:nvSpPr>
        <p:spPr>
          <a:xfrm>
            <a:off x="7223759" y="5751576"/>
            <a:ext cx="868680" cy="310896"/>
          </a:xfrm>
          <a:prstGeom prst="roundRect">
            <a:avLst>
              <a:gd name="adj" fmla="val 30000"/>
            </a:avLst>
          </a:prstGeom>
          <a:solidFill>
            <a:srgbClr val="1B1F27"/>
          </a:solidFill>
          <a:ln w="15875">
            <a:solidFill>
              <a:srgbClr val="AEB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extLst>
              <a:ext uri="{FF2B5EF4-FFF2-40B4-BE49-F238E27FC236}">
                <a16:creationId xmlns:a16="http://schemas.microsoft.com/office/drawing/2014/main" id="{BF5246D6-8E95-B746-4F11-CE7B993A8B2F}"/>
              </a:ext>
            </a:extLst>
          </p:cNvPr>
          <p:cNvSpPr txBox="1"/>
          <p:nvPr/>
        </p:nvSpPr>
        <p:spPr>
          <a:xfrm>
            <a:off x="7223759" y="5751576"/>
            <a:ext cx="868680" cy="310896"/>
          </a:xfrm>
          <a:prstGeom prst="rect">
            <a:avLst/>
          </a:prstGeom>
          <a:noFill/>
        </p:spPr>
        <p:txBody>
          <a:bodyPr wrap="square" lIns="0" tIns="0" rIns="0" bIns="0" anchor="ctr">
            <a:spAutoFit/>
          </a:bodyPr>
          <a:lstStyle/>
          <a:p>
            <a:pPr algn="ctr"/>
            <a:r>
              <a:rPr sz="1100" b="1">
                <a:solidFill>
                  <a:srgbClr val="F5F7FA"/>
                </a:solidFill>
                <a:latin typeface="Consolas"/>
              </a:rPr>
              <a:t>fetch</a:t>
            </a:r>
          </a:p>
        </p:txBody>
      </p:sp>
      <p:sp>
        <p:nvSpPr>
          <p:cNvPr id="93" name="TextBox 92">
            <a:extLst>
              <a:ext uri="{FF2B5EF4-FFF2-40B4-BE49-F238E27FC236}">
                <a16:creationId xmlns:a16="http://schemas.microsoft.com/office/drawing/2014/main" id="{56983080-8171-0354-03F2-4C4D3677F8E5}"/>
              </a:ext>
            </a:extLst>
          </p:cNvPr>
          <p:cNvSpPr txBox="1"/>
          <p:nvPr/>
        </p:nvSpPr>
        <p:spPr>
          <a:xfrm>
            <a:off x="8092440" y="5751576"/>
            <a:ext cx="274320" cy="310896"/>
          </a:xfrm>
          <a:prstGeom prst="rect">
            <a:avLst/>
          </a:prstGeom>
          <a:noFill/>
        </p:spPr>
        <p:txBody>
          <a:bodyPr wrap="square" lIns="0" tIns="0" rIns="0" bIns="0" anchor="ctr">
            <a:spAutoFit/>
          </a:bodyPr>
          <a:lstStyle/>
          <a:p>
            <a:pPr algn="ctr"/>
            <a:r>
              <a:rPr sz="1200" b="1">
                <a:solidFill>
                  <a:srgbClr val="7C8494"/>
                </a:solidFill>
                <a:latin typeface="Arial"/>
              </a:rPr>
              <a:t>→</a:t>
            </a:r>
          </a:p>
        </p:txBody>
      </p:sp>
      <p:sp>
        <p:nvSpPr>
          <p:cNvPr id="95" name="Rounded Rectangle 118">
            <a:extLst>
              <a:ext uri="{FF2B5EF4-FFF2-40B4-BE49-F238E27FC236}">
                <a16:creationId xmlns:a16="http://schemas.microsoft.com/office/drawing/2014/main" id="{545D47F9-3BC0-0C4D-CD0A-E2F7F33E9649}"/>
              </a:ext>
            </a:extLst>
          </p:cNvPr>
          <p:cNvSpPr/>
          <p:nvPr/>
        </p:nvSpPr>
        <p:spPr>
          <a:xfrm>
            <a:off x="8366760" y="5751576"/>
            <a:ext cx="868680" cy="310896"/>
          </a:xfrm>
          <a:prstGeom prst="roundRect">
            <a:avLst>
              <a:gd name="adj" fmla="val 30000"/>
            </a:avLst>
          </a:prstGeom>
          <a:solidFill>
            <a:srgbClr val="1B1F27"/>
          </a:solidFill>
          <a:ln w="15875">
            <a:solidFill>
              <a:srgbClr val="F28C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E3E61791-41F0-0EFF-C01F-129B5F85FCAC}"/>
              </a:ext>
            </a:extLst>
          </p:cNvPr>
          <p:cNvSpPr txBox="1"/>
          <p:nvPr/>
        </p:nvSpPr>
        <p:spPr>
          <a:xfrm>
            <a:off x="8366760" y="5751576"/>
            <a:ext cx="868680" cy="310896"/>
          </a:xfrm>
          <a:prstGeom prst="rect">
            <a:avLst/>
          </a:prstGeom>
          <a:noFill/>
        </p:spPr>
        <p:txBody>
          <a:bodyPr wrap="square" lIns="0" tIns="0" rIns="0" bIns="0" anchor="ctr">
            <a:spAutoFit/>
          </a:bodyPr>
          <a:lstStyle/>
          <a:p>
            <a:pPr algn="ctr"/>
            <a:r>
              <a:rPr sz="1100" b="1">
                <a:solidFill>
                  <a:srgbClr val="F5F7FA"/>
                </a:solidFill>
                <a:latin typeface="Consolas"/>
              </a:rPr>
              <a:t>nsjail</a:t>
            </a:r>
          </a:p>
        </p:txBody>
      </p:sp>
      <p:sp>
        <p:nvSpPr>
          <p:cNvPr id="99" name="TextBox 98">
            <a:extLst>
              <a:ext uri="{FF2B5EF4-FFF2-40B4-BE49-F238E27FC236}">
                <a16:creationId xmlns:a16="http://schemas.microsoft.com/office/drawing/2014/main" id="{A19FDFC7-618B-AA52-1050-24FEBD470E2B}"/>
              </a:ext>
            </a:extLst>
          </p:cNvPr>
          <p:cNvSpPr txBox="1"/>
          <p:nvPr/>
        </p:nvSpPr>
        <p:spPr>
          <a:xfrm>
            <a:off x="9464040" y="5715000"/>
            <a:ext cx="2404872" cy="384048"/>
          </a:xfrm>
          <a:prstGeom prst="rect">
            <a:avLst/>
          </a:prstGeom>
          <a:noFill/>
        </p:spPr>
        <p:txBody>
          <a:bodyPr wrap="square" lIns="0" tIns="0" rIns="0" bIns="0" anchor="ctr">
            <a:spAutoFit/>
          </a:bodyPr>
          <a:lstStyle/>
          <a:p>
            <a:pPr algn="r"/>
            <a:r>
              <a:rPr sz="1100" b="0">
                <a:solidFill>
                  <a:srgbClr val="AEB6C2"/>
                </a:solidFill>
                <a:latin typeface="Arial"/>
              </a:rPr>
              <a:t>each hop → one OTel span</a:t>
            </a:r>
          </a:p>
        </p:txBody>
      </p:sp>
      <p:sp>
        <p:nvSpPr>
          <p:cNvPr id="101" name="FlowTag">
            <a:extLst>
              <a:ext uri="{FF2B5EF4-FFF2-40B4-BE49-F238E27FC236}">
                <a16:creationId xmlns:a16="http://schemas.microsoft.com/office/drawing/2014/main" id="{0E2CC102-0116-5615-46B4-E52F32EE5791}"/>
              </a:ext>
            </a:extLst>
          </p:cNvPr>
          <p:cNvSpPr/>
          <p:nvPr/>
        </p:nvSpPr>
        <p:spPr>
          <a:xfrm>
            <a:off x="9281160" y="73152"/>
            <a:ext cx="2560320" cy="274320"/>
          </a:xfrm>
          <a:prstGeom prst="roundRect">
            <a:avLst>
              <a:gd name="adj" fmla="val 50000"/>
            </a:avLst>
          </a:prstGeom>
          <a:solidFill>
            <a:srgbClr val="14181E"/>
          </a:solidFill>
          <a:ln w="15875">
            <a:solidFill>
              <a:srgbClr val="55D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FlowTagText">
            <a:extLst>
              <a:ext uri="{FF2B5EF4-FFF2-40B4-BE49-F238E27FC236}">
                <a16:creationId xmlns:a16="http://schemas.microsoft.com/office/drawing/2014/main" id="{60B37688-5C33-8450-37C9-2C71B93404F8}"/>
              </a:ext>
            </a:extLst>
          </p:cNvPr>
          <p:cNvSpPr txBox="1"/>
          <p:nvPr/>
        </p:nvSpPr>
        <p:spPr>
          <a:xfrm>
            <a:off x="9281160" y="73152"/>
            <a:ext cx="2560320" cy="274320"/>
          </a:xfrm>
          <a:prstGeom prst="rect">
            <a:avLst/>
          </a:prstGeom>
          <a:noFill/>
        </p:spPr>
        <p:txBody>
          <a:bodyPr wrap="square" lIns="0" tIns="0" rIns="0" bIns="0" anchor="ctr">
            <a:spAutoFit/>
          </a:bodyPr>
          <a:lstStyle/>
          <a:p>
            <a:pPr algn="ctr"/>
            <a:r>
              <a:rPr sz="1000" b="1">
                <a:solidFill>
                  <a:srgbClr val="55D8E8"/>
                </a:solidFill>
                <a:latin typeface="Arial"/>
              </a:rPr>
              <a:t>01  </a:t>
            </a:r>
            <a:r>
              <a:rPr sz="1000" b="1">
                <a:solidFill>
                  <a:srgbClr val="F5F7FA"/>
                </a:solidFill>
                <a:latin typeface="Arial"/>
              </a:rPr>
              <a:t>STOCHASTIC RUNS</a:t>
            </a:r>
          </a:p>
        </p:txBody>
      </p:sp>
    </p:spTree>
    <p:extLst>
      <p:ext uri="{BB962C8B-B14F-4D97-AF65-F5344CB8AC3E}">
        <p14:creationId xmlns:p14="http://schemas.microsoft.com/office/powerpoint/2010/main" val="177102188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0760474-A5F4-71F5-BC41-71B77A1C200C}"/>
              </a:ext>
            </a:extLst>
          </p:cNvPr>
          <p:cNvSpPr/>
          <p:nvPr/>
        </p:nvSpPr>
        <p:spPr>
          <a:xfrm>
            <a:off x="0" y="0"/>
            <a:ext cx="12191695" cy="6858000"/>
          </a:xfrm>
          <a:prstGeom prst="rect">
            <a:avLst/>
          </a:prstGeom>
          <a:solidFill>
            <a:srgbClr val="0B0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4EB97BF-701E-A5B6-E8AC-E23DABC47547}"/>
              </a:ext>
            </a:extLst>
          </p:cNvPr>
          <p:cNvSpPr txBox="1"/>
          <p:nvPr/>
        </p:nvSpPr>
        <p:spPr>
          <a:xfrm>
            <a:off x="365760" y="146304"/>
            <a:ext cx="11430000" cy="310896"/>
          </a:xfrm>
          <a:prstGeom prst="rect">
            <a:avLst/>
          </a:prstGeom>
          <a:noFill/>
        </p:spPr>
        <p:txBody>
          <a:bodyPr wrap="square" lIns="0" tIns="0" rIns="0" bIns="0" anchor="ctr"/>
          <a:lstStyle/>
          <a:p>
            <a:pPr algn="l"/>
            <a:r>
              <a:rPr sz="2600" b="1">
                <a:solidFill>
                  <a:srgbClr val="F5F7FA"/>
                </a:solidFill>
                <a:latin typeface="Arial"/>
              </a:rPr>
              <a:t>Deterministic agent profiling</a:t>
            </a:r>
          </a:p>
        </p:txBody>
      </p:sp>
      <p:sp>
        <p:nvSpPr>
          <p:cNvPr id="7" name="TextBox 6">
            <a:extLst>
              <a:ext uri="{FF2B5EF4-FFF2-40B4-BE49-F238E27FC236}">
                <a16:creationId xmlns:a16="http://schemas.microsoft.com/office/drawing/2014/main" id="{69C1B3B4-22D6-9636-EC72-137048E03B68}"/>
              </a:ext>
            </a:extLst>
          </p:cNvPr>
          <p:cNvSpPr txBox="1"/>
          <p:nvPr/>
        </p:nvSpPr>
        <p:spPr>
          <a:xfrm>
            <a:off x="365760" y="457200"/>
            <a:ext cx="11430000" cy="237744"/>
          </a:xfrm>
          <a:prstGeom prst="rect">
            <a:avLst/>
          </a:prstGeom>
          <a:noFill/>
        </p:spPr>
        <p:txBody>
          <a:bodyPr wrap="square" lIns="0" tIns="0" rIns="0" bIns="0" anchor="ctr"/>
          <a:lstStyle/>
          <a:p>
            <a:pPr algn="l"/>
            <a:r>
              <a:rPr sz="1300" b="0">
                <a:solidFill>
                  <a:srgbClr val="AEB6C2"/>
                </a:solidFill>
                <a:latin typeface="Arial"/>
              </a:rPr>
              <a:t>PACE Agent records the modal path and replays it, so a profile is not a different trajectory every run.</a:t>
            </a:r>
          </a:p>
        </p:txBody>
      </p:sp>
      <p:sp>
        <p:nvSpPr>
          <p:cNvPr id="9" name="Rounded Rectangle 4">
            <a:extLst>
              <a:ext uri="{FF2B5EF4-FFF2-40B4-BE49-F238E27FC236}">
                <a16:creationId xmlns:a16="http://schemas.microsoft.com/office/drawing/2014/main" id="{49A38130-FF70-3FA2-0B3D-00217D5346A0}"/>
              </a:ext>
            </a:extLst>
          </p:cNvPr>
          <p:cNvSpPr/>
          <p:nvPr/>
        </p:nvSpPr>
        <p:spPr>
          <a:xfrm>
            <a:off x="274320" y="822960"/>
            <a:ext cx="5806440" cy="2871216"/>
          </a:xfrm>
          <a:prstGeom prst="roundRect">
            <a:avLst>
              <a:gd name="adj" fmla="val 4000"/>
            </a:avLst>
          </a:prstGeom>
          <a:solidFill>
            <a:srgbClr val="181B22"/>
          </a:solidFill>
          <a:ln w="12700">
            <a:solidFill>
              <a:srgbClr val="35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896905B-ACCF-3C9A-10FF-FC644D9EB31E}"/>
              </a:ext>
            </a:extLst>
          </p:cNvPr>
          <p:cNvSpPr txBox="1"/>
          <p:nvPr/>
        </p:nvSpPr>
        <p:spPr>
          <a:xfrm>
            <a:off x="420624" y="896112"/>
            <a:ext cx="5532120" cy="256032"/>
          </a:xfrm>
          <a:prstGeom prst="rect">
            <a:avLst/>
          </a:prstGeom>
          <a:noFill/>
        </p:spPr>
        <p:txBody>
          <a:bodyPr wrap="square" lIns="0" tIns="0" rIns="0" bIns="0" anchor="ctr"/>
          <a:lstStyle/>
          <a:p>
            <a:pPr algn="l"/>
            <a:r>
              <a:rPr sz="1400" b="1">
                <a:solidFill>
                  <a:srgbClr val="F5F7FA"/>
                </a:solidFill>
                <a:latin typeface="Arial"/>
              </a:rPr>
              <a:t>Spread at a snapshot</a:t>
            </a:r>
          </a:p>
        </p:txBody>
      </p:sp>
      <p:pic>
        <p:nvPicPr>
          <p:cNvPr id="13" name="Picture 12" descr="s26_bar.png">
            <a:extLst>
              <a:ext uri="{FF2B5EF4-FFF2-40B4-BE49-F238E27FC236}">
                <a16:creationId xmlns:a16="http://schemas.microsoft.com/office/drawing/2014/main" id="{42906D72-1A37-2FCF-E362-2C3D374A2299}"/>
              </a:ext>
            </a:extLst>
          </p:cNvPr>
          <p:cNvPicPr>
            <a:picLocks noChangeAspect="1"/>
          </p:cNvPicPr>
          <p:nvPr/>
        </p:nvPicPr>
        <p:blipFill>
          <a:blip r:embed="rId2"/>
          <a:stretch>
            <a:fillRect/>
          </a:stretch>
        </p:blipFill>
        <p:spPr>
          <a:xfrm>
            <a:off x="524317" y="1207008"/>
            <a:ext cx="5306446" cy="2139696"/>
          </a:xfrm>
          <a:prstGeom prst="rect">
            <a:avLst/>
          </a:prstGeom>
        </p:spPr>
      </p:pic>
      <p:sp>
        <p:nvSpPr>
          <p:cNvPr id="15" name="TextBox 14">
            <a:extLst>
              <a:ext uri="{FF2B5EF4-FFF2-40B4-BE49-F238E27FC236}">
                <a16:creationId xmlns:a16="http://schemas.microsoft.com/office/drawing/2014/main" id="{99D4E957-2137-7388-0A12-F50B4CEEB490}"/>
              </a:ext>
            </a:extLst>
          </p:cNvPr>
          <p:cNvSpPr txBox="1"/>
          <p:nvPr/>
        </p:nvSpPr>
        <p:spPr>
          <a:xfrm>
            <a:off x="420624" y="3346704"/>
            <a:ext cx="5532120" cy="310896"/>
          </a:xfrm>
          <a:prstGeom prst="rect">
            <a:avLst/>
          </a:prstGeom>
          <a:noFill/>
        </p:spPr>
        <p:txBody>
          <a:bodyPr wrap="square" lIns="0" tIns="0" rIns="0" bIns="0" anchor="ctr"/>
          <a:lstStyle/>
          <a:p>
            <a:pPr algn="l"/>
            <a:r>
              <a:rPr sz="1200" b="0">
                <a:solidFill>
                  <a:srgbClr val="AEB6C2"/>
                </a:solidFill>
                <a:latin typeface="Arial"/>
              </a:rPr>
              <a:t>Modal path is the tightest.  27B → 8%.  9B → 22%.</a:t>
            </a:r>
          </a:p>
        </p:txBody>
      </p:sp>
      <p:sp>
        <p:nvSpPr>
          <p:cNvPr id="17" name="Rounded Rectangle 8">
            <a:extLst>
              <a:ext uri="{FF2B5EF4-FFF2-40B4-BE49-F238E27FC236}">
                <a16:creationId xmlns:a16="http://schemas.microsoft.com/office/drawing/2014/main" id="{5E946B01-4582-022E-E0E6-0CE0F0263844}"/>
              </a:ext>
            </a:extLst>
          </p:cNvPr>
          <p:cNvSpPr/>
          <p:nvPr/>
        </p:nvSpPr>
        <p:spPr>
          <a:xfrm>
            <a:off x="274320" y="3785615"/>
            <a:ext cx="5806440" cy="2852928"/>
          </a:xfrm>
          <a:prstGeom prst="roundRect">
            <a:avLst>
              <a:gd name="adj" fmla="val 4000"/>
            </a:avLst>
          </a:prstGeom>
          <a:solidFill>
            <a:srgbClr val="181B22"/>
          </a:solidFill>
          <a:ln w="12700">
            <a:solidFill>
              <a:srgbClr val="35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AAA57307-54A1-DFEE-BA68-5B775C90838D}"/>
              </a:ext>
            </a:extLst>
          </p:cNvPr>
          <p:cNvSpPr txBox="1"/>
          <p:nvPr/>
        </p:nvSpPr>
        <p:spPr>
          <a:xfrm>
            <a:off x="420624" y="3858767"/>
            <a:ext cx="5532120" cy="256032"/>
          </a:xfrm>
          <a:prstGeom prst="rect">
            <a:avLst/>
          </a:prstGeom>
          <a:noFill/>
        </p:spPr>
        <p:txBody>
          <a:bodyPr wrap="square" lIns="0" tIns="0" rIns="0" bIns="0" anchor="ctr"/>
          <a:lstStyle/>
          <a:p>
            <a:pPr algn="l"/>
            <a:r>
              <a:rPr sz="1400" b="1">
                <a:solidFill>
                  <a:srgbClr val="F5F7FA"/>
                </a:solidFill>
                <a:latin typeface="Arial"/>
              </a:rPr>
              <a:t>9B · modal path is 30% of runs</a:t>
            </a:r>
          </a:p>
        </p:txBody>
      </p:sp>
      <p:pic>
        <p:nvPicPr>
          <p:cNvPr id="21" name="Picture 20" descr="s26_line.png">
            <a:extLst>
              <a:ext uri="{FF2B5EF4-FFF2-40B4-BE49-F238E27FC236}">
                <a16:creationId xmlns:a16="http://schemas.microsoft.com/office/drawing/2014/main" id="{DB02A695-44A4-308E-276E-CCEB575D0F1A}"/>
              </a:ext>
            </a:extLst>
          </p:cNvPr>
          <p:cNvPicPr>
            <a:picLocks noChangeAspect="1"/>
          </p:cNvPicPr>
          <p:nvPr/>
        </p:nvPicPr>
        <p:blipFill>
          <a:blip r:embed="rId3"/>
          <a:stretch>
            <a:fillRect/>
          </a:stretch>
        </p:blipFill>
        <p:spPr>
          <a:xfrm>
            <a:off x="546994" y="4169663"/>
            <a:ext cx="5261091" cy="2121408"/>
          </a:xfrm>
          <a:prstGeom prst="rect">
            <a:avLst/>
          </a:prstGeom>
        </p:spPr>
      </p:pic>
      <p:sp>
        <p:nvSpPr>
          <p:cNvPr id="23" name="TextBox 22">
            <a:extLst>
              <a:ext uri="{FF2B5EF4-FFF2-40B4-BE49-F238E27FC236}">
                <a16:creationId xmlns:a16="http://schemas.microsoft.com/office/drawing/2014/main" id="{27BA46AA-65A2-4F6E-569E-95FD65DB263D}"/>
              </a:ext>
            </a:extLst>
          </p:cNvPr>
          <p:cNvSpPr txBox="1"/>
          <p:nvPr/>
        </p:nvSpPr>
        <p:spPr>
          <a:xfrm>
            <a:off x="420624" y="6291071"/>
            <a:ext cx="5532120" cy="310896"/>
          </a:xfrm>
          <a:prstGeom prst="rect">
            <a:avLst/>
          </a:prstGeom>
          <a:noFill/>
        </p:spPr>
        <p:txBody>
          <a:bodyPr wrap="square" lIns="0" tIns="0" rIns="0" bIns="0" anchor="ctr"/>
          <a:lstStyle/>
          <a:p>
            <a:pPr algn="l"/>
            <a:r>
              <a:rPr sz="1200" b="0">
                <a:solidFill>
                  <a:srgbClr val="AEB6C2"/>
                </a:solidFill>
                <a:latin typeface="Arial"/>
              </a:rPr>
              <a:t>Gray stays flat.  Blue is the median run.  Green is the modal path.</a:t>
            </a:r>
          </a:p>
        </p:txBody>
      </p:sp>
      <p:sp>
        <p:nvSpPr>
          <p:cNvPr id="25" name="Rounded Rectangle 12">
            <a:extLst>
              <a:ext uri="{FF2B5EF4-FFF2-40B4-BE49-F238E27FC236}">
                <a16:creationId xmlns:a16="http://schemas.microsoft.com/office/drawing/2014/main" id="{7C22E2D7-545E-8AE2-2733-0912EB2750B2}"/>
              </a:ext>
            </a:extLst>
          </p:cNvPr>
          <p:cNvSpPr/>
          <p:nvPr/>
        </p:nvSpPr>
        <p:spPr>
          <a:xfrm>
            <a:off x="6263640" y="822960"/>
            <a:ext cx="5650992" cy="5815584"/>
          </a:xfrm>
          <a:prstGeom prst="roundRect">
            <a:avLst>
              <a:gd name="adj" fmla="val 4000"/>
            </a:avLst>
          </a:prstGeom>
          <a:solidFill>
            <a:srgbClr val="181B22"/>
          </a:solidFill>
          <a:ln w="12700">
            <a:solidFill>
              <a:srgbClr val="35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B4ADB28D-594D-FDF4-7028-2E92B02C4EB2}"/>
              </a:ext>
            </a:extLst>
          </p:cNvPr>
          <p:cNvSpPr txBox="1"/>
          <p:nvPr/>
        </p:nvSpPr>
        <p:spPr>
          <a:xfrm>
            <a:off x="6409944" y="896112"/>
            <a:ext cx="5376672" cy="256032"/>
          </a:xfrm>
          <a:prstGeom prst="rect">
            <a:avLst/>
          </a:prstGeom>
          <a:noFill/>
        </p:spPr>
        <p:txBody>
          <a:bodyPr wrap="square" lIns="0" tIns="0" rIns="0" bIns="0" anchor="ctr"/>
          <a:lstStyle/>
          <a:p>
            <a:pPr algn="l"/>
            <a:r>
              <a:rPr sz="1400" b="1">
                <a:solidFill>
                  <a:srgbClr val="F5F7FA"/>
                </a:solidFill>
                <a:latin typeface="Arial"/>
              </a:rPr>
              <a:t>Record + replay removes the live-run zigzag</a:t>
            </a:r>
          </a:p>
        </p:txBody>
      </p:sp>
      <p:pic>
        <p:nvPicPr>
          <p:cNvPr id="29" name="Picture 28" descr="s26_lat.png">
            <a:extLst>
              <a:ext uri="{FF2B5EF4-FFF2-40B4-BE49-F238E27FC236}">
                <a16:creationId xmlns:a16="http://schemas.microsoft.com/office/drawing/2014/main" id="{971B77A8-00C7-A37C-076A-FE44187DD176}"/>
              </a:ext>
            </a:extLst>
          </p:cNvPr>
          <p:cNvPicPr>
            <a:picLocks noChangeAspect="1"/>
          </p:cNvPicPr>
          <p:nvPr/>
        </p:nvPicPr>
        <p:blipFill>
          <a:blip r:embed="rId4"/>
          <a:stretch>
            <a:fillRect/>
          </a:stretch>
        </p:blipFill>
        <p:spPr>
          <a:xfrm>
            <a:off x="6391656" y="1363665"/>
            <a:ext cx="5394960" cy="4770749"/>
          </a:xfrm>
          <a:prstGeom prst="rect">
            <a:avLst/>
          </a:prstGeom>
        </p:spPr>
      </p:pic>
      <p:sp>
        <p:nvSpPr>
          <p:cNvPr id="31" name="TextBox 30">
            <a:extLst>
              <a:ext uri="{FF2B5EF4-FFF2-40B4-BE49-F238E27FC236}">
                <a16:creationId xmlns:a16="http://schemas.microsoft.com/office/drawing/2014/main" id="{9AE406CC-B8DB-FB4A-A7BB-83C613BB9983}"/>
              </a:ext>
            </a:extLst>
          </p:cNvPr>
          <p:cNvSpPr txBox="1"/>
          <p:nvPr/>
        </p:nvSpPr>
        <p:spPr>
          <a:xfrm>
            <a:off x="6409944" y="6291072"/>
            <a:ext cx="5376672" cy="310896"/>
          </a:xfrm>
          <a:prstGeom prst="rect">
            <a:avLst/>
          </a:prstGeom>
          <a:noFill/>
        </p:spPr>
        <p:txBody>
          <a:bodyPr wrap="square" lIns="0" tIns="0" rIns="0" bIns="0" anchor="ctr"/>
          <a:lstStyle/>
          <a:p>
            <a:pPr algn="l"/>
            <a:r>
              <a:rPr sz="1200" b="0">
                <a:solidFill>
                  <a:srgbClr val="AEB6C2"/>
                </a:solidFill>
                <a:latin typeface="Arial"/>
              </a:rPr>
              <a:t>Solid lines stay smooth.  Dashed live runs jump between CPU:GPU ratios.</a:t>
            </a:r>
          </a:p>
        </p:txBody>
      </p:sp>
      <p:sp>
        <p:nvSpPr>
          <p:cNvPr id="33" name="FlowTag">
            <a:extLst>
              <a:ext uri="{FF2B5EF4-FFF2-40B4-BE49-F238E27FC236}">
                <a16:creationId xmlns:a16="http://schemas.microsoft.com/office/drawing/2014/main" id="{79692486-FFB4-339B-C521-3F09E36C4378}"/>
              </a:ext>
            </a:extLst>
          </p:cNvPr>
          <p:cNvSpPr/>
          <p:nvPr/>
        </p:nvSpPr>
        <p:spPr>
          <a:xfrm>
            <a:off x="9281160" y="73152"/>
            <a:ext cx="2560320" cy="274320"/>
          </a:xfrm>
          <a:prstGeom prst="roundRect">
            <a:avLst>
              <a:gd name="adj" fmla="val 50000"/>
            </a:avLst>
          </a:prstGeom>
          <a:solidFill>
            <a:srgbClr val="14181E"/>
          </a:solidFill>
          <a:ln w="15875">
            <a:solidFill>
              <a:srgbClr val="62D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lowTagText">
            <a:extLst>
              <a:ext uri="{FF2B5EF4-FFF2-40B4-BE49-F238E27FC236}">
                <a16:creationId xmlns:a16="http://schemas.microsoft.com/office/drawing/2014/main" id="{F2DC57CE-55BA-C9B1-2027-09C82DA69C55}"/>
              </a:ext>
            </a:extLst>
          </p:cNvPr>
          <p:cNvSpPr txBox="1"/>
          <p:nvPr/>
        </p:nvSpPr>
        <p:spPr>
          <a:xfrm>
            <a:off x="9281160" y="73152"/>
            <a:ext cx="2560320" cy="274320"/>
          </a:xfrm>
          <a:prstGeom prst="rect">
            <a:avLst/>
          </a:prstGeom>
          <a:noFill/>
        </p:spPr>
        <p:txBody>
          <a:bodyPr wrap="square" lIns="0" tIns="0" rIns="0" bIns="0" anchor="ctr">
            <a:spAutoFit/>
          </a:bodyPr>
          <a:lstStyle/>
          <a:p>
            <a:pPr algn="ctr"/>
            <a:r>
              <a:rPr sz="1000" b="1">
                <a:solidFill>
                  <a:srgbClr val="62D6A8"/>
                </a:solidFill>
                <a:latin typeface="Arial"/>
              </a:rPr>
              <a:t>RESULTS  </a:t>
            </a:r>
            <a:r>
              <a:rPr sz="1000" b="1">
                <a:solidFill>
                  <a:srgbClr val="F5F7FA"/>
                </a:solidFill>
                <a:latin typeface="Arial"/>
              </a:rPr>
              <a:t>END TO END</a:t>
            </a:r>
          </a:p>
        </p:txBody>
      </p:sp>
    </p:spTree>
    <p:extLst>
      <p:ext uri="{BB962C8B-B14F-4D97-AF65-F5344CB8AC3E}">
        <p14:creationId xmlns:p14="http://schemas.microsoft.com/office/powerpoint/2010/main" val="80116217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F8B333-FB10-8303-A050-820814D2CA33}"/>
              </a:ext>
            </a:extLst>
          </p:cNvPr>
          <p:cNvSpPr txBox="1"/>
          <p:nvPr/>
        </p:nvSpPr>
        <p:spPr>
          <a:xfrm>
            <a:off x="457200" y="365760"/>
            <a:ext cx="11247120" cy="400110"/>
          </a:xfrm>
          <a:prstGeom prst="rect">
            <a:avLst/>
          </a:prstGeom>
          <a:noFill/>
        </p:spPr>
        <p:txBody>
          <a:bodyPr wrap="square" lIns="0" tIns="0" rIns="0" bIns="0" anchor="t">
            <a:spAutoFit/>
          </a:bodyPr>
          <a:lstStyle/>
          <a:p>
            <a:pPr algn="l"/>
            <a:r>
              <a:rPr sz="2600" b="1" dirty="0">
                <a:solidFill>
                  <a:srgbClr val="F5F7FA"/>
                </a:solidFill>
                <a:latin typeface="Calibri"/>
              </a:rPr>
              <a:t>As models become optimized, tool time dominates</a:t>
            </a:r>
          </a:p>
        </p:txBody>
      </p:sp>
      <p:sp>
        <p:nvSpPr>
          <p:cNvPr id="5" name="TextBox 4">
            <a:extLst>
              <a:ext uri="{FF2B5EF4-FFF2-40B4-BE49-F238E27FC236}">
                <a16:creationId xmlns:a16="http://schemas.microsoft.com/office/drawing/2014/main" id="{5456EF55-7EDF-BAD8-9C0A-546512F08166}"/>
              </a:ext>
            </a:extLst>
          </p:cNvPr>
          <p:cNvSpPr txBox="1"/>
          <p:nvPr/>
        </p:nvSpPr>
        <p:spPr>
          <a:xfrm>
            <a:off x="457200" y="786384"/>
            <a:ext cx="11247120" cy="256032"/>
          </a:xfrm>
          <a:prstGeom prst="rect">
            <a:avLst/>
          </a:prstGeom>
          <a:noFill/>
        </p:spPr>
        <p:txBody>
          <a:bodyPr wrap="square" lIns="0" tIns="0" rIns="0" bIns="0" anchor="t">
            <a:spAutoFit/>
          </a:bodyPr>
          <a:lstStyle/>
          <a:p>
            <a:pPr algn="l"/>
            <a:r>
              <a:rPr sz="1200" dirty="0">
                <a:solidFill>
                  <a:srgbClr val="AEB6C2"/>
                </a:solidFill>
                <a:latin typeface="Calibri"/>
              </a:rPr>
              <a:t>Pin a typical path. Time the GPU and the tools. Count the tokens each finished task costs.</a:t>
            </a:r>
          </a:p>
        </p:txBody>
      </p:sp>
      <p:sp>
        <p:nvSpPr>
          <p:cNvPr id="7" name="Rounded Rectangle 8">
            <a:extLst>
              <a:ext uri="{FF2B5EF4-FFF2-40B4-BE49-F238E27FC236}">
                <a16:creationId xmlns:a16="http://schemas.microsoft.com/office/drawing/2014/main" id="{31486D09-0FAE-A7BA-1C0B-0B5FDB9BA6EA}"/>
              </a:ext>
            </a:extLst>
          </p:cNvPr>
          <p:cNvSpPr/>
          <p:nvPr/>
        </p:nvSpPr>
        <p:spPr>
          <a:xfrm>
            <a:off x="457200" y="1152144"/>
            <a:ext cx="5623560" cy="2084832"/>
          </a:xfrm>
          <a:prstGeom prst="roundRect">
            <a:avLst>
              <a:gd name="adj" fmla="val 5000"/>
            </a:avLst>
          </a:prstGeom>
          <a:solidFill>
            <a:srgbClr val="171A22"/>
          </a:solidFill>
          <a:ln w="12700">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D4C8D89-B2D4-66C2-8DC9-41C81B7A9970}"/>
              </a:ext>
            </a:extLst>
          </p:cNvPr>
          <p:cNvSpPr txBox="1"/>
          <p:nvPr/>
        </p:nvSpPr>
        <p:spPr>
          <a:xfrm>
            <a:off x="658368" y="1261872"/>
            <a:ext cx="5257800" cy="237744"/>
          </a:xfrm>
          <a:prstGeom prst="rect">
            <a:avLst/>
          </a:prstGeom>
          <a:noFill/>
        </p:spPr>
        <p:txBody>
          <a:bodyPr wrap="square" lIns="0" tIns="0" rIns="0" bIns="0" anchor="t">
            <a:spAutoFit/>
          </a:bodyPr>
          <a:lstStyle/>
          <a:p>
            <a:pPr algn="l"/>
            <a:r>
              <a:rPr sz="1100" b="1">
                <a:solidFill>
                  <a:srgbClr val="55D8E8"/>
                </a:solidFill>
                <a:latin typeface="Calibri"/>
              </a:rPr>
              <a:t>HOW WE PICK THE PATH</a:t>
            </a:r>
          </a:p>
        </p:txBody>
      </p:sp>
      <p:sp>
        <p:nvSpPr>
          <p:cNvPr id="11" name="Rounded Rectangle 10">
            <a:extLst>
              <a:ext uri="{FF2B5EF4-FFF2-40B4-BE49-F238E27FC236}">
                <a16:creationId xmlns:a16="http://schemas.microsoft.com/office/drawing/2014/main" id="{46F6B3F9-C475-2F7F-CF5C-85B5626752D8}"/>
              </a:ext>
            </a:extLst>
          </p:cNvPr>
          <p:cNvSpPr/>
          <p:nvPr/>
        </p:nvSpPr>
        <p:spPr>
          <a:xfrm>
            <a:off x="658368" y="1609344"/>
            <a:ext cx="310896" cy="310896"/>
          </a:xfrm>
          <a:prstGeom prst="roundRect">
            <a:avLst>
              <a:gd name="adj" fmla="val 20000"/>
            </a:avLst>
          </a:prstGeom>
          <a:solidFill>
            <a:srgbClr val="1C1F27"/>
          </a:solidFill>
          <a:ln w="12700">
            <a:solidFill>
              <a:srgbClr val="55D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42625089-7D7E-7959-D587-49D8F782D311}"/>
              </a:ext>
            </a:extLst>
          </p:cNvPr>
          <p:cNvSpPr txBox="1"/>
          <p:nvPr/>
        </p:nvSpPr>
        <p:spPr>
          <a:xfrm>
            <a:off x="658368" y="1609344"/>
            <a:ext cx="310896" cy="310896"/>
          </a:xfrm>
          <a:prstGeom prst="rect">
            <a:avLst/>
          </a:prstGeom>
          <a:noFill/>
        </p:spPr>
        <p:txBody>
          <a:bodyPr wrap="square" lIns="0" tIns="0" rIns="0" bIns="0" anchor="ctr">
            <a:spAutoFit/>
          </a:bodyPr>
          <a:lstStyle/>
          <a:p>
            <a:pPr algn="ctr"/>
            <a:r>
              <a:rPr sz="1300" b="1">
                <a:solidFill>
                  <a:srgbClr val="55D8E8"/>
                </a:solidFill>
                <a:latin typeface="Calibri"/>
              </a:rPr>
              <a:t>1</a:t>
            </a:r>
          </a:p>
        </p:txBody>
      </p:sp>
      <p:sp>
        <p:nvSpPr>
          <p:cNvPr id="15" name="TextBox 14">
            <a:extLst>
              <a:ext uri="{FF2B5EF4-FFF2-40B4-BE49-F238E27FC236}">
                <a16:creationId xmlns:a16="http://schemas.microsoft.com/office/drawing/2014/main" id="{21427DA3-798C-3314-5E0F-8847A54C5AC9}"/>
              </a:ext>
            </a:extLst>
          </p:cNvPr>
          <p:cNvSpPr txBox="1"/>
          <p:nvPr/>
        </p:nvSpPr>
        <p:spPr>
          <a:xfrm>
            <a:off x="1097280" y="1609344"/>
            <a:ext cx="4754880" cy="310896"/>
          </a:xfrm>
          <a:prstGeom prst="rect">
            <a:avLst/>
          </a:prstGeom>
          <a:noFill/>
        </p:spPr>
        <p:txBody>
          <a:bodyPr wrap="square" lIns="0" tIns="0" rIns="0" bIns="0" anchor="ctr">
            <a:spAutoFit/>
          </a:bodyPr>
          <a:lstStyle/>
          <a:p>
            <a:pPr algn="l"/>
            <a:r>
              <a:rPr sz="1400" b="1">
                <a:solidFill>
                  <a:srgbClr val="F5F7FA"/>
                </a:solidFill>
                <a:latin typeface="Calibri"/>
              </a:rPr>
              <a:t>Run the same task several times</a:t>
            </a:r>
          </a:p>
        </p:txBody>
      </p:sp>
      <p:sp>
        <p:nvSpPr>
          <p:cNvPr id="17" name="Rounded Rectangle 13">
            <a:extLst>
              <a:ext uri="{FF2B5EF4-FFF2-40B4-BE49-F238E27FC236}">
                <a16:creationId xmlns:a16="http://schemas.microsoft.com/office/drawing/2014/main" id="{E2F69DCC-E569-71FF-DF9F-F36A0D7333A4}"/>
              </a:ext>
            </a:extLst>
          </p:cNvPr>
          <p:cNvSpPr/>
          <p:nvPr/>
        </p:nvSpPr>
        <p:spPr>
          <a:xfrm>
            <a:off x="658368" y="2084832"/>
            <a:ext cx="310896" cy="310896"/>
          </a:xfrm>
          <a:prstGeom prst="roundRect">
            <a:avLst>
              <a:gd name="adj" fmla="val 20000"/>
            </a:avLst>
          </a:prstGeom>
          <a:solidFill>
            <a:srgbClr val="1C1F27"/>
          </a:solidFill>
          <a:ln w="12700">
            <a:solidFill>
              <a:srgbClr val="55D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471D199F-8D15-75CE-AEF1-5DC4A57F9F4A}"/>
              </a:ext>
            </a:extLst>
          </p:cNvPr>
          <p:cNvSpPr txBox="1"/>
          <p:nvPr/>
        </p:nvSpPr>
        <p:spPr>
          <a:xfrm>
            <a:off x="658368" y="2084832"/>
            <a:ext cx="310896" cy="310896"/>
          </a:xfrm>
          <a:prstGeom prst="rect">
            <a:avLst/>
          </a:prstGeom>
          <a:noFill/>
        </p:spPr>
        <p:txBody>
          <a:bodyPr wrap="square" lIns="0" tIns="0" rIns="0" bIns="0" anchor="ctr">
            <a:spAutoFit/>
          </a:bodyPr>
          <a:lstStyle/>
          <a:p>
            <a:pPr algn="ctr"/>
            <a:r>
              <a:rPr sz="1300" b="1">
                <a:solidFill>
                  <a:srgbClr val="55D8E8"/>
                </a:solidFill>
                <a:latin typeface="Calibri"/>
              </a:rPr>
              <a:t>2</a:t>
            </a:r>
          </a:p>
        </p:txBody>
      </p:sp>
      <p:sp>
        <p:nvSpPr>
          <p:cNvPr id="21" name="TextBox 20">
            <a:extLst>
              <a:ext uri="{FF2B5EF4-FFF2-40B4-BE49-F238E27FC236}">
                <a16:creationId xmlns:a16="http://schemas.microsoft.com/office/drawing/2014/main" id="{67F951A9-B7C7-745C-6D13-1C4D79E57E64}"/>
              </a:ext>
            </a:extLst>
          </p:cNvPr>
          <p:cNvSpPr txBox="1"/>
          <p:nvPr/>
        </p:nvSpPr>
        <p:spPr>
          <a:xfrm>
            <a:off x="1097280" y="2084832"/>
            <a:ext cx="4754880" cy="310896"/>
          </a:xfrm>
          <a:prstGeom prst="rect">
            <a:avLst/>
          </a:prstGeom>
          <a:noFill/>
        </p:spPr>
        <p:txBody>
          <a:bodyPr wrap="square" lIns="0" tIns="0" rIns="0" bIns="0" anchor="ctr">
            <a:spAutoFit/>
          </a:bodyPr>
          <a:lstStyle/>
          <a:p>
            <a:pPr algn="l"/>
            <a:r>
              <a:rPr sz="1400" b="1" dirty="0">
                <a:solidFill>
                  <a:srgbClr val="F5F7FA"/>
                </a:solidFill>
                <a:latin typeface="Calibri"/>
              </a:rPr>
              <a:t>Keep the path the agent takes most often</a:t>
            </a:r>
          </a:p>
        </p:txBody>
      </p:sp>
      <p:sp>
        <p:nvSpPr>
          <p:cNvPr id="23" name="Rounded Rectangle 16">
            <a:extLst>
              <a:ext uri="{FF2B5EF4-FFF2-40B4-BE49-F238E27FC236}">
                <a16:creationId xmlns:a16="http://schemas.microsoft.com/office/drawing/2014/main" id="{51780D53-6BD7-18F9-AC5E-29BF4F1048D8}"/>
              </a:ext>
            </a:extLst>
          </p:cNvPr>
          <p:cNvSpPr/>
          <p:nvPr/>
        </p:nvSpPr>
        <p:spPr>
          <a:xfrm>
            <a:off x="658368" y="2560320"/>
            <a:ext cx="310896" cy="310896"/>
          </a:xfrm>
          <a:prstGeom prst="roundRect">
            <a:avLst>
              <a:gd name="adj" fmla="val 20000"/>
            </a:avLst>
          </a:prstGeom>
          <a:solidFill>
            <a:srgbClr val="1C1F27"/>
          </a:solidFill>
          <a:ln w="12700">
            <a:solidFill>
              <a:srgbClr val="55D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695476D2-4ED7-E64C-1E71-3E8880C9F641}"/>
              </a:ext>
            </a:extLst>
          </p:cNvPr>
          <p:cNvSpPr txBox="1"/>
          <p:nvPr/>
        </p:nvSpPr>
        <p:spPr>
          <a:xfrm>
            <a:off x="658368" y="2560320"/>
            <a:ext cx="310896" cy="310896"/>
          </a:xfrm>
          <a:prstGeom prst="rect">
            <a:avLst/>
          </a:prstGeom>
          <a:noFill/>
        </p:spPr>
        <p:txBody>
          <a:bodyPr wrap="square" lIns="0" tIns="0" rIns="0" bIns="0" anchor="ctr">
            <a:spAutoFit/>
          </a:bodyPr>
          <a:lstStyle/>
          <a:p>
            <a:pPr algn="ctr"/>
            <a:r>
              <a:rPr sz="1300" b="1">
                <a:solidFill>
                  <a:srgbClr val="55D8E8"/>
                </a:solidFill>
                <a:latin typeface="Calibri"/>
              </a:rPr>
              <a:t>3</a:t>
            </a:r>
          </a:p>
        </p:txBody>
      </p:sp>
      <p:sp>
        <p:nvSpPr>
          <p:cNvPr id="27" name="TextBox 26">
            <a:extLst>
              <a:ext uri="{FF2B5EF4-FFF2-40B4-BE49-F238E27FC236}">
                <a16:creationId xmlns:a16="http://schemas.microsoft.com/office/drawing/2014/main" id="{18A08548-BA21-16FB-B01F-DF6678D75C61}"/>
              </a:ext>
            </a:extLst>
          </p:cNvPr>
          <p:cNvSpPr txBox="1"/>
          <p:nvPr/>
        </p:nvSpPr>
        <p:spPr>
          <a:xfrm>
            <a:off x="1097280" y="2560320"/>
            <a:ext cx="4754880" cy="310896"/>
          </a:xfrm>
          <a:prstGeom prst="rect">
            <a:avLst/>
          </a:prstGeom>
          <a:noFill/>
        </p:spPr>
        <p:txBody>
          <a:bodyPr wrap="square" lIns="0" tIns="0" rIns="0" bIns="0" anchor="ctr">
            <a:spAutoFit/>
          </a:bodyPr>
          <a:lstStyle/>
          <a:p>
            <a:pPr algn="l"/>
            <a:r>
              <a:rPr sz="1400" b="1">
                <a:solidFill>
                  <a:srgbClr val="F5F7FA"/>
                </a:solidFill>
                <a:latin typeface="Calibri"/>
              </a:rPr>
              <a:t>Replay that path while you change hardware</a:t>
            </a:r>
          </a:p>
        </p:txBody>
      </p:sp>
      <p:sp>
        <p:nvSpPr>
          <p:cNvPr id="29" name="TextBox 28">
            <a:extLst>
              <a:ext uri="{FF2B5EF4-FFF2-40B4-BE49-F238E27FC236}">
                <a16:creationId xmlns:a16="http://schemas.microsoft.com/office/drawing/2014/main" id="{1F1827C3-D0DA-B4EE-3BDA-C79DFFD02FA3}"/>
              </a:ext>
            </a:extLst>
          </p:cNvPr>
          <p:cNvSpPr txBox="1"/>
          <p:nvPr/>
        </p:nvSpPr>
        <p:spPr>
          <a:xfrm>
            <a:off x="658368" y="2944368"/>
            <a:ext cx="5212080" cy="201168"/>
          </a:xfrm>
          <a:prstGeom prst="rect">
            <a:avLst/>
          </a:prstGeom>
          <a:noFill/>
        </p:spPr>
        <p:txBody>
          <a:bodyPr wrap="square" lIns="0" tIns="0" rIns="0" bIns="0" anchor="t">
            <a:spAutoFit/>
          </a:bodyPr>
          <a:lstStyle/>
          <a:p>
            <a:pPr algn="l"/>
            <a:r>
              <a:rPr sz="1200" b="0">
                <a:solidFill>
                  <a:srgbClr val="AEB6C2"/>
                </a:solidFill>
                <a:latin typeface="Calibri"/>
              </a:rPr>
              <a:t>Small models loop more. Larger models finish in fewer calls.</a:t>
            </a:r>
          </a:p>
        </p:txBody>
      </p:sp>
      <p:sp>
        <p:nvSpPr>
          <p:cNvPr id="31" name="Rounded Rectangle 20">
            <a:extLst>
              <a:ext uri="{FF2B5EF4-FFF2-40B4-BE49-F238E27FC236}">
                <a16:creationId xmlns:a16="http://schemas.microsoft.com/office/drawing/2014/main" id="{D761DFE4-2824-F79F-3579-A663A213F2F6}"/>
              </a:ext>
            </a:extLst>
          </p:cNvPr>
          <p:cNvSpPr/>
          <p:nvPr/>
        </p:nvSpPr>
        <p:spPr>
          <a:xfrm>
            <a:off x="6263640" y="1152144"/>
            <a:ext cx="5440680" cy="2084832"/>
          </a:xfrm>
          <a:prstGeom prst="roundRect">
            <a:avLst>
              <a:gd name="adj" fmla="val 5000"/>
            </a:avLst>
          </a:prstGeom>
          <a:solidFill>
            <a:srgbClr val="171A22"/>
          </a:solidFill>
          <a:ln w="15240">
            <a:solidFill>
              <a:srgbClr val="F6C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9CAA7C03-5EE7-B860-DBC6-5673494D7999}"/>
              </a:ext>
            </a:extLst>
          </p:cNvPr>
          <p:cNvSpPr txBox="1"/>
          <p:nvPr/>
        </p:nvSpPr>
        <p:spPr>
          <a:xfrm>
            <a:off x="6473952" y="1261872"/>
            <a:ext cx="5029200" cy="219456"/>
          </a:xfrm>
          <a:prstGeom prst="rect">
            <a:avLst/>
          </a:prstGeom>
          <a:noFill/>
        </p:spPr>
        <p:txBody>
          <a:bodyPr wrap="square" lIns="0" tIns="0" rIns="0" bIns="0" anchor="t">
            <a:spAutoFit/>
          </a:bodyPr>
          <a:lstStyle/>
          <a:p>
            <a:pPr algn="l"/>
            <a:r>
              <a:rPr sz="1100" b="1">
                <a:solidFill>
                  <a:srgbClr val="F6C85F"/>
                </a:solidFill>
                <a:latin typeface="Calibri"/>
              </a:rPr>
              <a:t>THE METRIC</a:t>
            </a:r>
          </a:p>
        </p:txBody>
      </p:sp>
      <p:sp>
        <p:nvSpPr>
          <p:cNvPr id="35" name="TextBox 34">
            <a:extLst>
              <a:ext uri="{FF2B5EF4-FFF2-40B4-BE49-F238E27FC236}">
                <a16:creationId xmlns:a16="http://schemas.microsoft.com/office/drawing/2014/main" id="{8E3BD186-FEE2-6D06-775D-6C90C59BA9B9}"/>
              </a:ext>
            </a:extLst>
          </p:cNvPr>
          <p:cNvSpPr txBox="1"/>
          <p:nvPr/>
        </p:nvSpPr>
        <p:spPr>
          <a:xfrm>
            <a:off x="6473952" y="1536192"/>
            <a:ext cx="5029200" cy="365760"/>
          </a:xfrm>
          <a:prstGeom prst="rect">
            <a:avLst/>
          </a:prstGeom>
          <a:noFill/>
        </p:spPr>
        <p:txBody>
          <a:bodyPr wrap="square" lIns="0" tIns="0" rIns="0" bIns="0" anchor="t">
            <a:spAutoFit/>
          </a:bodyPr>
          <a:lstStyle/>
          <a:p>
            <a:pPr algn="l"/>
            <a:r>
              <a:rPr sz="2200" b="1">
                <a:solidFill>
                  <a:srgbClr val="F6C85F"/>
                </a:solidFill>
                <a:latin typeface="Calibri"/>
              </a:rPr>
              <a:t>Tokens per Task</a:t>
            </a:r>
          </a:p>
        </p:txBody>
      </p:sp>
      <p:sp>
        <p:nvSpPr>
          <p:cNvPr id="37" name="TextBox 36">
            <a:extLst>
              <a:ext uri="{FF2B5EF4-FFF2-40B4-BE49-F238E27FC236}">
                <a16:creationId xmlns:a16="http://schemas.microsoft.com/office/drawing/2014/main" id="{48242E76-98C1-C22E-204F-89229E1FA555}"/>
              </a:ext>
            </a:extLst>
          </p:cNvPr>
          <p:cNvSpPr txBox="1"/>
          <p:nvPr/>
        </p:nvSpPr>
        <p:spPr>
          <a:xfrm>
            <a:off x="6473952" y="1920240"/>
            <a:ext cx="5029200" cy="256032"/>
          </a:xfrm>
          <a:prstGeom prst="rect">
            <a:avLst/>
          </a:prstGeom>
          <a:noFill/>
        </p:spPr>
        <p:txBody>
          <a:bodyPr wrap="square" lIns="0" tIns="0" rIns="0" bIns="0" anchor="t">
            <a:spAutoFit/>
          </a:bodyPr>
          <a:lstStyle/>
          <a:p>
            <a:pPr algn="l"/>
            <a:r>
              <a:rPr sz="1200" b="1">
                <a:solidFill>
                  <a:srgbClr val="F5F7FA"/>
                </a:solidFill>
                <a:latin typeface="Calibri"/>
              </a:rPr>
              <a:t>tokens spent  ÷  tasks completed</a:t>
            </a:r>
          </a:p>
        </p:txBody>
      </p:sp>
      <p:sp>
        <p:nvSpPr>
          <p:cNvPr id="39" name="TextBox 38">
            <a:extLst>
              <a:ext uri="{FF2B5EF4-FFF2-40B4-BE49-F238E27FC236}">
                <a16:creationId xmlns:a16="http://schemas.microsoft.com/office/drawing/2014/main" id="{0D66E6CE-49BD-8A25-62B7-67363F6A270E}"/>
              </a:ext>
            </a:extLst>
          </p:cNvPr>
          <p:cNvSpPr txBox="1"/>
          <p:nvPr/>
        </p:nvSpPr>
        <p:spPr>
          <a:xfrm>
            <a:off x="6473952" y="2212848"/>
            <a:ext cx="5029200" cy="329184"/>
          </a:xfrm>
          <a:prstGeom prst="rect">
            <a:avLst/>
          </a:prstGeom>
          <a:noFill/>
        </p:spPr>
        <p:txBody>
          <a:bodyPr wrap="square" lIns="0" tIns="0" rIns="0" bIns="0" anchor="t">
            <a:spAutoFit/>
          </a:bodyPr>
          <a:lstStyle/>
          <a:p>
            <a:pPr algn="l"/>
            <a:r>
              <a:rPr sz="1100">
                <a:solidFill>
                  <a:srgbClr val="AEB6C2"/>
                </a:solidFill>
                <a:latin typeface="Calibri"/>
              </a:rPr>
              <a:t>A model that cannot finish the task is not included.</a:t>
            </a:r>
          </a:p>
        </p:txBody>
      </p:sp>
      <p:sp>
        <p:nvSpPr>
          <p:cNvPr id="41" name="Rounded Rectangle 25">
            <a:extLst>
              <a:ext uri="{FF2B5EF4-FFF2-40B4-BE49-F238E27FC236}">
                <a16:creationId xmlns:a16="http://schemas.microsoft.com/office/drawing/2014/main" id="{51544EE2-06F7-59E9-310C-3D006DA2379C}"/>
              </a:ext>
            </a:extLst>
          </p:cNvPr>
          <p:cNvSpPr/>
          <p:nvPr/>
        </p:nvSpPr>
        <p:spPr>
          <a:xfrm>
            <a:off x="6473952" y="2633472"/>
            <a:ext cx="1627632" cy="384048"/>
          </a:xfrm>
          <a:prstGeom prst="roundRect">
            <a:avLst>
              <a:gd name="adj" fmla="val 16000"/>
            </a:avLst>
          </a:prstGeom>
          <a:solidFill>
            <a:srgbClr val="1C1F27"/>
          </a:solidFill>
          <a:ln w="12700">
            <a:solidFill>
              <a:srgbClr val="62D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3CC9644F-43DB-FFD2-A4AE-ECDEBA761F07}"/>
              </a:ext>
            </a:extLst>
          </p:cNvPr>
          <p:cNvSpPr txBox="1"/>
          <p:nvPr/>
        </p:nvSpPr>
        <p:spPr>
          <a:xfrm>
            <a:off x="6473952" y="2633472"/>
            <a:ext cx="1627632" cy="384048"/>
          </a:xfrm>
          <a:prstGeom prst="rect">
            <a:avLst/>
          </a:prstGeom>
          <a:noFill/>
        </p:spPr>
        <p:txBody>
          <a:bodyPr wrap="square" lIns="0" tIns="0" rIns="0" bIns="0" anchor="ctr">
            <a:spAutoFit/>
          </a:bodyPr>
          <a:lstStyle/>
          <a:p>
            <a:pPr algn="ctr"/>
            <a:r>
              <a:rPr sz="1100" b="1">
                <a:solidFill>
                  <a:srgbClr val="62D6A8"/>
                </a:solidFill>
                <a:latin typeface="Calibri"/>
              </a:rPr>
              <a:t>Easy → small</a:t>
            </a:r>
          </a:p>
        </p:txBody>
      </p:sp>
      <p:sp>
        <p:nvSpPr>
          <p:cNvPr id="45" name="Rounded Rectangle 27">
            <a:extLst>
              <a:ext uri="{FF2B5EF4-FFF2-40B4-BE49-F238E27FC236}">
                <a16:creationId xmlns:a16="http://schemas.microsoft.com/office/drawing/2014/main" id="{81B255FA-E00C-C048-4E27-978E2911171A}"/>
              </a:ext>
            </a:extLst>
          </p:cNvPr>
          <p:cNvSpPr/>
          <p:nvPr/>
        </p:nvSpPr>
        <p:spPr>
          <a:xfrm>
            <a:off x="8193024" y="2633472"/>
            <a:ext cx="1627632" cy="384048"/>
          </a:xfrm>
          <a:prstGeom prst="roundRect">
            <a:avLst>
              <a:gd name="adj" fmla="val 16000"/>
            </a:avLst>
          </a:prstGeom>
          <a:solidFill>
            <a:srgbClr val="1C1F27"/>
          </a:solidFill>
          <a:ln w="12700">
            <a:solidFill>
              <a:srgbClr val="82A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857AA429-7CE9-89AA-1A05-03A06A051ACB}"/>
              </a:ext>
            </a:extLst>
          </p:cNvPr>
          <p:cNvSpPr txBox="1"/>
          <p:nvPr/>
        </p:nvSpPr>
        <p:spPr>
          <a:xfrm>
            <a:off x="8193024" y="2633472"/>
            <a:ext cx="1627632" cy="384048"/>
          </a:xfrm>
          <a:prstGeom prst="rect">
            <a:avLst/>
          </a:prstGeom>
          <a:noFill/>
        </p:spPr>
        <p:txBody>
          <a:bodyPr wrap="square" lIns="0" tIns="0" rIns="0" bIns="0" anchor="ctr">
            <a:spAutoFit/>
          </a:bodyPr>
          <a:lstStyle/>
          <a:p>
            <a:pPr algn="ctr"/>
            <a:r>
              <a:rPr sz="1100" b="1">
                <a:solidFill>
                  <a:srgbClr val="82AFFF"/>
                </a:solidFill>
                <a:latin typeface="Calibri"/>
              </a:rPr>
              <a:t>Medium → mid</a:t>
            </a:r>
          </a:p>
        </p:txBody>
      </p:sp>
      <p:sp>
        <p:nvSpPr>
          <p:cNvPr id="49" name="Rounded Rectangle 29">
            <a:extLst>
              <a:ext uri="{FF2B5EF4-FFF2-40B4-BE49-F238E27FC236}">
                <a16:creationId xmlns:a16="http://schemas.microsoft.com/office/drawing/2014/main" id="{3645FA71-3F0F-E9A1-25AD-F638C8C5F976}"/>
              </a:ext>
            </a:extLst>
          </p:cNvPr>
          <p:cNvSpPr/>
          <p:nvPr/>
        </p:nvSpPr>
        <p:spPr>
          <a:xfrm>
            <a:off x="9912096" y="2633472"/>
            <a:ext cx="1627632" cy="384048"/>
          </a:xfrm>
          <a:prstGeom prst="roundRect">
            <a:avLst>
              <a:gd name="adj" fmla="val 16000"/>
            </a:avLst>
          </a:prstGeom>
          <a:solidFill>
            <a:srgbClr val="1C1F27"/>
          </a:solidFill>
          <a:ln w="12700">
            <a:solidFill>
              <a:srgbClr val="F033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27E4BF58-4805-C9F0-0F15-A281EF435F38}"/>
              </a:ext>
            </a:extLst>
          </p:cNvPr>
          <p:cNvSpPr txBox="1"/>
          <p:nvPr/>
        </p:nvSpPr>
        <p:spPr>
          <a:xfrm>
            <a:off x="9912096" y="2633472"/>
            <a:ext cx="1627632" cy="384048"/>
          </a:xfrm>
          <a:prstGeom prst="rect">
            <a:avLst/>
          </a:prstGeom>
          <a:noFill/>
        </p:spPr>
        <p:txBody>
          <a:bodyPr wrap="square" lIns="0" tIns="0" rIns="0" bIns="0" anchor="ctr">
            <a:spAutoFit/>
          </a:bodyPr>
          <a:lstStyle/>
          <a:p>
            <a:pPr algn="ctr"/>
            <a:r>
              <a:rPr sz="1100" b="1">
                <a:solidFill>
                  <a:srgbClr val="F0333B"/>
                </a:solidFill>
                <a:latin typeface="Calibri"/>
              </a:rPr>
              <a:t>Hard → large</a:t>
            </a:r>
          </a:p>
        </p:txBody>
      </p:sp>
      <p:sp>
        <p:nvSpPr>
          <p:cNvPr id="53" name="Rounded Rectangle 31">
            <a:extLst>
              <a:ext uri="{FF2B5EF4-FFF2-40B4-BE49-F238E27FC236}">
                <a16:creationId xmlns:a16="http://schemas.microsoft.com/office/drawing/2014/main" id="{90921B43-7B4D-D0BC-436E-577FACA197AF}"/>
              </a:ext>
            </a:extLst>
          </p:cNvPr>
          <p:cNvSpPr/>
          <p:nvPr/>
        </p:nvSpPr>
        <p:spPr>
          <a:xfrm>
            <a:off x="457200" y="3383280"/>
            <a:ext cx="11247120" cy="2331720"/>
          </a:xfrm>
          <a:prstGeom prst="roundRect">
            <a:avLst>
              <a:gd name="adj" fmla="val 5000"/>
            </a:avLst>
          </a:prstGeom>
          <a:solidFill>
            <a:srgbClr val="171A22"/>
          </a:solidFill>
          <a:ln w="12700">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24610FC2-118C-B272-6564-6B213ED4C89A}"/>
              </a:ext>
            </a:extLst>
          </p:cNvPr>
          <p:cNvSpPr txBox="1"/>
          <p:nvPr/>
        </p:nvSpPr>
        <p:spPr>
          <a:xfrm>
            <a:off x="658368" y="3474720"/>
            <a:ext cx="5669280" cy="219456"/>
          </a:xfrm>
          <a:prstGeom prst="rect">
            <a:avLst/>
          </a:prstGeom>
          <a:noFill/>
        </p:spPr>
        <p:txBody>
          <a:bodyPr wrap="square" lIns="0" tIns="0" rIns="0" bIns="0" anchor="t">
            <a:spAutoFit/>
          </a:bodyPr>
          <a:lstStyle/>
          <a:p>
            <a:pPr algn="l"/>
            <a:r>
              <a:rPr sz="1100" b="1">
                <a:solidFill>
                  <a:srgbClr val="F6C85F"/>
                </a:solidFill>
                <a:latin typeface="Calibri"/>
              </a:rPr>
              <a:t>TOOL OVERHEAD DOMINATES  ·  SPEEDUP AND TOOL SHARE OF TASK TIME</a:t>
            </a:r>
          </a:p>
        </p:txBody>
      </p:sp>
      <p:sp>
        <p:nvSpPr>
          <p:cNvPr id="57" name="TextBox 56">
            <a:extLst>
              <a:ext uri="{FF2B5EF4-FFF2-40B4-BE49-F238E27FC236}">
                <a16:creationId xmlns:a16="http://schemas.microsoft.com/office/drawing/2014/main" id="{A596C544-1FCF-F80E-9929-505E421BDF7C}"/>
              </a:ext>
            </a:extLst>
          </p:cNvPr>
          <p:cNvSpPr txBox="1"/>
          <p:nvPr/>
        </p:nvSpPr>
        <p:spPr>
          <a:xfrm>
            <a:off x="6355080" y="3474720"/>
            <a:ext cx="4846320" cy="219456"/>
          </a:xfrm>
          <a:prstGeom prst="rect">
            <a:avLst/>
          </a:prstGeom>
          <a:noFill/>
        </p:spPr>
        <p:txBody>
          <a:bodyPr wrap="square" lIns="0" tIns="0" rIns="0" bIns="0" anchor="t">
            <a:spAutoFit/>
          </a:bodyPr>
          <a:lstStyle/>
          <a:p>
            <a:pPr algn="r"/>
            <a:r>
              <a:rPr sz="900">
                <a:solidFill>
                  <a:srgbClr val="7C8494"/>
                </a:solidFill>
                <a:latin typeface="Calibri"/>
              </a:rPr>
              <a:t>columns = CPU : GPU ratio (GPUs per CPU node)  ·  cell = speedup · tool share</a:t>
            </a:r>
          </a:p>
        </p:txBody>
      </p:sp>
      <p:sp>
        <p:nvSpPr>
          <p:cNvPr id="59" name="TextBox 58">
            <a:extLst>
              <a:ext uri="{FF2B5EF4-FFF2-40B4-BE49-F238E27FC236}">
                <a16:creationId xmlns:a16="http://schemas.microsoft.com/office/drawing/2014/main" id="{D7B21F1E-C31C-9D6C-FD6C-243A5EF57467}"/>
              </a:ext>
            </a:extLst>
          </p:cNvPr>
          <p:cNvSpPr txBox="1"/>
          <p:nvPr/>
        </p:nvSpPr>
        <p:spPr>
          <a:xfrm>
            <a:off x="658368" y="3749040"/>
            <a:ext cx="2103120" cy="201168"/>
          </a:xfrm>
          <a:prstGeom prst="rect">
            <a:avLst/>
          </a:prstGeom>
          <a:noFill/>
        </p:spPr>
        <p:txBody>
          <a:bodyPr wrap="square" lIns="0" tIns="0" rIns="0" bIns="0" anchor="t">
            <a:spAutoFit/>
          </a:bodyPr>
          <a:lstStyle/>
          <a:p>
            <a:pPr algn="l"/>
            <a:r>
              <a:rPr sz="950" b="1">
                <a:solidFill>
                  <a:srgbClr val="7C8494"/>
                </a:solidFill>
                <a:latin typeface="Calibri"/>
              </a:rPr>
              <a:t>MODEL</a:t>
            </a:r>
          </a:p>
        </p:txBody>
      </p:sp>
      <p:sp>
        <p:nvSpPr>
          <p:cNvPr id="61" name="TextBox 60">
            <a:extLst>
              <a:ext uri="{FF2B5EF4-FFF2-40B4-BE49-F238E27FC236}">
                <a16:creationId xmlns:a16="http://schemas.microsoft.com/office/drawing/2014/main" id="{22F8F6BB-7FBE-E683-8990-2F1BFED63B4A}"/>
              </a:ext>
            </a:extLst>
          </p:cNvPr>
          <p:cNvSpPr txBox="1"/>
          <p:nvPr/>
        </p:nvSpPr>
        <p:spPr>
          <a:xfrm>
            <a:off x="2880360" y="3749040"/>
            <a:ext cx="2011680" cy="201168"/>
          </a:xfrm>
          <a:prstGeom prst="rect">
            <a:avLst/>
          </a:prstGeom>
          <a:noFill/>
        </p:spPr>
        <p:txBody>
          <a:bodyPr wrap="square" lIns="0" tIns="0" rIns="0" bIns="0" anchor="t">
            <a:spAutoFit/>
          </a:bodyPr>
          <a:lstStyle/>
          <a:p>
            <a:pPr algn="ctr"/>
            <a:r>
              <a:rPr sz="950" b="1">
                <a:solidFill>
                  <a:srgbClr val="7C8494"/>
                </a:solidFill>
                <a:latin typeface="Calibri"/>
              </a:rPr>
              <a:t>CPU:GPU  1:1</a:t>
            </a:r>
          </a:p>
        </p:txBody>
      </p:sp>
      <p:sp>
        <p:nvSpPr>
          <p:cNvPr id="63" name="TextBox 62">
            <a:extLst>
              <a:ext uri="{FF2B5EF4-FFF2-40B4-BE49-F238E27FC236}">
                <a16:creationId xmlns:a16="http://schemas.microsoft.com/office/drawing/2014/main" id="{E970BC4E-74DB-81BA-EF19-364D2C50DF6A}"/>
              </a:ext>
            </a:extLst>
          </p:cNvPr>
          <p:cNvSpPr txBox="1"/>
          <p:nvPr/>
        </p:nvSpPr>
        <p:spPr>
          <a:xfrm>
            <a:off x="4983480" y="3749040"/>
            <a:ext cx="2011680" cy="201168"/>
          </a:xfrm>
          <a:prstGeom prst="rect">
            <a:avLst/>
          </a:prstGeom>
          <a:noFill/>
        </p:spPr>
        <p:txBody>
          <a:bodyPr wrap="square" lIns="0" tIns="0" rIns="0" bIns="0" anchor="t">
            <a:spAutoFit/>
          </a:bodyPr>
          <a:lstStyle/>
          <a:p>
            <a:pPr algn="ctr"/>
            <a:r>
              <a:rPr sz="950" b="1">
                <a:solidFill>
                  <a:srgbClr val="7C8494"/>
                </a:solidFill>
                <a:latin typeface="Calibri"/>
              </a:rPr>
              <a:t>CPU:GPU  1:2</a:t>
            </a:r>
          </a:p>
        </p:txBody>
      </p:sp>
      <p:sp>
        <p:nvSpPr>
          <p:cNvPr id="65" name="TextBox 64">
            <a:extLst>
              <a:ext uri="{FF2B5EF4-FFF2-40B4-BE49-F238E27FC236}">
                <a16:creationId xmlns:a16="http://schemas.microsoft.com/office/drawing/2014/main" id="{D427DD5F-BAA6-BD3C-2852-B7BE702391DA}"/>
              </a:ext>
            </a:extLst>
          </p:cNvPr>
          <p:cNvSpPr txBox="1"/>
          <p:nvPr/>
        </p:nvSpPr>
        <p:spPr>
          <a:xfrm>
            <a:off x="7086600" y="3749040"/>
            <a:ext cx="2011680" cy="201168"/>
          </a:xfrm>
          <a:prstGeom prst="rect">
            <a:avLst/>
          </a:prstGeom>
          <a:noFill/>
        </p:spPr>
        <p:txBody>
          <a:bodyPr wrap="square" lIns="0" tIns="0" rIns="0" bIns="0" anchor="t">
            <a:spAutoFit/>
          </a:bodyPr>
          <a:lstStyle/>
          <a:p>
            <a:pPr algn="ctr"/>
            <a:r>
              <a:rPr sz="950" b="1">
                <a:solidFill>
                  <a:srgbClr val="7C8494"/>
                </a:solidFill>
                <a:latin typeface="Calibri"/>
              </a:rPr>
              <a:t>CPU:GPU  1:4</a:t>
            </a:r>
          </a:p>
        </p:txBody>
      </p:sp>
      <p:sp>
        <p:nvSpPr>
          <p:cNvPr id="67" name="TextBox 66">
            <a:extLst>
              <a:ext uri="{FF2B5EF4-FFF2-40B4-BE49-F238E27FC236}">
                <a16:creationId xmlns:a16="http://schemas.microsoft.com/office/drawing/2014/main" id="{237151BE-5C20-D4EC-9072-1873F31461B3}"/>
              </a:ext>
            </a:extLst>
          </p:cNvPr>
          <p:cNvSpPr txBox="1"/>
          <p:nvPr/>
        </p:nvSpPr>
        <p:spPr>
          <a:xfrm>
            <a:off x="9189720" y="3749040"/>
            <a:ext cx="2011680" cy="201168"/>
          </a:xfrm>
          <a:prstGeom prst="rect">
            <a:avLst/>
          </a:prstGeom>
          <a:noFill/>
        </p:spPr>
        <p:txBody>
          <a:bodyPr wrap="square" lIns="0" tIns="0" rIns="0" bIns="0" anchor="t">
            <a:spAutoFit/>
          </a:bodyPr>
          <a:lstStyle/>
          <a:p>
            <a:pPr algn="ctr"/>
            <a:r>
              <a:rPr sz="950" b="1">
                <a:solidFill>
                  <a:srgbClr val="7C8494"/>
                </a:solidFill>
                <a:latin typeface="Calibri"/>
              </a:rPr>
              <a:t>CPU:GPU  1:8</a:t>
            </a:r>
          </a:p>
        </p:txBody>
      </p:sp>
      <p:sp>
        <p:nvSpPr>
          <p:cNvPr id="69" name="Rectangle 68">
            <a:extLst>
              <a:ext uri="{FF2B5EF4-FFF2-40B4-BE49-F238E27FC236}">
                <a16:creationId xmlns:a16="http://schemas.microsoft.com/office/drawing/2014/main" id="{2E10DF37-F58E-45F5-3701-757062E103B5}"/>
              </a:ext>
            </a:extLst>
          </p:cNvPr>
          <p:cNvSpPr/>
          <p:nvPr/>
        </p:nvSpPr>
        <p:spPr>
          <a:xfrm>
            <a:off x="658368" y="3968496"/>
            <a:ext cx="10835640" cy="10973"/>
          </a:xfrm>
          <a:prstGeom prst="rect">
            <a:avLst/>
          </a:prstGeom>
          <a:solidFill>
            <a:srgbClr val="30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40">
            <a:extLst>
              <a:ext uri="{FF2B5EF4-FFF2-40B4-BE49-F238E27FC236}">
                <a16:creationId xmlns:a16="http://schemas.microsoft.com/office/drawing/2014/main" id="{71C92C00-E1D8-DDE7-728B-F40CDA864F21}"/>
              </a:ext>
            </a:extLst>
          </p:cNvPr>
          <p:cNvSpPr/>
          <p:nvPr/>
        </p:nvSpPr>
        <p:spPr>
          <a:xfrm>
            <a:off x="566928" y="4005072"/>
            <a:ext cx="11018520" cy="329184"/>
          </a:xfrm>
          <a:prstGeom prst="roundRect">
            <a:avLst>
              <a:gd name="adj" fmla="val 6000"/>
            </a:avLst>
          </a:prstGeom>
          <a:solidFill>
            <a:srgbClr val="1C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0FF2E4B3-0667-C65F-7F1A-9B9228FDECDF}"/>
              </a:ext>
            </a:extLst>
          </p:cNvPr>
          <p:cNvSpPr txBox="1"/>
          <p:nvPr/>
        </p:nvSpPr>
        <p:spPr>
          <a:xfrm>
            <a:off x="658368" y="4041648"/>
            <a:ext cx="2103120" cy="274320"/>
          </a:xfrm>
          <a:prstGeom prst="rect">
            <a:avLst/>
          </a:prstGeom>
          <a:noFill/>
        </p:spPr>
        <p:txBody>
          <a:bodyPr wrap="square" lIns="0" tIns="0" rIns="0" bIns="0" anchor="ctr">
            <a:spAutoFit/>
          </a:bodyPr>
          <a:lstStyle/>
          <a:p>
            <a:pPr algn="l"/>
            <a:r>
              <a:rPr sz="1300" b="1">
                <a:solidFill>
                  <a:srgbClr val="F5F7FA"/>
                </a:solidFill>
                <a:latin typeface="Calibri"/>
              </a:rPr>
              <a:t>4B</a:t>
            </a:r>
          </a:p>
        </p:txBody>
      </p:sp>
      <p:sp>
        <p:nvSpPr>
          <p:cNvPr id="75" name="TextBox 74">
            <a:extLst>
              <a:ext uri="{FF2B5EF4-FFF2-40B4-BE49-F238E27FC236}">
                <a16:creationId xmlns:a16="http://schemas.microsoft.com/office/drawing/2014/main" id="{E1AAA8B8-3015-7C93-E160-797F0A5F70DC}"/>
              </a:ext>
            </a:extLst>
          </p:cNvPr>
          <p:cNvSpPr txBox="1"/>
          <p:nvPr/>
        </p:nvSpPr>
        <p:spPr>
          <a:xfrm>
            <a:off x="2880360" y="4041648"/>
            <a:ext cx="2011680" cy="274320"/>
          </a:xfrm>
          <a:prstGeom prst="rect">
            <a:avLst/>
          </a:prstGeom>
          <a:noFill/>
        </p:spPr>
        <p:txBody>
          <a:bodyPr wrap="square" lIns="0" tIns="0" rIns="0" bIns="0" anchor="ctr">
            <a:spAutoFit/>
          </a:bodyPr>
          <a:lstStyle/>
          <a:p>
            <a:pPr algn="ctr"/>
            <a:r>
              <a:rPr sz="1150" b="1">
                <a:solidFill>
                  <a:srgbClr val="F5F7FA"/>
                </a:solidFill>
                <a:latin typeface="Calibri"/>
              </a:rPr>
              <a:t>1.29×</a:t>
            </a:r>
            <a:r>
              <a:rPr sz="1150" b="0">
                <a:solidFill>
                  <a:srgbClr val="7C8494"/>
                </a:solidFill>
                <a:latin typeface="Calibri"/>
              </a:rPr>
              <a:t>   ·   </a:t>
            </a:r>
            <a:r>
              <a:rPr sz="1150" b="1">
                <a:solidFill>
                  <a:srgbClr val="F6C85F"/>
                </a:solidFill>
                <a:latin typeface="Calibri"/>
              </a:rPr>
              <a:t>73%</a:t>
            </a:r>
          </a:p>
        </p:txBody>
      </p:sp>
      <p:sp>
        <p:nvSpPr>
          <p:cNvPr id="77" name="TextBox 76">
            <a:extLst>
              <a:ext uri="{FF2B5EF4-FFF2-40B4-BE49-F238E27FC236}">
                <a16:creationId xmlns:a16="http://schemas.microsoft.com/office/drawing/2014/main" id="{B2E825E4-1565-F6DF-BDA0-32684E655656}"/>
              </a:ext>
            </a:extLst>
          </p:cNvPr>
          <p:cNvSpPr txBox="1"/>
          <p:nvPr/>
        </p:nvSpPr>
        <p:spPr>
          <a:xfrm>
            <a:off x="4983480" y="4041648"/>
            <a:ext cx="2011680" cy="274320"/>
          </a:xfrm>
          <a:prstGeom prst="rect">
            <a:avLst/>
          </a:prstGeom>
          <a:noFill/>
        </p:spPr>
        <p:txBody>
          <a:bodyPr wrap="square" lIns="0" tIns="0" rIns="0" bIns="0" anchor="ctr">
            <a:spAutoFit/>
          </a:bodyPr>
          <a:lstStyle/>
          <a:p>
            <a:pPr algn="ctr"/>
            <a:r>
              <a:rPr sz="1150" b="1">
                <a:solidFill>
                  <a:srgbClr val="F5F7FA"/>
                </a:solidFill>
                <a:latin typeface="Calibri"/>
              </a:rPr>
              <a:t>1.30×</a:t>
            </a:r>
            <a:r>
              <a:rPr sz="1150" b="0">
                <a:solidFill>
                  <a:srgbClr val="7C8494"/>
                </a:solidFill>
                <a:latin typeface="Calibri"/>
              </a:rPr>
              <a:t>   ·   </a:t>
            </a:r>
            <a:r>
              <a:rPr sz="1150" b="1">
                <a:solidFill>
                  <a:srgbClr val="F6C85F"/>
                </a:solidFill>
                <a:latin typeface="Calibri"/>
              </a:rPr>
              <a:t>76%</a:t>
            </a:r>
          </a:p>
        </p:txBody>
      </p:sp>
      <p:sp>
        <p:nvSpPr>
          <p:cNvPr id="79" name="TextBox 78">
            <a:extLst>
              <a:ext uri="{FF2B5EF4-FFF2-40B4-BE49-F238E27FC236}">
                <a16:creationId xmlns:a16="http://schemas.microsoft.com/office/drawing/2014/main" id="{F299DCB1-0FC2-E215-B60F-402EC1FE9278}"/>
              </a:ext>
            </a:extLst>
          </p:cNvPr>
          <p:cNvSpPr txBox="1"/>
          <p:nvPr/>
        </p:nvSpPr>
        <p:spPr>
          <a:xfrm>
            <a:off x="7086600" y="4041648"/>
            <a:ext cx="2011680" cy="274320"/>
          </a:xfrm>
          <a:prstGeom prst="rect">
            <a:avLst/>
          </a:prstGeom>
          <a:noFill/>
        </p:spPr>
        <p:txBody>
          <a:bodyPr wrap="square" lIns="0" tIns="0" rIns="0" bIns="0" anchor="ctr">
            <a:spAutoFit/>
          </a:bodyPr>
          <a:lstStyle/>
          <a:p>
            <a:pPr algn="ctr"/>
            <a:r>
              <a:rPr sz="1150" b="1">
                <a:solidFill>
                  <a:srgbClr val="F5F7FA"/>
                </a:solidFill>
                <a:latin typeface="Calibri"/>
              </a:rPr>
              <a:t>1.32×</a:t>
            </a:r>
            <a:r>
              <a:rPr sz="1150" b="0">
                <a:solidFill>
                  <a:srgbClr val="7C8494"/>
                </a:solidFill>
                <a:latin typeface="Calibri"/>
              </a:rPr>
              <a:t>   ·   </a:t>
            </a:r>
            <a:r>
              <a:rPr sz="1150" b="1">
                <a:solidFill>
                  <a:srgbClr val="F6C85F"/>
                </a:solidFill>
                <a:latin typeface="Calibri"/>
              </a:rPr>
              <a:t>80%</a:t>
            </a:r>
          </a:p>
        </p:txBody>
      </p:sp>
      <p:sp>
        <p:nvSpPr>
          <p:cNvPr id="81" name="TextBox 80">
            <a:extLst>
              <a:ext uri="{FF2B5EF4-FFF2-40B4-BE49-F238E27FC236}">
                <a16:creationId xmlns:a16="http://schemas.microsoft.com/office/drawing/2014/main" id="{5B8D31C5-AE65-D574-9233-51895A4F0905}"/>
              </a:ext>
            </a:extLst>
          </p:cNvPr>
          <p:cNvSpPr txBox="1"/>
          <p:nvPr/>
        </p:nvSpPr>
        <p:spPr>
          <a:xfrm>
            <a:off x="9189720" y="4041648"/>
            <a:ext cx="2011680" cy="274320"/>
          </a:xfrm>
          <a:prstGeom prst="rect">
            <a:avLst/>
          </a:prstGeom>
          <a:noFill/>
        </p:spPr>
        <p:txBody>
          <a:bodyPr wrap="square" lIns="0" tIns="0" rIns="0" bIns="0" anchor="ctr">
            <a:spAutoFit/>
          </a:bodyPr>
          <a:lstStyle/>
          <a:p>
            <a:pPr algn="ctr"/>
            <a:r>
              <a:rPr sz="1150" b="1">
                <a:solidFill>
                  <a:srgbClr val="F5F7FA"/>
                </a:solidFill>
                <a:latin typeface="Calibri"/>
              </a:rPr>
              <a:t>1.32×</a:t>
            </a:r>
            <a:r>
              <a:rPr sz="1150" b="0">
                <a:solidFill>
                  <a:srgbClr val="7C8494"/>
                </a:solidFill>
                <a:latin typeface="Calibri"/>
              </a:rPr>
              <a:t>   ·   </a:t>
            </a:r>
            <a:r>
              <a:rPr sz="1150" b="1">
                <a:solidFill>
                  <a:srgbClr val="F6C85F"/>
                </a:solidFill>
                <a:latin typeface="Calibri"/>
              </a:rPr>
              <a:t>80%</a:t>
            </a:r>
          </a:p>
        </p:txBody>
      </p:sp>
      <p:sp>
        <p:nvSpPr>
          <p:cNvPr id="83" name="TextBox 82">
            <a:extLst>
              <a:ext uri="{FF2B5EF4-FFF2-40B4-BE49-F238E27FC236}">
                <a16:creationId xmlns:a16="http://schemas.microsoft.com/office/drawing/2014/main" id="{B0A4626F-4D67-8D4B-196E-DE9D4A73E493}"/>
              </a:ext>
            </a:extLst>
          </p:cNvPr>
          <p:cNvSpPr txBox="1"/>
          <p:nvPr/>
        </p:nvSpPr>
        <p:spPr>
          <a:xfrm>
            <a:off x="658368" y="4389120"/>
            <a:ext cx="2103120" cy="274320"/>
          </a:xfrm>
          <a:prstGeom prst="rect">
            <a:avLst/>
          </a:prstGeom>
          <a:noFill/>
        </p:spPr>
        <p:txBody>
          <a:bodyPr wrap="square" lIns="0" tIns="0" rIns="0" bIns="0" anchor="ctr">
            <a:spAutoFit/>
          </a:bodyPr>
          <a:lstStyle/>
          <a:p>
            <a:pPr algn="l"/>
            <a:r>
              <a:rPr sz="1300" b="1">
                <a:solidFill>
                  <a:srgbClr val="F5F7FA"/>
                </a:solidFill>
                <a:latin typeface="Calibri"/>
              </a:rPr>
              <a:t>9B</a:t>
            </a:r>
          </a:p>
        </p:txBody>
      </p:sp>
      <p:sp>
        <p:nvSpPr>
          <p:cNvPr id="85" name="TextBox 84">
            <a:extLst>
              <a:ext uri="{FF2B5EF4-FFF2-40B4-BE49-F238E27FC236}">
                <a16:creationId xmlns:a16="http://schemas.microsoft.com/office/drawing/2014/main" id="{CFDDAFAA-9581-7498-0C76-96FE304ADC50}"/>
              </a:ext>
            </a:extLst>
          </p:cNvPr>
          <p:cNvSpPr txBox="1"/>
          <p:nvPr/>
        </p:nvSpPr>
        <p:spPr>
          <a:xfrm>
            <a:off x="2880360" y="4389120"/>
            <a:ext cx="2011680" cy="274320"/>
          </a:xfrm>
          <a:prstGeom prst="rect">
            <a:avLst/>
          </a:prstGeom>
          <a:noFill/>
        </p:spPr>
        <p:txBody>
          <a:bodyPr wrap="square" lIns="0" tIns="0" rIns="0" bIns="0" anchor="ctr">
            <a:spAutoFit/>
          </a:bodyPr>
          <a:lstStyle/>
          <a:p>
            <a:pPr algn="ctr"/>
            <a:r>
              <a:rPr sz="1150" b="1">
                <a:solidFill>
                  <a:srgbClr val="F5F7FA"/>
                </a:solidFill>
                <a:latin typeface="Calibri"/>
              </a:rPr>
              <a:t>1.98×</a:t>
            </a:r>
            <a:r>
              <a:rPr sz="1150" b="0">
                <a:solidFill>
                  <a:srgbClr val="7C8494"/>
                </a:solidFill>
                <a:latin typeface="Calibri"/>
              </a:rPr>
              <a:t>   ·   </a:t>
            </a:r>
            <a:r>
              <a:rPr sz="1150" b="1">
                <a:solidFill>
                  <a:srgbClr val="F6C85F"/>
                </a:solidFill>
                <a:latin typeface="Calibri"/>
              </a:rPr>
              <a:t>85%</a:t>
            </a:r>
          </a:p>
        </p:txBody>
      </p:sp>
      <p:sp>
        <p:nvSpPr>
          <p:cNvPr id="87" name="TextBox 86">
            <a:extLst>
              <a:ext uri="{FF2B5EF4-FFF2-40B4-BE49-F238E27FC236}">
                <a16:creationId xmlns:a16="http://schemas.microsoft.com/office/drawing/2014/main" id="{FD9DA9E7-BE9A-E33A-FA9A-E5B011893C39}"/>
              </a:ext>
            </a:extLst>
          </p:cNvPr>
          <p:cNvSpPr txBox="1"/>
          <p:nvPr/>
        </p:nvSpPr>
        <p:spPr>
          <a:xfrm>
            <a:off x="4983480" y="4389120"/>
            <a:ext cx="2011680" cy="274320"/>
          </a:xfrm>
          <a:prstGeom prst="rect">
            <a:avLst/>
          </a:prstGeom>
          <a:noFill/>
        </p:spPr>
        <p:txBody>
          <a:bodyPr wrap="square" lIns="0" tIns="0" rIns="0" bIns="0" anchor="ctr">
            <a:spAutoFit/>
          </a:bodyPr>
          <a:lstStyle/>
          <a:p>
            <a:pPr algn="ctr"/>
            <a:r>
              <a:rPr sz="1150" b="1">
                <a:solidFill>
                  <a:srgbClr val="F5F7FA"/>
                </a:solidFill>
                <a:latin typeface="Calibri"/>
              </a:rPr>
              <a:t>2.01×</a:t>
            </a:r>
            <a:r>
              <a:rPr sz="1150" b="0">
                <a:solidFill>
                  <a:srgbClr val="7C8494"/>
                </a:solidFill>
                <a:latin typeface="Calibri"/>
              </a:rPr>
              <a:t>   ·   </a:t>
            </a:r>
            <a:r>
              <a:rPr sz="1150" b="1">
                <a:solidFill>
                  <a:srgbClr val="F6C85F"/>
                </a:solidFill>
                <a:latin typeface="Calibri"/>
              </a:rPr>
              <a:t>87%</a:t>
            </a:r>
          </a:p>
        </p:txBody>
      </p:sp>
      <p:sp>
        <p:nvSpPr>
          <p:cNvPr id="89" name="TextBox 88">
            <a:extLst>
              <a:ext uri="{FF2B5EF4-FFF2-40B4-BE49-F238E27FC236}">
                <a16:creationId xmlns:a16="http://schemas.microsoft.com/office/drawing/2014/main" id="{C0D62636-EC55-F1F1-184A-B127443C0AB7}"/>
              </a:ext>
            </a:extLst>
          </p:cNvPr>
          <p:cNvSpPr txBox="1"/>
          <p:nvPr/>
        </p:nvSpPr>
        <p:spPr>
          <a:xfrm>
            <a:off x="7086600" y="4389120"/>
            <a:ext cx="2011680" cy="274320"/>
          </a:xfrm>
          <a:prstGeom prst="rect">
            <a:avLst/>
          </a:prstGeom>
          <a:noFill/>
        </p:spPr>
        <p:txBody>
          <a:bodyPr wrap="square" lIns="0" tIns="0" rIns="0" bIns="0" anchor="ctr">
            <a:spAutoFit/>
          </a:bodyPr>
          <a:lstStyle/>
          <a:p>
            <a:pPr algn="ctr"/>
            <a:r>
              <a:rPr sz="1150" b="1">
                <a:solidFill>
                  <a:srgbClr val="F5F7FA"/>
                </a:solidFill>
                <a:latin typeface="Calibri"/>
              </a:rPr>
              <a:t>2.09×</a:t>
            </a:r>
            <a:r>
              <a:rPr sz="1150" b="0">
                <a:solidFill>
                  <a:srgbClr val="7C8494"/>
                </a:solidFill>
                <a:latin typeface="Calibri"/>
              </a:rPr>
              <a:t>   ·   </a:t>
            </a:r>
            <a:r>
              <a:rPr sz="1150" b="1">
                <a:solidFill>
                  <a:srgbClr val="F6C85F"/>
                </a:solidFill>
                <a:latin typeface="Calibri"/>
              </a:rPr>
              <a:t>90%</a:t>
            </a:r>
          </a:p>
        </p:txBody>
      </p:sp>
      <p:sp>
        <p:nvSpPr>
          <p:cNvPr id="91" name="TextBox 90">
            <a:extLst>
              <a:ext uri="{FF2B5EF4-FFF2-40B4-BE49-F238E27FC236}">
                <a16:creationId xmlns:a16="http://schemas.microsoft.com/office/drawing/2014/main" id="{C8468728-1909-90EB-4ED3-1B9BBC20A525}"/>
              </a:ext>
            </a:extLst>
          </p:cNvPr>
          <p:cNvSpPr txBox="1"/>
          <p:nvPr/>
        </p:nvSpPr>
        <p:spPr>
          <a:xfrm>
            <a:off x="9189720" y="4389120"/>
            <a:ext cx="2011680" cy="274320"/>
          </a:xfrm>
          <a:prstGeom prst="rect">
            <a:avLst/>
          </a:prstGeom>
          <a:noFill/>
        </p:spPr>
        <p:txBody>
          <a:bodyPr wrap="square" lIns="0" tIns="0" rIns="0" bIns="0" anchor="ctr">
            <a:spAutoFit/>
          </a:bodyPr>
          <a:lstStyle/>
          <a:p>
            <a:pPr algn="ctr"/>
            <a:r>
              <a:rPr sz="1150" b="1">
                <a:solidFill>
                  <a:srgbClr val="F5F7FA"/>
                </a:solidFill>
                <a:latin typeface="Calibri"/>
              </a:rPr>
              <a:t>2.12×</a:t>
            </a:r>
            <a:r>
              <a:rPr sz="1150" b="0">
                <a:solidFill>
                  <a:srgbClr val="7C8494"/>
                </a:solidFill>
                <a:latin typeface="Calibri"/>
              </a:rPr>
              <a:t>   ·   </a:t>
            </a:r>
            <a:r>
              <a:rPr sz="1150" b="1">
                <a:solidFill>
                  <a:srgbClr val="F6C85F"/>
                </a:solidFill>
                <a:latin typeface="Calibri"/>
              </a:rPr>
              <a:t>91%</a:t>
            </a:r>
          </a:p>
        </p:txBody>
      </p:sp>
      <p:sp>
        <p:nvSpPr>
          <p:cNvPr id="93" name="Rounded Rectangle 51">
            <a:extLst>
              <a:ext uri="{FF2B5EF4-FFF2-40B4-BE49-F238E27FC236}">
                <a16:creationId xmlns:a16="http://schemas.microsoft.com/office/drawing/2014/main" id="{48F17D36-ECBF-E1AE-8219-3D8FA5B845D2}"/>
              </a:ext>
            </a:extLst>
          </p:cNvPr>
          <p:cNvSpPr/>
          <p:nvPr/>
        </p:nvSpPr>
        <p:spPr>
          <a:xfrm>
            <a:off x="566928" y="4700016"/>
            <a:ext cx="11018520" cy="329184"/>
          </a:xfrm>
          <a:prstGeom prst="roundRect">
            <a:avLst>
              <a:gd name="adj" fmla="val 6000"/>
            </a:avLst>
          </a:prstGeom>
          <a:solidFill>
            <a:srgbClr val="1C1F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a:extLst>
              <a:ext uri="{FF2B5EF4-FFF2-40B4-BE49-F238E27FC236}">
                <a16:creationId xmlns:a16="http://schemas.microsoft.com/office/drawing/2014/main" id="{7F494745-3DA5-4649-0C2E-4731965305E0}"/>
              </a:ext>
            </a:extLst>
          </p:cNvPr>
          <p:cNvSpPr txBox="1"/>
          <p:nvPr/>
        </p:nvSpPr>
        <p:spPr>
          <a:xfrm>
            <a:off x="658368" y="4736592"/>
            <a:ext cx="2103120" cy="274320"/>
          </a:xfrm>
          <a:prstGeom prst="rect">
            <a:avLst/>
          </a:prstGeom>
          <a:noFill/>
        </p:spPr>
        <p:txBody>
          <a:bodyPr wrap="square" lIns="0" tIns="0" rIns="0" bIns="0" anchor="ctr">
            <a:spAutoFit/>
          </a:bodyPr>
          <a:lstStyle/>
          <a:p>
            <a:pPr algn="l"/>
            <a:r>
              <a:rPr sz="1300" b="1">
                <a:solidFill>
                  <a:srgbClr val="F5F7FA"/>
                </a:solidFill>
                <a:latin typeface="Calibri"/>
              </a:rPr>
              <a:t>27B</a:t>
            </a:r>
          </a:p>
        </p:txBody>
      </p:sp>
      <p:sp>
        <p:nvSpPr>
          <p:cNvPr id="97" name="TextBox 96">
            <a:extLst>
              <a:ext uri="{FF2B5EF4-FFF2-40B4-BE49-F238E27FC236}">
                <a16:creationId xmlns:a16="http://schemas.microsoft.com/office/drawing/2014/main" id="{2618EBF7-5238-41ED-7D3E-767F6BFEF360}"/>
              </a:ext>
            </a:extLst>
          </p:cNvPr>
          <p:cNvSpPr txBox="1"/>
          <p:nvPr/>
        </p:nvSpPr>
        <p:spPr>
          <a:xfrm>
            <a:off x="2880360" y="4736592"/>
            <a:ext cx="2011680" cy="274320"/>
          </a:xfrm>
          <a:prstGeom prst="rect">
            <a:avLst/>
          </a:prstGeom>
          <a:noFill/>
        </p:spPr>
        <p:txBody>
          <a:bodyPr wrap="square" lIns="0" tIns="0" rIns="0" bIns="0" anchor="ctr">
            <a:spAutoFit/>
          </a:bodyPr>
          <a:lstStyle/>
          <a:p>
            <a:pPr algn="ctr"/>
            <a:r>
              <a:rPr sz="1150" b="1">
                <a:solidFill>
                  <a:srgbClr val="F5F7FA"/>
                </a:solidFill>
                <a:latin typeface="Calibri"/>
              </a:rPr>
              <a:t>1.32×</a:t>
            </a:r>
            <a:r>
              <a:rPr sz="1150" b="0">
                <a:solidFill>
                  <a:srgbClr val="7C8494"/>
                </a:solidFill>
                <a:latin typeface="Calibri"/>
              </a:rPr>
              <a:t>   ·   </a:t>
            </a:r>
            <a:r>
              <a:rPr sz="1150" b="1">
                <a:solidFill>
                  <a:srgbClr val="F6C85F"/>
                </a:solidFill>
                <a:latin typeface="Calibri"/>
              </a:rPr>
              <a:t>60%</a:t>
            </a:r>
          </a:p>
        </p:txBody>
      </p:sp>
      <p:sp>
        <p:nvSpPr>
          <p:cNvPr id="99" name="TextBox 98">
            <a:extLst>
              <a:ext uri="{FF2B5EF4-FFF2-40B4-BE49-F238E27FC236}">
                <a16:creationId xmlns:a16="http://schemas.microsoft.com/office/drawing/2014/main" id="{74485C01-B1BC-7C13-96AF-F77908B22E0B}"/>
              </a:ext>
            </a:extLst>
          </p:cNvPr>
          <p:cNvSpPr txBox="1"/>
          <p:nvPr/>
        </p:nvSpPr>
        <p:spPr>
          <a:xfrm>
            <a:off x="4983480" y="4736592"/>
            <a:ext cx="2011680" cy="274320"/>
          </a:xfrm>
          <a:prstGeom prst="rect">
            <a:avLst/>
          </a:prstGeom>
          <a:noFill/>
        </p:spPr>
        <p:txBody>
          <a:bodyPr wrap="square" lIns="0" tIns="0" rIns="0" bIns="0" anchor="ctr">
            <a:spAutoFit/>
          </a:bodyPr>
          <a:lstStyle/>
          <a:p>
            <a:pPr algn="ctr"/>
            <a:r>
              <a:rPr sz="1150" b="1">
                <a:solidFill>
                  <a:srgbClr val="F5F7FA"/>
                </a:solidFill>
                <a:latin typeface="Calibri"/>
              </a:rPr>
              <a:t>1.38×</a:t>
            </a:r>
            <a:r>
              <a:rPr sz="1150" b="0">
                <a:solidFill>
                  <a:srgbClr val="7C8494"/>
                </a:solidFill>
                <a:latin typeface="Calibri"/>
              </a:rPr>
              <a:t>   ·   </a:t>
            </a:r>
            <a:r>
              <a:rPr sz="1150" b="1">
                <a:solidFill>
                  <a:srgbClr val="F6C85F"/>
                </a:solidFill>
                <a:latin typeface="Calibri"/>
              </a:rPr>
              <a:t>68%</a:t>
            </a:r>
          </a:p>
        </p:txBody>
      </p:sp>
      <p:sp>
        <p:nvSpPr>
          <p:cNvPr id="101" name="TextBox 100">
            <a:extLst>
              <a:ext uri="{FF2B5EF4-FFF2-40B4-BE49-F238E27FC236}">
                <a16:creationId xmlns:a16="http://schemas.microsoft.com/office/drawing/2014/main" id="{3DE52017-EDE0-B8C9-6143-E2A20EE1D5F0}"/>
              </a:ext>
            </a:extLst>
          </p:cNvPr>
          <p:cNvSpPr txBox="1"/>
          <p:nvPr/>
        </p:nvSpPr>
        <p:spPr>
          <a:xfrm>
            <a:off x="7086600" y="4736592"/>
            <a:ext cx="2011680" cy="274320"/>
          </a:xfrm>
          <a:prstGeom prst="rect">
            <a:avLst/>
          </a:prstGeom>
          <a:noFill/>
        </p:spPr>
        <p:txBody>
          <a:bodyPr wrap="square" lIns="0" tIns="0" rIns="0" bIns="0" anchor="ctr">
            <a:spAutoFit/>
          </a:bodyPr>
          <a:lstStyle/>
          <a:p>
            <a:pPr algn="ctr"/>
            <a:r>
              <a:rPr sz="1150" b="1">
                <a:solidFill>
                  <a:srgbClr val="F5F7FA"/>
                </a:solidFill>
                <a:latin typeface="Calibri"/>
              </a:rPr>
              <a:t>1.43×</a:t>
            </a:r>
            <a:r>
              <a:rPr sz="1150" b="0">
                <a:solidFill>
                  <a:srgbClr val="7C8494"/>
                </a:solidFill>
                <a:latin typeface="Calibri"/>
              </a:rPr>
              <a:t>   ·   </a:t>
            </a:r>
            <a:r>
              <a:rPr sz="1150" b="1">
                <a:solidFill>
                  <a:srgbClr val="F6C85F"/>
                </a:solidFill>
                <a:latin typeface="Calibri"/>
              </a:rPr>
              <a:t>75%</a:t>
            </a:r>
          </a:p>
        </p:txBody>
      </p:sp>
      <p:sp>
        <p:nvSpPr>
          <p:cNvPr id="103" name="TextBox 102">
            <a:extLst>
              <a:ext uri="{FF2B5EF4-FFF2-40B4-BE49-F238E27FC236}">
                <a16:creationId xmlns:a16="http://schemas.microsoft.com/office/drawing/2014/main" id="{B83FD39F-B1B3-AC62-42D3-53D384A005E3}"/>
              </a:ext>
            </a:extLst>
          </p:cNvPr>
          <p:cNvSpPr txBox="1"/>
          <p:nvPr/>
        </p:nvSpPr>
        <p:spPr>
          <a:xfrm>
            <a:off x="9189720" y="4736592"/>
            <a:ext cx="2011680" cy="274320"/>
          </a:xfrm>
          <a:prstGeom prst="rect">
            <a:avLst/>
          </a:prstGeom>
          <a:noFill/>
        </p:spPr>
        <p:txBody>
          <a:bodyPr wrap="square" lIns="0" tIns="0" rIns="0" bIns="0" anchor="ctr">
            <a:spAutoFit/>
          </a:bodyPr>
          <a:lstStyle/>
          <a:p>
            <a:pPr algn="ctr"/>
            <a:r>
              <a:rPr sz="1150" b="1">
                <a:solidFill>
                  <a:srgbClr val="F5F7FA"/>
                </a:solidFill>
                <a:latin typeface="Calibri"/>
              </a:rPr>
              <a:t>1.47×</a:t>
            </a:r>
            <a:r>
              <a:rPr sz="1150" b="0">
                <a:solidFill>
                  <a:srgbClr val="7C8494"/>
                </a:solidFill>
                <a:latin typeface="Calibri"/>
              </a:rPr>
              <a:t>   ·   </a:t>
            </a:r>
            <a:r>
              <a:rPr sz="1150" b="1">
                <a:solidFill>
                  <a:srgbClr val="F6C85F"/>
                </a:solidFill>
                <a:latin typeface="Calibri"/>
              </a:rPr>
              <a:t>79%</a:t>
            </a:r>
          </a:p>
        </p:txBody>
      </p:sp>
      <p:sp>
        <p:nvSpPr>
          <p:cNvPr id="105" name="TextBox 104">
            <a:extLst>
              <a:ext uri="{FF2B5EF4-FFF2-40B4-BE49-F238E27FC236}">
                <a16:creationId xmlns:a16="http://schemas.microsoft.com/office/drawing/2014/main" id="{20E4930E-1ECD-A034-B48D-7E1AFF8C35F0}"/>
              </a:ext>
            </a:extLst>
          </p:cNvPr>
          <p:cNvSpPr txBox="1"/>
          <p:nvPr/>
        </p:nvSpPr>
        <p:spPr>
          <a:xfrm>
            <a:off x="658368" y="5084064"/>
            <a:ext cx="2103120" cy="274320"/>
          </a:xfrm>
          <a:prstGeom prst="rect">
            <a:avLst/>
          </a:prstGeom>
          <a:noFill/>
        </p:spPr>
        <p:txBody>
          <a:bodyPr wrap="square" lIns="0" tIns="0" rIns="0" bIns="0" anchor="ctr">
            <a:spAutoFit/>
          </a:bodyPr>
          <a:lstStyle/>
          <a:p>
            <a:pPr algn="l"/>
            <a:r>
              <a:rPr sz="1300" b="1">
                <a:solidFill>
                  <a:srgbClr val="F5F7FA"/>
                </a:solidFill>
                <a:latin typeface="Calibri"/>
              </a:rPr>
              <a:t>35B-A3B</a:t>
            </a:r>
          </a:p>
        </p:txBody>
      </p:sp>
      <p:sp>
        <p:nvSpPr>
          <p:cNvPr id="107" name="TextBox 106">
            <a:extLst>
              <a:ext uri="{FF2B5EF4-FFF2-40B4-BE49-F238E27FC236}">
                <a16:creationId xmlns:a16="http://schemas.microsoft.com/office/drawing/2014/main" id="{E011FD8F-908C-4F36-51E8-EC76AAC3A7E4}"/>
              </a:ext>
            </a:extLst>
          </p:cNvPr>
          <p:cNvSpPr txBox="1"/>
          <p:nvPr/>
        </p:nvSpPr>
        <p:spPr>
          <a:xfrm>
            <a:off x="2880360" y="5084064"/>
            <a:ext cx="2011680" cy="274320"/>
          </a:xfrm>
          <a:prstGeom prst="rect">
            <a:avLst/>
          </a:prstGeom>
          <a:noFill/>
        </p:spPr>
        <p:txBody>
          <a:bodyPr wrap="square" lIns="0" tIns="0" rIns="0" bIns="0" anchor="ctr">
            <a:spAutoFit/>
          </a:bodyPr>
          <a:lstStyle/>
          <a:p>
            <a:pPr algn="ctr"/>
            <a:r>
              <a:rPr sz="1150" b="1">
                <a:solidFill>
                  <a:srgbClr val="F5F7FA"/>
                </a:solidFill>
                <a:latin typeface="Calibri"/>
              </a:rPr>
              <a:t>1.73×</a:t>
            </a:r>
            <a:r>
              <a:rPr sz="1150" b="0">
                <a:solidFill>
                  <a:srgbClr val="7C8494"/>
                </a:solidFill>
                <a:latin typeface="Calibri"/>
              </a:rPr>
              <a:t>   ·   </a:t>
            </a:r>
            <a:r>
              <a:rPr sz="1150" b="1">
                <a:solidFill>
                  <a:srgbClr val="F6C85F"/>
                </a:solidFill>
                <a:latin typeface="Calibri"/>
              </a:rPr>
              <a:t>81%</a:t>
            </a:r>
          </a:p>
        </p:txBody>
      </p:sp>
      <p:sp>
        <p:nvSpPr>
          <p:cNvPr id="109" name="TextBox 108">
            <a:extLst>
              <a:ext uri="{FF2B5EF4-FFF2-40B4-BE49-F238E27FC236}">
                <a16:creationId xmlns:a16="http://schemas.microsoft.com/office/drawing/2014/main" id="{6CF1CA7A-764B-0877-6285-3F3324BB0127}"/>
              </a:ext>
            </a:extLst>
          </p:cNvPr>
          <p:cNvSpPr txBox="1"/>
          <p:nvPr/>
        </p:nvSpPr>
        <p:spPr>
          <a:xfrm>
            <a:off x="4983480" y="5084064"/>
            <a:ext cx="2011680" cy="274320"/>
          </a:xfrm>
          <a:prstGeom prst="rect">
            <a:avLst/>
          </a:prstGeom>
          <a:noFill/>
        </p:spPr>
        <p:txBody>
          <a:bodyPr wrap="square" lIns="0" tIns="0" rIns="0" bIns="0" anchor="ctr">
            <a:spAutoFit/>
          </a:bodyPr>
          <a:lstStyle/>
          <a:p>
            <a:pPr algn="ctr"/>
            <a:r>
              <a:rPr sz="1150" b="1">
                <a:solidFill>
                  <a:srgbClr val="F5F7FA"/>
                </a:solidFill>
                <a:latin typeface="Calibri"/>
              </a:rPr>
              <a:t>1.77×</a:t>
            </a:r>
            <a:r>
              <a:rPr sz="1150" b="0">
                <a:solidFill>
                  <a:srgbClr val="7C8494"/>
                </a:solidFill>
                <a:latin typeface="Calibri"/>
              </a:rPr>
              <a:t>   ·   </a:t>
            </a:r>
            <a:r>
              <a:rPr sz="1150" b="1">
                <a:solidFill>
                  <a:srgbClr val="F6C85F"/>
                </a:solidFill>
                <a:latin typeface="Calibri"/>
              </a:rPr>
              <a:t>83%</a:t>
            </a:r>
          </a:p>
        </p:txBody>
      </p:sp>
      <p:sp>
        <p:nvSpPr>
          <p:cNvPr id="111" name="TextBox 110">
            <a:extLst>
              <a:ext uri="{FF2B5EF4-FFF2-40B4-BE49-F238E27FC236}">
                <a16:creationId xmlns:a16="http://schemas.microsoft.com/office/drawing/2014/main" id="{C67EF83C-9A9E-3058-0D4F-E3DD6AB774DA}"/>
              </a:ext>
            </a:extLst>
          </p:cNvPr>
          <p:cNvSpPr txBox="1"/>
          <p:nvPr/>
        </p:nvSpPr>
        <p:spPr>
          <a:xfrm>
            <a:off x="7086600" y="5084064"/>
            <a:ext cx="2011680" cy="274320"/>
          </a:xfrm>
          <a:prstGeom prst="rect">
            <a:avLst/>
          </a:prstGeom>
          <a:noFill/>
        </p:spPr>
        <p:txBody>
          <a:bodyPr wrap="square" lIns="0" tIns="0" rIns="0" bIns="0" anchor="ctr">
            <a:spAutoFit/>
          </a:bodyPr>
          <a:lstStyle/>
          <a:p>
            <a:pPr algn="ctr"/>
            <a:r>
              <a:rPr sz="1150" b="1">
                <a:solidFill>
                  <a:srgbClr val="F5F7FA"/>
                </a:solidFill>
                <a:latin typeface="Calibri"/>
              </a:rPr>
              <a:t>1.79×</a:t>
            </a:r>
            <a:r>
              <a:rPr sz="1150" b="0">
                <a:solidFill>
                  <a:srgbClr val="7C8494"/>
                </a:solidFill>
                <a:latin typeface="Calibri"/>
              </a:rPr>
              <a:t>   ·   </a:t>
            </a:r>
            <a:r>
              <a:rPr sz="1150" b="1">
                <a:solidFill>
                  <a:srgbClr val="F6C85F"/>
                </a:solidFill>
                <a:latin typeface="Calibri"/>
              </a:rPr>
              <a:t>85%</a:t>
            </a:r>
          </a:p>
        </p:txBody>
      </p:sp>
      <p:sp>
        <p:nvSpPr>
          <p:cNvPr id="113" name="TextBox 112">
            <a:extLst>
              <a:ext uri="{FF2B5EF4-FFF2-40B4-BE49-F238E27FC236}">
                <a16:creationId xmlns:a16="http://schemas.microsoft.com/office/drawing/2014/main" id="{F2AF71E5-DB38-94D5-E7AA-E011AFC1202C}"/>
              </a:ext>
            </a:extLst>
          </p:cNvPr>
          <p:cNvSpPr txBox="1"/>
          <p:nvPr/>
        </p:nvSpPr>
        <p:spPr>
          <a:xfrm>
            <a:off x="9189720" y="5084064"/>
            <a:ext cx="2011680" cy="274320"/>
          </a:xfrm>
          <a:prstGeom prst="rect">
            <a:avLst/>
          </a:prstGeom>
          <a:noFill/>
        </p:spPr>
        <p:txBody>
          <a:bodyPr wrap="square" lIns="0" tIns="0" rIns="0" bIns="0" anchor="ctr">
            <a:spAutoFit/>
          </a:bodyPr>
          <a:lstStyle/>
          <a:p>
            <a:pPr algn="ctr"/>
            <a:r>
              <a:rPr sz="1150" b="1">
                <a:solidFill>
                  <a:srgbClr val="F5F7FA"/>
                </a:solidFill>
                <a:latin typeface="Calibri"/>
              </a:rPr>
              <a:t>1.79×</a:t>
            </a:r>
            <a:r>
              <a:rPr sz="1150" b="0">
                <a:solidFill>
                  <a:srgbClr val="7C8494"/>
                </a:solidFill>
                <a:latin typeface="Calibri"/>
              </a:rPr>
              <a:t>   ·   </a:t>
            </a:r>
            <a:r>
              <a:rPr sz="1150" b="1">
                <a:solidFill>
                  <a:srgbClr val="F6C85F"/>
                </a:solidFill>
                <a:latin typeface="Calibri"/>
              </a:rPr>
              <a:t>85%</a:t>
            </a:r>
          </a:p>
        </p:txBody>
      </p:sp>
      <p:sp>
        <p:nvSpPr>
          <p:cNvPr id="115" name="Rounded Rectangle 62">
            <a:extLst>
              <a:ext uri="{FF2B5EF4-FFF2-40B4-BE49-F238E27FC236}">
                <a16:creationId xmlns:a16="http://schemas.microsoft.com/office/drawing/2014/main" id="{3EB44B9C-9C41-1ABD-14FB-153FCB1D8DD3}"/>
              </a:ext>
            </a:extLst>
          </p:cNvPr>
          <p:cNvSpPr/>
          <p:nvPr/>
        </p:nvSpPr>
        <p:spPr>
          <a:xfrm>
            <a:off x="457200" y="5833872"/>
            <a:ext cx="11247120" cy="530352"/>
          </a:xfrm>
          <a:prstGeom prst="roundRect">
            <a:avLst>
              <a:gd name="adj" fmla="val 12000"/>
            </a:avLst>
          </a:prstGeom>
          <a:solidFill>
            <a:srgbClr val="1C1F27"/>
          </a:solidFill>
          <a:ln w="10160">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a:extLst>
              <a:ext uri="{FF2B5EF4-FFF2-40B4-BE49-F238E27FC236}">
                <a16:creationId xmlns:a16="http://schemas.microsoft.com/office/drawing/2014/main" id="{76729F56-1482-A0EB-0658-7DD7F02C3E19}"/>
              </a:ext>
            </a:extLst>
          </p:cNvPr>
          <p:cNvSpPr txBox="1"/>
          <p:nvPr/>
        </p:nvSpPr>
        <p:spPr>
          <a:xfrm>
            <a:off x="658368" y="5833872"/>
            <a:ext cx="2926080" cy="530352"/>
          </a:xfrm>
          <a:prstGeom prst="rect">
            <a:avLst/>
          </a:prstGeom>
          <a:noFill/>
        </p:spPr>
        <p:txBody>
          <a:bodyPr wrap="square" lIns="0" tIns="0" rIns="0" bIns="0" anchor="ctr">
            <a:spAutoFit/>
          </a:bodyPr>
          <a:lstStyle/>
          <a:p>
            <a:pPr algn="l"/>
            <a:r>
              <a:rPr sz="1100" b="1">
                <a:solidFill>
                  <a:srgbClr val="F6C85F"/>
                </a:solidFill>
                <a:latin typeface="Calibri"/>
              </a:rPr>
              <a:t>TOOL OVERHEAD</a:t>
            </a:r>
          </a:p>
        </p:txBody>
      </p:sp>
      <p:sp>
        <p:nvSpPr>
          <p:cNvPr id="119" name="TextBox 118">
            <a:extLst>
              <a:ext uri="{FF2B5EF4-FFF2-40B4-BE49-F238E27FC236}">
                <a16:creationId xmlns:a16="http://schemas.microsoft.com/office/drawing/2014/main" id="{D9AD881B-5259-886B-ADE3-EEF570916C54}"/>
              </a:ext>
            </a:extLst>
          </p:cNvPr>
          <p:cNvSpPr txBox="1"/>
          <p:nvPr/>
        </p:nvSpPr>
        <p:spPr>
          <a:xfrm>
            <a:off x="3291840" y="5833872"/>
            <a:ext cx="8138160" cy="530352"/>
          </a:xfrm>
          <a:prstGeom prst="rect">
            <a:avLst/>
          </a:prstGeom>
          <a:noFill/>
        </p:spPr>
        <p:txBody>
          <a:bodyPr wrap="square" lIns="0" tIns="0" rIns="0" bIns="0" anchor="ctr">
            <a:spAutoFit/>
          </a:bodyPr>
          <a:lstStyle/>
          <a:p>
            <a:pPr algn="l"/>
            <a:r>
              <a:rPr sz="1100">
                <a:solidFill>
                  <a:srgbClr val="AEB6C2"/>
                </a:solidFill>
                <a:latin typeface="Calibri"/>
              </a:rPr>
              <a:t>60–91% of task time runs in tools and orchestration, not in generate. Adding GPUs to a CPU node (CPU:GPU 1:1 → 1:8) raises the tool share, not the agent count. Measured on MI300X; about 128 agents fit on this node.</a:t>
            </a:r>
          </a:p>
        </p:txBody>
      </p:sp>
      <p:pic>
        <p:nvPicPr>
          <p:cNvPr id="4" name="Picture 3">
            <a:extLst>
              <a:ext uri="{FF2B5EF4-FFF2-40B4-BE49-F238E27FC236}">
                <a16:creationId xmlns:a16="http://schemas.microsoft.com/office/drawing/2014/main" id="{1175845E-7E6C-C2B7-F102-09945B6650E3}"/>
              </a:ext>
            </a:extLst>
          </p:cNvPr>
          <p:cNvPicPr>
            <a:picLocks noChangeAspect="1"/>
          </p:cNvPicPr>
          <p:nvPr/>
        </p:nvPicPr>
        <p:blipFill>
          <a:blip r:embed="rId2"/>
          <a:stretch>
            <a:fillRect/>
          </a:stretch>
        </p:blipFill>
        <p:spPr>
          <a:xfrm>
            <a:off x="4294785" y="2076365"/>
            <a:ext cx="1709098" cy="365760"/>
          </a:xfrm>
          <a:prstGeom prst="rect">
            <a:avLst/>
          </a:prstGeom>
        </p:spPr>
      </p:pic>
    </p:spTree>
    <p:extLst>
      <p:ext uri="{BB962C8B-B14F-4D97-AF65-F5344CB8AC3E}">
        <p14:creationId xmlns:p14="http://schemas.microsoft.com/office/powerpoint/2010/main" val="32571401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74167A-90D0-D30A-06DB-CE6931CA74F5}"/>
              </a:ext>
            </a:extLst>
          </p:cNvPr>
          <p:cNvSpPr/>
          <p:nvPr/>
        </p:nvSpPr>
        <p:spPr>
          <a:xfrm>
            <a:off x="457200" y="300000"/>
            <a:ext cx="11247120" cy="3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ctr"/>
          <a:lstStyle/>
          <a:p>
            <a:pPr algn="l">
              <a:spcBef>
                <a:spcPts val="0"/>
              </a:spcBef>
              <a:spcAft>
                <a:spcPts val="0"/>
              </a:spcAft>
            </a:pPr>
            <a:r>
              <a:rPr sz="2600" b="1" dirty="0">
                <a:solidFill>
                  <a:srgbClr val="F5F7FA"/>
                </a:solidFill>
                <a:latin typeface="Calibri"/>
              </a:rPr>
              <a:t>Microprofiling tools with PACE Agent</a:t>
            </a:r>
          </a:p>
        </p:txBody>
      </p:sp>
      <p:sp>
        <p:nvSpPr>
          <p:cNvPr id="5" name="Rectangle 4">
            <a:extLst>
              <a:ext uri="{FF2B5EF4-FFF2-40B4-BE49-F238E27FC236}">
                <a16:creationId xmlns:a16="http://schemas.microsoft.com/office/drawing/2014/main" id="{7CD75FA3-A05E-0EC6-1623-7684BA509296}"/>
              </a:ext>
            </a:extLst>
          </p:cNvPr>
          <p:cNvSpPr/>
          <p:nvPr/>
        </p:nvSpPr>
        <p:spPr>
          <a:xfrm>
            <a:off x="457200" y="630000"/>
            <a:ext cx="11247120" cy="1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tIns="0" rIns="60000" bIns="0" rtlCol="0" anchor="ctr"/>
          <a:lstStyle/>
          <a:p>
            <a:pPr algn="l">
              <a:spcBef>
                <a:spcPts val="0"/>
              </a:spcBef>
              <a:spcAft>
                <a:spcPts val="0"/>
              </a:spcAft>
            </a:pPr>
            <a:r>
              <a:rPr sz="1200" b="0" dirty="0">
                <a:solidFill>
                  <a:srgbClr val="AEB6C2"/>
                </a:solidFill>
                <a:latin typeface="Calibri"/>
              </a:rPr>
              <a:t>Optimized path  ·  AMD μProf for detailed counters</a:t>
            </a:r>
          </a:p>
        </p:txBody>
      </p:sp>
      <p:sp>
        <p:nvSpPr>
          <p:cNvPr id="7" name="Rectangle 6">
            <a:extLst>
              <a:ext uri="{FF2B5EF4-FFF2-40B4-BE49-F238E27FC236}">
                <a16:creationId xmlns:a16="http://schemas.microsoft.com/office/drawing/2014/main" id="{6E077225-6AEA-A7F8-5044-3C9CCE3E87A6}"/>
              </a:ext>
            </a:extLst>
          </p:cNvPr>
          <p:cNvSpPr/>
          <p:nvPr/>
        </p:nvSpPr>
        <p:spPr>
          <a:xfrm>
            <a:off x="457200" y="940896"/>
            <a:ext cx="11247120" cy="260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32806F44-7CC4-AD5A-66E4-82630FC67486}"/>
              </a:ext>
            </a:extLst>
          </p:cNvPr>
          <p:cNvSpPr/>
          <p:nvPr/>
        </p:nvSpPr>
        <p:spPr>
          <a:xfrm>
            <a:off x="457200" y="980896"/>
            <a:ext cx="45720" cy="180000"/>
          </a:xfrm>
          <a:prstGeom prst="rect">
            <a:avLst/>
          </a:prstGeom>
          <a:solidFill>
            <a:srgbClr val="55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1184FEFD-BB00-E507-D5AE-8AFC5E4E10D7}"/>
              </a:ext>
            </a:extLst>
          </p:cNvPr>
          <p:cNvSpPr/>
          <p:nvPr/>
        </p:nvSpPr>
        <p:spPr>
          <a:xfrm>
            <a:off x="457200" y="940896"/>
            <a:ext cx="11247120" cy="26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500" b="1" dirty="0" err="1">
                <a:solidFill>
                  <a:srgbClr val="F5F7FA"/>
                </a:solidFill>
                <a:latin typeface="Calibri"/>
              </a:rPr>
              <a:t>vector_search</a:t>
            </a:r>
            <a:r>
              <a:rPr sz="1500" b="1" dirty="0">
                <a:solidFill>
                  <a:srgbClr val="F5F7FA"/>
                </a:solidFill>
                <a:latin typeface="Calibri"/>
              </a:rPr>
              <a:t>  ·  dim=256  ·  optimized</a:t>
            </a:r>
          </a:p>
        </p:txBody>
      </p:sp>
      <p:sp>
        <p:nvSpPr>
          <p:cNvPr id="13" name="Rectangle 12">
            <a:extLst>
              <a:ext uri="{FF2B5EF4-FFF2-40B4-BE49-F238E27FC236}">
                <a16:creationId xmlns:a16="http://schemas.microsoft.com/office/drawing/2014/main" id="{CDEDAE77-319D-32CC-0C99-20E4E841860D}"/>
              </a:ext>
            </a:extLst>
          </p:cNvPr>
          <p:cNvSpPr/>
          <p:nvPr/>
        </p:nvSpPr>
        <p:spPr>
          <a:xfrm>
            <a:off x="457200" y="1200896"/>
            <a:ext cx="4498848"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100" b="1">
                <a:solidFill>
                  <a:srgbClr val="7C8494"/>
                </a:solidFill>
                <a:latin typeface="Calibri"/>
              </a:rPr>
              <a:t>METRIC</a:t>
            </a:r>
          </a:p>
        </p:txBody>
      </p:sp>
      <p:sp>
        <p:nvSpPr>
          <p:cNvPr id="15" name="Rectangle 14">
            <a:extLst>
              <a:ext uri="{FF2B5EF4-FFF2-40B4-BE49-F238E27FC236}">
                <a16:creationId xmlns:a16="http://schemas.microsoft.com/office/drawing/2014/main" id="{28D74FC2-472A-709D-A8AC-061637E0EA48}"/>
              </a:ext>
            </a:extLst>
          </p:cNvPr>
          <p:cNvSpPr/>
          <p:nvPr/>
        </p:nvSpPr>
        <p:spPr>
          <a:xfrm>
            <a:off x="4956048" y="1200896"/>
            <a:ext cx="3374136"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100" b="1">
                <a:solidFill>
                  <a:srgbClr val="7C8494"/>
                </a:solidFill>
                <a:latin typeface="Calibri"/>
              </a:rPr>
              <a:t>100 MB  ·  in L3</a:t>
            </a:r>
          </a:p>
        </p:txBody>
      </p:sp>
      <p:sp>
        <p:nvSpPr>
          <p:cNvPr id="17" name="Rectangle 16">
            <a:extLst>
              <a:ext uri="{FF2B5EF4-FFF2-40B4-BE49-F238E27FC236}">
                <a16:creationId xmlns:a16="http://schemas.microsoft.com/office/drawing/2014/main" id="{AEDE4D01-AB23-9E67-16A2-0CD2536970F9}"/>
              </a:ext>
            </a:extLst>
          </p:cNvPr>
          <p:cNvSpPr/>
          <p:nvPr/>
        </p:nvSpPr>
        <p:spPr>
          <a:xfrm>
            <a:off x="8330184" y="1200896"/>
            <a:ext cx="3374136"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100" b="1">
                <a:solidFill>
                  <a:srgbClr val="7C8494"/>
                </a:solidFill>
                <a:latin typeface="Calibri"/>
              </a:rPr>
              <a:t>2 GB  ·  over L3</a:t>
            </a:r>
          </a:p>
        </p:txBody>
      </p:sp>
      <p:sp>
        <p:nvSpPr>
          <p:cNvPr id="19" name="Rectangle 18">
            <a:extLst>
              <a:ext uri="{FF2B5EF4-FFF2-40B4-BE49-F238E27FC236}">
                <a16:creationId xmlns:a16="http://schemas.microsoft.com/office/drawing/2014/main" id="{FB4BADB5-825B-0808-6937-7FD669EEB827}"/>
              </a:ext>
            </a:extLst>
          </p:cNvPr>
          <p:cNvSpPr/>
          <p:nvPr/>
        </p:nvSpPr>
        <p:spPr>
          <a:xfrm>
            <a:off x="457200" y="140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15FF1BC2-E170-A1BE-CB27-4EF73BBC6BF3}"/>
              </a:ext>
            </a:extLst>
          </p:cNvPr>
          <p:cNvSpPr/>
          <p:nvPr/>
        </p:nvSpPr>
        <p:spPr>
          <a:xfrm>
            <a:off x="457200" y="140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working set</a:t>
            </a:r>
          </a:p>
        </p:txBody>
      </p:sp>
      <p:sp>
        <p:nvSpPr>
          <p:cNvPr id="23" name="Rectangle 22">
            <a:extLst>
              <a:ext uri="{FF2B5EF4-FFF2-40B4-BE49-F238E27FC236}">
                <a16:creationId xmlns:a16="http://schemas.microsoft.com/office/drawing/2014/main" id="{A7069542-FD46-D1B6-1FC5-85499D9E2669}"/>
              </a:ext>
            </a:extLst>
          </p:cNvPr>
          <p:cNvSpPr/>
          <p:nvPr/>
        </p:nvSpPr>
        <p:spPr>
          <a:xfrm>
            <a:off x="4956048" y="140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102 MB</a:t>
            </a:r>
          </a:p>
        </p:txBody>
      </p:sp>
      <p:sp>
        <p:nvSpPr>
          <p:cNvPr id="25" name="Rectangle 24">
            <a:extLst>
              <a:ext uri="{FF2B5EF4-FFF2-40B4-BE49-F238E27FC236}">
                <a16:creationId xmlns:a16="http://schemas.microsoft.com/office/drawing/2014/main" id="{1B4F7620-B1E1-753E-CD20-330F659284E4}"/>
              </a:ext>
            </a:extLst>
          </p:cNvPr>
          <p:cNvSpPr/>
          <p:nvPr/>
        </p:nvSpPr>
        <p:spPr>
          <a:xfrm>
            <a:off x="8330184" y="140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2048 MB</a:t>
            </a:r>
          </a:p>
        </p:txBody>
      </p:sp>
      <p:sp>
        <p:nvSpPr>
          <p:cNvPr id="27" name="Rectangle 26">
            <a:extLst>
              <a:ext uri="{FF2B5EF4-FFF2-40B4-BE49-F238E27FC236}">
                <a16:creationId xmlns:a16="http://schemas.microsoft.com/office/drawing/2014/main" id="{0975FD2C-1EB9-3541-DA9F-6FBCAC4DD979}"/>
              </a:ext>
            </a:extLst>
          </p:cNvPr>
          <p:cNvSpPr/>
          <p:nvPr/>
        </p:nvSpPr>
        <p:spPr>
          <a:xfrm>
            <a:off x="457200" y="165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48FB97DF-A7F3-D603-09CC-1A2023845FF7}"/>
              </a:ext>
            </a:extLst>
          </p:cNvPr>
          <p:cNvSpPr/>
          <p:nvPr/>
        </p:nvSpPr>
        <p:spPr>
          <a:xfrm>
            <a:off x="457200" y="165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L1 miss rate</a:t>
            </a:r>
          </a:p>
        </p:txBody>
      </p:sp>
      <p:sp>
        <p:nvSpPr>
          <p:cNvPr id="31" name="Rectangle 30">
            <a:extLst>
              <a:ext uri="{FF2B5EF4-FFF2-40B4-BE49-F238E27FC236}">
                <a16:creationId xmlns:a16="http://schemas.microsoft.com/office/drawing/2014/main" id="{99E1AA6A-FDCF-2680-D9A5-A02FE405E56D}"/>
              </a:ext>
            </a:extLst>
          </p:cNvPr>
          <p:cNvSpPr/>
          <p:nvPr/>
        </p:nvSpPr>
        <p:spPr>
          <a:xfrm>
            <a:off x="4956048" y="165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2.53%</a:t>
            </a:r>
          </a:p>
        </p:txBody>
      </p:sp>
      <p:sp>
        <p:nvSpPr>
          <p:cNvPr id="33" name="Rectangle 32">
            <a:extLst>
              <a:ext uri="{FF2B5EF4-FFF2-40B4-BE49-F238E27FC236}">
                <a16:creationId xmlns:a16="http://schemas.microsoft.com/office/drawing/2014/main" id="{8478C4AC-C083-5C20-7FB9-7A748C91D903}"/>
              </a:ext>
            </a:extLst>
          </p:cNvPr>
          <p:cNvSpPr/>
          <p:nvPr/>
        </p:nvSpPr>
        <p:spPr>
          <a:xfrm>
            <a:off x="8330184" y="165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4.05%</a:t>
            </a:r>
          </a:p>
        </p:txBody>
      </p:sp>
      <p:sp>
        <p:nvSpPr>
          <p:cNvPr id="35" name="Rectangle 34">
            <a:extLst>
              <a:ext uri="{FF2B5EF4-FFF2-40B4-BE49-F238E27FC236}">
                <a16:creationId xmlns:a16="http://schemas.microsoft.com/office/drawing/2014/main" id="{FEA69838-AABA-5BAE-07B5-A00E782F7178}"/>
              </a:ext>
            </a:extLst>
          </p:cNvPr>
          <p:cNvSpPr/>
          <p:nvPr/>
        </p:nvSpPr>
        <p:spPr>
          <a:xfrm>
            <a:off x="457200" y="191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E298B3AA-D1DD-B5FB-DB5F-A92C33683B9E}"/>
              </a:ext>
            </a:extLst>
          </p:cNvPr>
          <p:cNvSpPr/>
          <p:nvPr/>
        </p:nvSpPr>
        <p:spPr>
          <a:xfrm>
            <a:off x="457200" y="191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L1 misses / call</a:t>
            </a:r>
          </a:p>
        </p:txBody>
      </p:sp>
      <p:sp>
        <p:nvSpPr>
          <p:cNvPr id="39" name="Rectangle 38">
            <a:extLst>
              <a:ext uri="{FF2B5EF4-FFF2-40B4-BE49-F238E27FC236}">
                <a16:creationId xmlns:a16="http://schemas.microsoft.com/office/drawing/2014/main" id="{DF276986-2429-8AA7-B808-DD613AC72F46}"/>
              </a:ext>
            </a:extLst>
          </p:cNvPr>
          <p:cNvSpPr/>
          <p:nvPr/>
        </p:nvSpPr>
        <p:spPr>
          <a:xfrm>
            <a:off x="4956048" y="191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12.1 M</a:t>
            </a:r>
          </a:p>
        </p:txBody>
      </p:sp>
      <p:sp>
        <p:nvSpPr>
          <p:cNvPr id="41" name="Rectangle 40">
            <a:extLst>
              <a:ext uri="{FF2B5EF4-FFF2-40B4-BE49-F238E27FC236}">
                <a16:creationId xmlns:a16="http://schemas.microsoft.com/office/drawing/2014/main" id="{6B3ABABC-DA13-856F-14F0-4ECDC2254221}"/>
              </a:ext>
            </a:extLst>
          </p:cNvPr>
          <p:cNvSpPr/>
          <p:nvPr/>
        </p:nvSpPr>
        <p:spPr>
          <a:xfrm>
            <a:off x="8330184" y="191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6C85F"/>
                </a:solidFill>
                <a:latin typeface="Calibri"/>
              </a:rPr>
              <a:t>330 M</a:t>
            </a:r>
          </a:p>
        </p:txBody>
      </p:sp>
      <p:sp>
        <p:nvSpPr>
          <p:cNvPr id="43" name="Rectangle 42">
            <a:extLst>
              <a:ext uri="{FF2B5EF4-FFF2-40B4-BE49-F238E27FC236}">
                <a16:creationId xmlns:a16="http://schemas.microsoft.com/office/drawing/2014/main" id="{764E391D-7229-59DD-DF01-8A7C5EAF4D97}"/>
              </a:ext>
            </a:extLst>
          </p:cNvPr>
          <p:cNvSpPr/>
          <p:nvPr/>
        </p:nvSpPr>
        <p:spPr>
          <a:xfrm>
            <a:off x="457200" y="216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EAF70097-C155-C5CF-F9C5-D9C534011FB1}"/>
              </a:ext>
            </a:extLst>
          </p:cNvPr>
          <p:cNvSpPr/>
          <p:nvPr/>
        </p:nvSpPr>
        <p:spPr>
          <a:xfrm>
            <a:off x="457200" y="216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cache-miss rate</a:t>
            </a:r>
          </a:p>
        </p:txBody>
      </p:sp>
      <p:sp>
        <p:nvSpPr>
          <p:cNvPr id="47" name="Rectangle 46">
            <a:extLst>
              <a:ext uri="{FF2B5EF4-FFF2-40B4-BE49-F238E27FC236}">
                <a16:creationId xmlns:a16="http://schemas.microsoft.com/office/drawing/2014/main" id="{DB9F8226-13BF-6319-9DAC-A58816AE103F}"/>
              </a:ext>
            </a:extLst>
          </p:cNvPr>
          <p:cNvSpPr/>
          <p:nvPr/>
        </p:nvSpPr>
        <p:spPr>
          <a:xfrm>
            <a:off x="4956048" y="216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7.36%</a:t>
            </a:r>
          </a:p>
        </p:txBody>
      </p:sp>
      <p:sp>
        <p:nvSpPr>
          <p:cNvPr id="49" name="Rectangle 48">
            <a:extLst>
              <a:ext uri="{FF2B5EF4-FFF2-40B4-BE49-F238E27FC236}">
                <a16:creationId xmlns:a16="http://schemas.microsoft.com/office/drawing/2014/main" id="{DF688393-B11B-7AC3-3D4F-2C01383E8A80}"/>
              </a:ext>
            </a:extLst>
          </p:cNvPr>
          <p:cNvSpPr/>
          <p:nvPr/>
        </p:nvSpPr>
        <p:spPr>
          <a:xfrm>
            <a:off x="8330184" y="216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6.06%</a:t>
            </a:r>
          </a:p>
        </p:txBody>
      </p:sp>
      <p:sp>
        <p:nvSpPr>
          <p:cNvPr id="51" name="Rectangle 50">
            <a:extLst>
              <a:ext uri="{FF2B5EF4-FFF2-40B4-BE49-F238E27FC236}">
                <a16:creationId xmlns:a16="http://schemas.microsoft.com/office/drawing/2014/main" id="{D488465F-C7D3-AB02-EEBD-E52F305D7441}"/>
              </a:ext>
            </a:extLst>
          </p:cNvPr>
          <p:cNvSpPr/>
          <p:nvPr/>
        </p:nvSpPr>
        <p:spPr>
          <a:xfrm>
            <a:off x="457200" y="242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3BC3CA37-01DB-5123-9B10-FDC77A682475}"/>
              </a:ext>
            </a:extLst>
          </p:cNvPr>
          <p:cNvSpPr/>
          <p:nvPr/>
        </p:nvSpPr>
        <p:spPr>
          <a:xfrm>
            <a:off x="457200" y="242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cache-misses / call</a:t>
            </a:r>
          </a:p>
        </p:txBody>
      </p:sp>
      <p:sp>
        <p:nvSpPr>
          <p:cNvPr id="55" name="Rectangle 54">
            <a:extLst>
              <a:ext uri="{FF2B5EF4-FFF2-40B4-BE49-F238E27FC236}">
                <a16:creationId xmlns:a16="http://schemas.microsoft.com/office/drawing/2014/main" id="{C43B6F08-B9E2-5DDE-543F-93437A112A25}"/>
              </a:ext>
            </a:extLst>
          </p:cNvPr>
          <p:cNvSpPr/>
          <p:nvPr/>
        </p:nvSpPr>
        <p:spPr>
          <a:xfrm>
            <a:off x="4956048" y="242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2.30 M</a:t>
            </a:r>
          </a:p>
        </p:txBody>
      </p:sp>
      <p:sp>
        <p:nvSpPr>
          <p:cNvPr id="57" name="Rectangle 56">
            <a:extLst>
              <a:ext uri="{FF2B5EF4-FFF2-40B4-BE49-F238E27FC236}">
                <a16:creationId xmlns:a16="http://schemas.microsoft.com/office/drawing/2014/main" id="{F0A885E4-DC07-7337-5365-4FE4D9625931}"/>
              </a:ext>
            </a:extLst>
          </p:cNvPr>
          <p:cNvSpPr/>
          <p:nvPr/>
        </p:nvSpPr>
        <p:spPr>
          <a:xfrm>
            <a:off x="8330184" y="242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6C85F"/>
                </a:solidFill>
                <a:latin typeface="Calibri"/>
              </a:rPr>
              <a:t>50.5 M</a:t>
            </a:r>
          </a:p>
        </p:txBody>
      </p:sp>
      <p:sp>
        <p:nvSpPr>
          <p:cNvPr id="59" name="Rectangle 58">
            <a:extLst>
              <a:ext uri="{FF2B5EF4-FFF2-40B4-BE49-F238E27FC236}">
                <a16:creationId xmlns:a16="http://schemas.microsoft.com/office/drawing/2014/main" id="{0A135BC1-3FC6-5CCC-B21C-98567D6F6287}"/>
              </a:ext>
            </a:extLst>
          </p:cNvPr>
          <p:cNvSpPr/>
          <p:nvPr/>
        </p:nvSpPr>
        <p:spPr>
          <a:xfrm>
            <a:off x="457200" y="267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a:extLst>
              <a:ext uri="{FF2B5EF4-FFF2-40B4-BE49-F238E27FC236}">
                <a16:creationId xmlns:a16="http://schemas.microsoft.com/office/drawing/2014/main" id="{22266543-D341-D8FA-77B1-3C216A91E13B}"/>
              </a:ext>
            </a:extLst>
          </p:cNvPr>
          <p:cNvSpPr/>
          <p:nvPr/>
        </p:nvSpPr>
        <p:spPr>
          <a:xfrm>
            <a:off x="457200" y="267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cache-references</a:t>
            </a:r>
          </a:p>
        </p:txBody>
      </p:sp>
      <p:sp>
        <p:nvSpPr>
          <p:cNvPr id="63" name="Rectangle 62">
            <a:extLst>
              <a:ext uri="{FF2B5EF4-FFF2-40B4-BE49-F238E27FC236}">
                <a16:creationId xmlns:a16="http://schemas.microsoft.com/office/drawing/2014/main" id="{4A1F6A1D-0976-6A77-E7B4-B6E3F63388AC}"/>
              </a:ext>
            </a:extLst>
          </p:cNvPr>
          <p:cNvSpPr/>
          <p:nvPr/>
        </p:nvSpPr>
        <p:spPr>
          <a:xfrm>
            <a:off x="4956048" y="267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626 M</a:t>
            </a:r>
          </a:p>
        </p:txBody>
      </p:sp>
      <p:sp>
        <p:nvSpPr>
          <p:cNvPr id="65" name="Rectangle 64">
            <a:extLst>
              <a:ext uri="{FF2B5EF4-FFF2-40B4-BE49-F238E27FC236}">
                <a16:creationId xmlns:a16="http://schemas.microsoft.com/office/drawing/2014/main" id="{ABA2AC1D-6EBB-E4EC-D3E9-476BEAC1EEE1}"/>
              </a:ext>
            </a:extLst>
          </p:cNvPr>
          <p:cNvSpPr/>
          <p:nvPr/>
        </p:nvSpPr>
        <p:spPr>
          <a:xfrm>
            <a:off x="8330184" y="267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3.33 B</a:t>
            </a:r>
          </a:p>
        </p:txBody>
      </p:sp>
      <p:sp>
        <p:nvSpPr>
          <p:cNvPr id="67" name="Rectangle 66">
            <a:extLst>
              <a:ext uri="{FF2B5EF4-FFF2-40B4-BE49-F238E27FC236}">
                <a16:creationId xmlns:a16="http://schemas.microsoft.com/office/drawing/2014/main" id="{4349FBFE-60CB-4E12-E1BA-5390135E4E43}"/>
              </a:ext>
            </a:extLst>
          </p:cNvPr>
          <p:cNvSpPr/>
          <p:nvPr/>
        </p:nvSpPr>
        <p:spPr>
          <a:xfrm>
            <a:off x="457200" y="293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a:extLst>
              <a:ext uri="{FF2B5EF4-FFF2-40B4-BE49-F238E27FC236}">
                <a16:creationId xmlns:a16="http://schemas.microsoft.com/office/drawing/2014/main" id="{CDD837A8-5AF6-82A3-2414-FD36655D5C15}"/>
              </a:ext>
            </a:extLst>
          </p:cNvPr>
          <p:cNvSpPr/>
          <p:nvPr/>
        </p:nvSpPr>
        <p:spPr>
          <a:xfrm>
            <a:off x="457200" y="293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L1-dcache-loads</a:t>
            </a:r>
          </a:p>
        </p:txBody>
      </p:sp>
      <p:sp>
        <p:nvSpPr>
          <p:cNvPr id="71" name="Rectangle 70">
            <a:extLst>
              <a:ext uri="{FF2B5EF4-FFF2-40B4-BE49-F238E27FC236}">
                <a16:creationId xmlns:a16="http://schemas.microsoft.com/office/drawing/2014/main" id="{37EA678D-8C74-559F-0C29-12FB4F15B4FB}"/>
              </a:ext>
            </a:extLst>
          </p:cNvPr>
          <p:cNvSpPr/>
          <p:nvPr/>
        </p:nvSpPr>
        <p:spPr>
          <a:xfrm>
            <a:off x="4956048" y="293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9.54 B</a:t>
            </a:r>
          </a:p>
        </p:txBody>
      </p:sp>
      <p:sp>
        <p:nvSpPr>
          <p:cNvPr id="73" name="Rectangle 72">
            <a:extLst>
              <a:ext uri="{FF2B5EF4-FFF2-40B4-BE49-F238E27FC236}">
                <a16:creationId xmlns:a16="http://schemas.microsoft.com/office/drawing/2014/main" id="{A2039F10-3234-BB85-C351-A84F9959B3A4}"/>
              </a:ext>
            </a:extLst>
          </p:cNvPr>
          <p:cNvSpPr/>
          <p:nvPr/>
        </p:nvSpPr>
        <p:spPr>
          <a:xfrm>
            <a:off x="8330184" y="293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32.6 B</a:t>
            </a:r>
          </a:p>
        </p:txBody>
      </p:sp>
      <p:sp>
        <p:nvSpPr>
          <p:cNvPr id="75" name="Rectangle 74">
            <a:extLst>
              <a:ext uri="{FF2B5EF4-FFF2-40B4-BE49-F238E27FC236}">
                <a16:creationId xmlns:a16="http://schemas.microsoft.com/office/drawing/2014/main" id="{74A19FE3-3378-393E-E8FF-EFD083CEAC0F}"/>
              </a:ext>
            </a:extLst>
          </p:cNvPr>
          <p:cNvSpPr/>
          <p:nvPr/>
        </p:nvSpPr>
        <p:spPr>
          <a:xfrm>
            <a:off x="457200" y="318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a:extLst>
              <a:ext uri="{FF2B5EF4-FFF2-40B4-BE49-F238E27FC236}">
                <a16:creationId xmlns:a16="http://schemas.microsoft.com/office/drawing/2014/main" id="{700EF3A5-CBDB-E008-5BD4-987C00804FD3}"/>
              </a:ext>
            </a:extLst>
          </p:cNvPr>
          <p:cNvSpPr/>
          <p:nvPr/>
        </p:nvSpPr>
        <p:spPr>
          <a:xfrm>
            <a:off x="457200" y="318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IPC</a:t>
            </a:r>
          </a:p>
        </p:txBody>
      </p:sp>
      <p:sp>
        <p:nvSpPr>
          <p:cNvPr id="79" name="Rectangle 78">
            <a:extLst>
              <a:ext uri="{FF2B5EF4-FFF2-40B4-BE49-F238E27FC236}">
                <a16:creationId xmlns:a16="http://schemas.microsoft.com/office/drawing/2014/main" id="{068DE6BC-2BD7-8876-BE6D-7D43C75B5145}"/>
              </a:ext>
            </a:extLst>
          </p:cNvPr>
          <p:cNvSpPr/>
          <p:nvPr/>
        </p:nvSpPr>
        <p:spPr>
          <a:xfrm>
            <a:off x="4956048" y="318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0.45</a:t>
            </a:r>
          </a:p>
        </p:txBody>
      </p:sp>
      <p:sp>
        <p:nvSpPr>
          <p:cNvPr id="81" name="Rectangle 80">
            <a:extLst>
              <a:ext uri="{FF2B5EF4-FFF2-40B4-BE49-F238E27FC236}">
                <a16:creationId xmlns:a16="http://schemas.microsoft.com/office/drawing/2014/main" id="{4515E965-EFA3-49C8-0C0F-409B4842BA1A}"/>
              </a:ext>
            </a:extLst>
          </p:cNvPr>
          <p:cNvSpPr/>
          <p:nvPr/>
        </p:nvSpPr>
        <p:spPr>
          <a:xfrm>
            <a:off x="8330184" y="318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0.58</a:t>
            </a:r>
          </a:p>
        </p:txBody>
      </p:sp>
      <p:sp>
        <p:nvSpPr>
          <p:cNvPr id="83" name="Rectangle 82">
            <a:extLst>
              <a:ext uri="{FF2B5EF4-FFF2-40B4-BE49-F238E27FC236}">
                <a16:creationId xmlns:a16="http://schemas.microsoft.com/office/drawing/2014/main" id="{EB8D91BE-3779-70CE-6122-057D29300A9C}"/>
              </a:ext>
            </a:extLst>
          </p:cNvPr>
          <p:cNvSpPr/>
          <p:nvPr/>
        </p:nvSpPr>
        <p:spPr>
          <a:xfrm>
            <a:off x="457200" y="3520896"/>
            <a:ext cx="11247120" cy="260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a:extLst>
              <a:ext uri="{FF2B5EF4-FFF2-40B4-BE49-F238E27FC236}">
                <a16:creationId xmlns:a16="http://schemas.microsoft.com/office/drawing/2014/main" id="{C2002EA3-2490-0ADD-136D-E7B3E2DCD164}"/>
              </a:ext>
            </a:extLst>
          </p:cNvPr>
          <p:cNvSpPr/>
          <p:nvPr/>
        </p:nvSpPr>
        <p:spPr>
          <a:xfrm>
            <a:off x="457200" y="3560896"/>
            <a:ext cx="45720" cy="180000"/>
          </a:xfrm>
          <a:prstGeom prst="rect">
            <a:avLst/>
          </a:prstGeom>
          <a:solidFill>
            <a:srgbClr val="F6C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a:extLst>
              <a:ext uri="{FF2B5EF4-FFF2-40B4-BE49-F238E27FC236}">
                <a16:creationId xmlns:a16="http://schemas.microsoft.com/office/drawing/2014/main" id="{0F390EAD-1664-82E8-F94B-96D72555211A}"/>
              </a:ext>
            </a:extLst>
          </p:cNvPr>
          <p:cNvSpPr/>
          <p:nvPr/>
        </p:nvSpPr>
        <p:spPr>
          <a:xfrm>
            <a:off x="457200" y="3520896"/>
            <a:ext cx="11247120" cy="26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500" b="1">
                <a:solidFill>
                  <a:srgbClr val="F5F7FA"/>
                </a:solidFill>
                <a:latin typeface="Calibri"/>
              </a:rPr>
              <a:t>rerank  ·  dim=256  ·  optimized</a:t>
            </a:r>
          </a:p>
        </p:txBody>
      </p:sp>
      <p:sp>
        <p:nvSpPr>
          <p:cNvPr id="89" name="Rectangle 88">
            <a:extLst>
              <a:ext uri="{FF2B5EF4-FFF2-40B4-BE49-F238E27FC236}">
                <a16:creationId xmlns:a16="http://schemas.microsoft.com/office/drawing/2014/main" id="{C2E48EF3-27B9-A9DA-7682-FAF4D52AEEC9}"/>
              </a:ext>
            </a:extLst>
          </p:cNvPr>
          <p:cNvSpPr/>
          <p:nvPr/>
        </p:nvSpPr>
        <p:spPr>
          <a:xfrm>
            <a:off x="457200" y="3780896"/>
            <a:ext cx="4498848"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100" b="1">
                <a:solidFill>
                  <a:srgbClr val="7C8494"/>
                </a:solidFill>
                <a:latin typeface="Calibri"/>
              </a:rPr>
              <a:t>METRIC</a:t>
            </a:r>
          </a:p>
        </p:txBody>
      </p:sp>
      <p:sp>
        <p:nvSpPr>
          <p:cNvPr id="91" name="Rectangle 90">
            <a:extLst>
              <a:ext uri="{FF2B5EF4-FFF2-40B4-BE49-F238E27FC236}">
                <a16:creationId xmlns:a16="http://schemas.microsoft.com/office/drawing/2014/main" id="{B228F117-B2E2-61E0-EFF2-905363C464A3}"/>
              </a:ext>
            </a:extLst>
          </p:cNvPr>
          <p:cNvSpPr/>
          <p:nvPr/>
        </p:nvSpPr>
        <p:spPr>
          <a:xfrm>
            <a:off x="4956048" y="3780896"/>
            <a:ext cx="3374136"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100" b="1">
                <a:solidFill>
                  <a:srgbClr val="7C8494"/>
                </a:solidFill>
                <a:latin typeface="Calibri"/>
              </a:rPr>
              <a:t>100 MB  ·  in L3</a:t>
            </a:r>
          </a:p>
        </p:txBody>
      </p:sp>
      <p:sp>
        <p:nvSpPr>
          <p:cNvPr id="93" name="Rectangle 92">
            <a:extLst>
              <a:ext uri="{FF2B5EF4-FFF2-40B4-BE49-F238E27FC236}">
                <a16:creationId xmlns:a16="http://schemas.microsoft.com/office/drawing/2014/main" id="{2C6FC2B7-95D8-728E-DC7C-44016B8AB436}"/>
              </a:ext>
            </a:extLst>
          </p:cNvPr>
          <p:cNvSpPr/>
          <p:nvPr/>
        </p:nvSpPr>
        <p:spPr>
          <a:xfrm>
            <a:off x="8330184" y="3780896"/>
            <a:ext cx="3374136" cy="2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100" b="1">
                <a:solidFill>
                  <a:srgbClr val="7C8494"/>
                </a:solidFill>
                <a:latin typeface="Calibri"/>
              </a:rPr>
              <a:t>2 GB  ·  over L3</a:t>
            </a:r>
          </a:p>
        </p:txBody>
      </p:sp>
      <p:sp>
        <p:nvSpPr>
          <p:cNvPr id="95" name="Rectangle 94">
            <a:extLst>
              <a:ext uri="{FF2B5EF4-FFF2-40B4-BE49-F238E27FC236}">
                <a16:creationId xmlns:a16="http://schemas.microsoft.com/office/drawing/2014/main" id="{8C742199-FD61-CC02-7CB3-87B559A30103}"/>
              </a:ext>
            </a:extLst>
          </p:cNvPr>
          <p:cNvSpPr/>
          <p:nvPr/>
        </p:nvSpPr>
        <p:spPr>
          <a:xfrm>
            <a:off x="457200" y="398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a:extLst>
              <a:ext uri="{FF2B5EF4-FFF2-40B4-BE49-F238E27FC236}">
                <a16:creationId xmlns:a16="http://schemas.microsoft.com/office/drawing/2014/main" id="{DE11283A-AEC7-C93B-DD92-7235F7E17CAE}"/>
              </a:ext>
            </a:extLst>
          </p:cNvPr>
          <p:cNvSpPr/>
          <p:nvPr/>
        </p:nvSpPr>
        <p:spPr>
          <a:xfrm>
            <a:off x="457200" y="398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working set</a:t>
            </a:r>
          </a:p>
        </p:txBody>
      </p:sp>
      <p:sp>
        <p:nvSpPr>
          <p:cNvPr id="99" name="Rectangle 98">
            <a:extLst>
              <a:ext uri="{FF2B5EF4-FFF2-40B4-BE49-F238E27FC236}">
                <a16:creationId xmlns:a16="http://schemas.microsoft.com/office/drawing/2014/main" id="{804C6576-9993-D220-2C01-A9E09C65B61B}"/>
              </a:ext>
            </a:extLst>
          </p:cNvPr>
          <p:cNvSpPr/>
          <p:nvPr/>
        </p:nvSpPr>
        <p:spPr>
          <a:xfrm>
            <a:off x="4956048" y="398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102 MB</a:t>
            </a:r>
          </a:p>
        </p:txBody>
      </p:sp>
      <p:sp>
        <p:nvSpPr>
          <p:cNvPr id="101" name="Rectangle 100">
            <a:extLst>
              <a:ext uri="{FF2B5EF4-FFF2-40B4-BE49-F238E27FC236}">
                <a16:creationId xmlns:a16="http://schemas.microsoft.com/office/drawing/2014/main" id="{960C2944-D919-FDC9-9276-0FA022530DE2}"/>
              </a:ext>
            </a:extLst>
          </p:cNvPr>
          <p:cNvSpPr/>
          <p:nvPr/>
        </p:nvSpPr>
        <p:spPr>
          <a:xfrm>
            <a:off x="8330184" y="398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2048 MB</a:t>
            </a:r>
          </a:p>
        </p:txBody>
      </p:sp>
      <p:sp>
        <p:nvSpPr>
          <p:cNvPr id="103" name="Rectangle 102">
            <a:extLst>
              <a:ext uri="{FF2B5EF4-FFF2-40B4-BE49-F238E27FC236}">
                <a16:creationId xmlns:a16="http://schemas.microsoft.com/office/drawing/2014/main" id="{CAEF648D-27EF-3DB1-27F3-65E36FD4EED2}"/>
              </a:ext>
            </a:extLst>
          </p:cNvPr>
          <p:cNvSpPr/>
          <p:nvPr/>
        </p:nvSpPr>
        <p:spPr>
          <a:xfrm>
            <a:off x="457200" y="423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a:extLst>
              <a:ext uri="{FF2B5EF4-FFF2-40B4-BE49-F238E27FC236}">
                <a16:creationId xmlns:a16="http://schemas.microsoft.com/office/drawing/2014/main" id="{6EDC4DC7-96B8-C670-CCF0-F6F7586AC74A}"/>
              </a:ext>
            </a:extLst>
          </p:cNvPr>
          <p:cNvSpPr/>
          <p:nvPr/>
        </p:nvSpPr>
        <p:spPr>
          <a:xfrm>
            <a:off x="457200" y="423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L1 miss rate</a:t>
            </a:r>
          </a:p>
        </p:txBody>
      </p:sp>
      <p:sp>
        <p:nvSpPr>
          <p:cNvPr id="107" name="Rectangle 106">
            <a:extLst>
              <a:ext uri="{FF2B5EF4-FFF2-40B4-BE49-F238E27FC236}">
                <a16:creationId xmlns:a16="http://schemas.microsoft.com/office/drawing/2014/main" id="{37AA3A2F-3545-6D17-36C0-6810FF3F3C57}"/>
              </a:ext>
            </a:extLst>
          </p:cNvPr>
          <p:cNvSpPr/>
          <p:nvPr/>
        </p:nvSpPr>
        <p:spPr>
          <a:xfrm>
            <a:off x="4956048" y="423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1.72%</a:t>
            </a:r>
          </a:p>
        </p:txBody>
      </p:sp>
      <p:sp>
        <p:nvSpPr>
          <p:cNvPr id="109" name="Rectangle 108">
            <a:extLst>
              <a:ext uri="{FF2B5EF4-FFF2-40B4-BE49-F238E27FC236}">
                <a16:creationId xmlns:a16="http://schemas.microsoft.com/office/drawing/2014/main" id="{862EC627-45E8-46C8-912B-4DA77FA5DEB7}"/>
              </a:ext>
            </a:extLst>
          </p:cNvPr>
          <p:cNvSpPr/>
          <p:nvPr/>
        </p:nvSpPr>
        <p:spPr>
          <a:xfrm>
            <a:off x="8330184" y="423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1.66%</a:t>
            </a:r>
          </a:p>
        </p:txBody>
      </p:sp>
      <p:sp>
        <p:nvSpPr>
          <p:cNvPr id="111" name="Rectangle 110">
            <a:extLst>
              <a:ext uri="{FF2B5EF4-FFF2-40B4-BE49-F238E27FC236}">
                <a16:creationId xmlns:a16="http://schemas.microsoft.com/office/drawing/2014/main" id="{CC7EE1CE-B026-57A7-C981-79F575FA21EA}"/>
              </a:ext>
            </a:extLst>
          </p:cNvPr>
          <p:cNvSpPr/>
          <p:nvPr/>
        </p:nvSpPr>
        <p:spPr>
          <a:xfrm>
            <a:off x="457200" y="449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a:extLst>
              <a:ext uri="{FF2B5EF4-FFF2-40B4-BE49-F238E27FC236}">
                <a16:creationId xmlns:a16="http://schemas.microsoft.com/office/drawing/2014/main" id="{B041F586-98C6-B0EB-ACFF-950C7CAE900B}"/>
              </a:ext>
            </a:extLst>
          </p:cNvPr>
          <p:cNvSpPr/>
          <p:nvPr/>
        </p:nvSpPr>
        <p:spPr>
          <a:xfrm>
            <a:off x="457200" y="449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L1 misses / call</a:t>
            </a:r>
          </a:p>
        </p:txBody>
      </p:sp>
      <p:sp>
        <p:nvSpPr>
          <p:cNvPr id="115" name="Rectangle 114">
            <a:extLst>
              <a:ext uri="{FF2B5EF4-FFF2-40B4-BE49-F238E27FC236}">
                <a16:creationId xmlns:a16="http://schemas.microsoft.com/office/drawing/2014/main" id="{C6D0FC7E-6865-F192-657C-BD91B2E281AC}"/>
              </a:ext>
            </a:extLst>
          </p:cNvPr>
          <p:cNvSpPr/>
          <p:nvPr/>
        </p:nvSpPr>
        <p:spPr>
          <a:xfrm>
            <a:off x="4956048" y="449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3.00 M</a:t>
            </a:r>
          </a:p>
        </p:txBody>
      </p:sp>
      <p:sp>
        <p:nvSpPr>
          <p:cNvPr id="117" name="Rectangle 116">
            <a:extLst>
              <a:ext uri="{FF2B5EF4-FFF2-40B4-BE49-F238E27FC236}">
                <a16:creationId xmlns:a16="http://schemas.microsoft.com/office/drawing/2014/main" id="{7479EBCE-6B44-74D7-E8E2-35E1730FE2EB}"/>
              </a:ext>
            </a:extLst>
          </p:cNvPr>
          <p:cNvSpPr/>
          <p:nvPr/>
        </p:nvSpPr>
        <p:spPr>
          <a:xfrm>
            <a:off x="8330184" y="449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6C85F"/>
                </a:solidFill>
                <a:latin typeface="Calibri"/>
              </a:rPr>
              <a:t>83.5 M</a:t>
            </a:r>
          </a:p>
        </p:txBody>
      </p:sp>
      <p:sp>
        <p:nvSpPr>
          <p:cNvPr id="119" name="Rectangle 118">
            <a:extLst>
              <a:ext uri="{FF2B5EF4-FFF2-40B4-BE49-F238E27FC236}">
                <a16:creationId xmlns:a16="http://schemas.microsoft.com/office/drawing/2014/main" id="{01716845-967E-05C6-841E-3B84D032870A}"/>
              </a:ext>
            </a:extLst>
          </p:cNvPr>
          <p:cNvSpPr/>
          <p:nvPr/>
        </p:nvSpPr>
        <p:spPr>
          <a:xfrm>
            <a:off x="457200" y="474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a:extLst>
              <a:ext uri="{FF2B5EF4-FFF2-40B4-BE49-F238E27FC236}">
                <a16:creationId xmlns:a16="http://schemas.microsoft.com/office/drawing/2014/main" id="{6DC8AD1F-DBCB-4C12-9809-DCD340BDBFE2}"/>
              </a:ext>
            </a:extLst>
          </p:cNvPr>
          <p:cNvSpPr/>
          <p:nvPr/>
        </p:nvSpPr>
        <p:spPr>
          <a:xfrm>
            <a:off x="457200" y="474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cache-miss rate</a:t>
            </a:r>
          </a:p>
        </p:txBody>
      </p:sp>
      <p:sp>
        <p:nvSpPr>
          <p:cNvPr id="123" name="Rectangle 122">
            <a:extLst>
              <a:ext uri="{FF2B5EF4-FFF2-40B4-BE49-F238E27FC236}">
                <a16:creationId xmlns:a16="http://schemas.microsoft.com/office/drawing/2014/main" id="{0068CA00-2515-F733-CC0E-4B017B76539F}"/>
              </a:ext>
            </a:extLst>
          </p:cNvPr>
          <p:cNvSpPr/>
          <p:nvPr/>
        </p:nvSpPr>
        <p:spPr>
          <a:xfrm>
            <a:off x="4956048" y="474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29.0%</a:t>
            </a:r>
          </a:p>
        </p:txBody>
      </p:sp>
      <p:sp>
        <p:nvSpPr>
          <p:cNvPr id="125" name="Rectangle 124">
            <a:extLst>
              <a:ext uri="{FF2B5EF4-FFF2-40B4-BE49-F238E27FC236}">
                <a16:creationId xmlns:a16="http://schemas.microsoft.com/office/drawing/2014/main" id="{C0E37943-13CE-851B-373E-6B33D345AA12}"/>
              </a:ext>
            </a:extLst>
          </p:cNvPr>
          <p:cNvSpPr/>
          <p:nvPr/>
        </p:nvSpPr>
        <p:spPr>
          <a:xfrm>
            <a:off x="8330184" y="474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18.4%</a:t>
            </a:r>
          </a:p>
        </p:txBody>
      </p:sp>
      <p:sp>
        <p:nvSpPr>
          <p:cNvPr id="127" name="Rectangle 126">
            <a:extLst>
              <a:ext uri="{FF2B5EF4-FFF2-40B4-BE49-F238E27FC236}">
                <a16:creationId xmlns:a16="http://schemas.microsoft.com/office/drawing/2014/main" id="{3CA0069B-4167-5DCC-AD8D-02081EEFDAD5}"/>
              </a:ext>
            </a:extLst>
          </p:cNvPr>
          <p:cNvSpPr/>
          <p:nvPr/>
        </p:nvSpPr>
        <p:spPr>
          <a:xfrm>
            <a:off x="457200" y="500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Rectangle 128">
            <a:extLst>
              <a:ext uri="{FF2B5EF4-FFF2-40B4-BE49-F238E27FC236}">
                <a16:creationId xmlns:a16="http://schemas.microsoft.com/office/drawing/2014/main" id="{ECC0BEE7-0D1B-CFD8-09C9-2BB8E9521072}"/>
              </a:ext>
            </a:extLst>
          </p:cNvPr>
          <p:cNvSpPr/>
          <p:nvPr/>
        </p:nvSpPr>
        <p:spPr>
          <a:xfrm>
            <a:off x="457200" y="500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cache-misses / call</a:t>
            </a:r>
          </a:p>
        </p:txBody>
      </p:sp>
      <p:sp>
        <p:nvSpPr>
          <p:cNvPr id="131" name="Rectangle 130">
            <a:extLst>
              <a:ext uri="{FF2B5EF4-FFF2-40B4-BE49-F238E27FC236}">
                <a16:creationId xmlns:a16="http://schemas.microsoft.com/office/drawing/2014/main" id="{DE92A559-2958-98D7-69A4-BB42768DD764}"/>
              </a:ext>
            </a:extLst>
          </p:cNvPr>
          <p:cNvSpPr/>
          <p:nvPr/>
        </p:nvSpPr>
        <p:spPr>
          <a:xfrm>
            <a:off x="4956048" y="500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1.86 M</a:t>
            </a:r>
          </a:p>
        </p:txBody>
      </p:sp>
      <p:sp>
        <p:nvSpPr>
          <p:cNvPr id="133" name="Rectangle 132">
            <a:extLst>
              <a:ext uri="{FF2B5EF4-FFF2-40B4-BE49-F238E27FC236}">
                <a16:creationId xmlns:a16="http://schemas.microsoft.com/office/drawing/2014/main" id="{0B86EFD3-B02B-298C-6067-8EAFDD361753}"/>
              </a:ext>
            </a:extLst>
          </p:cNvPr>
          <p:cNvSpPr/>
          <p:nvPr/>
        </p:nvSpPr>
        <p:spPr>
          <a:xfrm>
            <a:off x="8330184" y="500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6C85F"/>
                </a:solidFill>
                <a:latin typeface="Calibri"/>
              </a:rPr>
              <a:t>37.2 M</a:t>
            </a:r>
          </a:p>
        </p:txBody>
      </p:sp>
      <p:sp>
        <p:nvSpPr>
          <p:cNvPr id="135" name="Rectangle 134">
            <a:extLst>
              <a:ext uri="{FF2B5EF4-FFF2-40B4-BE49-F238E27FC236}">
                <a16:creationId xmlns:a16="http://schemas.microsoft.com/office/drawing/2014/main" id="{0011B2C2-BD1F-F854-5DAC-96F2941F6CFF}"/>
              </a:ext>
            </a:extLst>
          </p:cNvPr>
          <p:cNvSpPr/>
          <p:nvPr/>
        </p:nvSpPr>
        <p:spPr>
          <a:xfrm>
            <a:off x="457200" y="525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a:extLst>
              <a:ext uri="{FF2B5EF4-FFF2-40B4-BE49-F238E27FC236}">
                <a16:creationId xmlns:a16="http://schemas.microsoft.com/office/drawing/2014/main" id="{C80C03D8-D180-A60D-E078-A0D33C057A47}"/>
              </a:ext>
            </a:extLst>
          </p:cNvPr>
          <p:cNvSpPr/>
          <p:nvPr/>
        </p:nvSpPr>
        <p:spPr>
          <a:xfrm>
            <a:off x="457200" y="525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cache-references</a:t>
            </a:r>
          </a:p>
        </p:txBody>
      </p:sp>
      <p:sp>
        <p:nvSpPr>
          <p:cNvPr id="139" name="Rectangle 138">
            <a:extLst>
              <a:ext uri="{FF2B5EF4-FFF2-40B4-BE49-F238E27FC236}">
                <a16:creationId xmlns:a16="http://schemas.microsoft.com/office/drawing/2014/main" id="{F3F202BC-FCDC-D62F-C9DA-49F93EE96F07}"/>
              </a:ext>
            </a:extLst>
          </p:cNvPr>
          <p:cNvSpPr/>
          <p:nvPr/>
        </p:nvSpPr>
        <p:spPr>
          <a:xfrm>
            <a:off x="4956048" y="525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128 M</a:t>
            </a:r>
          </a:p>
        </p:txBody>
      </p:sp>
      <p:sp>
        <p:nvSpPr>
          <p:cNvPr id="141" name="Rectangle 140">
            <a:extLst>
              <a:ext uri="{FF2B5EF4-FFF2-40B4-BE49-F238E27FC236}">
                <a16:creationId xmlns:a16="http://schemas.microsoft.com/office/drawing/2014/main" id="{015601CB-95ED-C904-5D1C-5B083F3F9BCC}"/>
              </a:ext>
            </a:extLst>
          </p:cNvPr>
          <p:cNvSpPr/>
          <p:nvPr/>
        </p:nvSpPr>
        <p:spPr>
          <a:xfrm>
            <a:off x="8330184" y="525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810 M</a:t>
            </a:r>
          </a:p>
        </p:txBody>
      </p:sp>
      <p:sp>
        <p:nvSpPr>
          <p:cNvPr id="143" name="Rectangle 142">
            <a:extLst>
              <a:ext uri="{FF2B5EF4-FFF2-40B4-BE49-F238E27FC236}">
                <a16:creationId xmlns:a16="http://schemas.microsoft.com/office/drawing/2014/main" id="{30FF2ACB-5320-4B89-0145-01DA93A1B6AD}"/>
              </a:ext>
            </a:extLst>
          </p:cNvPr>
          <p:cNvSpPr/>
          <p:nvPr/>
        </p:nvSpPr>
        <p:spPr>
          <a:xfrm>
            <a:off x="457200" y="5510896"/>
            <a:ext cx="11247120" cy="255000"/>
          </a:xfrm>
          <a:prstGeom prst="rect">
            <a:avLst/>
          </a:prstGeom>
          <a:solidFill>
            <a:srgbClr val="171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a:extLst>
              <a:ext uri="{FF2B5EF4-FFF2-40B4-BE49-F238E27FC236}">
                <a16:creationId xmlns:a16="http://schemas.microsoft.com/office/drawing/2014/main" id="{9F056BA2-9688-D5C6-F45B-C42AA9A80B03}"/>
              </a:ext>
            </a:extLst>
          </p:cNvPr>
          <p:cNvSpPr/>
          <p:nvPr/>
        </p:nvSpPr>
        <p:spPr>
          <a:xfrm>
            <a:off x="457200" y="5510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L1-dcache-loads</a:t>
            </a:r>
          </a:p>
        </p:txBody>
      </p:sp>
      <p:sp>
        <p:nvSpPr>
          <p:cNvPr id="147" name="Rectangle 146">
            <a:extLst>
              <a:ext uri="{FF2B5EF4-FFF2-40B4-BE49-F238E27FC236}">
                <a16:creationId xmlns:a16="http://schemas.microsoft.com/office/drawing/2014/main" id="{F622ED46-B7A7-45D6-D24B-7F6720172693}"/>
              </a:ext>
            </a:extLst>
          </p:cNvPr>
          <p:cNvSpPr/>
          <p:nvPr/>
        </p:nvSpPr>
        <p:spPr>
          <a:xfrm>
            <a:off x="4956048" y="551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3.50 B</a:t>
            </a:r>
          </a:p>
        </p:txBody>
      </p:sp>
      <p:sp>
        <p:nvSpPr>
          <p:cNvPr id="149" name="Rectangle 148">
            <a:extLst>
              <a:ext uri="{FF2B5EF4-FFF2-40B4-BE49-F238E27FC236}">
                <a16:creationId xmlns:a16="http://schemas.microsoft.com/office/drawing/2014/main" id="{750F89AC-AF8D-BD01-EA1E-87CC8A32BB1B}"/>
              </a:ext>
            </a:extLst>
          </p:cNvPr>
          <p:cNvSpPr/>
          <p:nvPr/>
        </p:nvSpPr>
        <p:spPr>
          <a:xfrm>
            <a:off x="8330184" y="5510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20.1 B</a:t>
            </a:r>
          </a:p>
        </p:txBody>
      </p:sp>
      <p:sp>
        <p:nvSpPr>
          <p:cNvPr id="151" name="Rectangle 150">
            <a:extLst>
              <a:ext uri="{FF2B5EF4-FFF2-40B4-BE49-F238E27FC236}">
                <a16:creationId xmlns:a16="http://schemas.microsoft.com/office/drawing/2014/main" id="{BE4E7DE5-0BA1-C1B2-FE87-108F8208826A}"/>
              </a:ext>
            </a:extLst>
          </p:cNvPr>
          <p:cNvSpPr/>
          <p:nvPr/>
        </p:nvSpPr>
        <p:spPr>
          <a:xfrm>
            <a:off x="457200" y="5765896"/>
            <a:ext cx="11247120" cy="255000"/>
          </a:xfrm>
          <a:prstGeom prst="rect">
            <a:avLst/>
          </a:prstGeom>
          <a:solidFill>
            <a:srgbClr val="1C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a:extLst>
              <a:ext uri="{FF2B5EF4-FFF2-40B4-BE49-F238E27FC236}">
                <a16:creationId xmlns:a16="http://schemas.microsoft.com/office/drawing/2014/main" id="{1DB433DB-307F-66A1-8FBE-EB3950177E55}"/>
              </a:ext>
            </a:extLst>
          </p:cNvPr>
          <p:cNvSpPr/>
          <p:nvPr/>
        </p:nvSpPr>
        <p:spPr>
          <a:xfrm>
            <a:off x="457200" y="5765896"/>
            <a:ext cx="4498848"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160000" tIns="0" rIns="60000" bIns="0" rtlCol="0" anchor="ctr"/>
          <a:lstStyle/>
          <a:p>
            <a:pPr algn="l">
              <a:spcBef>
                <a:spcPts val="0"/>
              </a:spcBef>
              <a:spcAft>
                <a:spcPts val="0"/>
              </a:spcAft>
            </a:pPr>
            <a:r>
              <a:rPr sz="1300" b="0">
                <a:solidFill>
                  <a:srgbClr val="AEB6C2"/>
                </a:solidFill>
                <a:latin typeface="Calibri"/>
              </a:rPr>
              <a:t>IPC</a:t>
            </a:r>
          </a:p>
        </p:txBody>
      </p:sp>
      <p:sp>
        <p:nvSpPr>
          <p:cNvPr id="155" name="Rectangle 154">
            <a:extLst>
              <a:ext uri="{FF2B5EF4-FFF2-40B4-BE49-F238E27FC236}">
                <a16:creationId xmlns:a16="http://schemas.microsoft.com/office/drawing/2014/main" id="{6182A158-DF38-8F94-4B95-A4699C58B416}"/>
              </a:ext>
            </a:extLst>
          </p:cNvPr>
          <p:cNvSpPr/>
          <p:nvPr/>
        </p:nvSpPr>
        <p:spPr>
          <a:xfrm>
            <a:off x="4956048" y="576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0.48</a:t>
            </a:r>
          </a:p>
        </p:txBody>
      </p:sp>
      <p:sp>
        <p:nvSpPr>
          <p:cNvPr id="157" name="Rectangle 156">
            <a:extLst>
              <a:ext uri="{FF2B5EF4-FFF2-40B4-BE49-F238E27FC236}">
                <a16:creationId xmlns:a16="http://schemas.microsoft.com/office/drawing/2014/main" id="{5122B5B2-D803-F46A-F629-BB7952C08F85}"/>
              </a:ext>
            </a:extLst>
          </p:cNvPr>
          <p:cNvSpPr/>
          <p:nvPr/>
        </p:nvSpPr>
        <p:spPr>
          <a:xfrm>
            <a:off x="8330184" y="5765896"/>
            <a:ext cx="3374136" cy="255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80000" tIns="0" rIns="60000" bIns="0" rtlCol="0" anchor="ctr"/>
          <a:lstStyle/>
          <a:p>
            <a:pPr algn="r">
              <a:spcBef>
                <a:spcPts val="0"/>
              </a:spcBef>
              <a:spcAft>
                <a:spcPts val="0"/>
              </a:spcAft>
            </a:pPr>
            <a:r>
              <a:rPr sz="1400" b="1">
                <a:solidFill>
                  <a:srgbClr val="F5F7FA"/>
                </a:solidFill>
                <a:latin typeface="Calibri"/>
              </a:rPr>
              <a:t>0.71</a:t>
            </a:r>
          </a:p>
        </p:txBody>
      </p:sp>
    </p:spTree>
    <p:extLst>
      <p:ext uri="{BB962C8B-B14F-4D97-AF65-F5344CB8AC3E}">
        <p14:creationId xmlns:p14="http://schemas.microsoft.com/office/powerpoint/2010/main" val="337776483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3E0955-4B0C-C4FA-76A9-9C5C00211390}"/>
              </a:ext>
            </a:extLst>
          </p:cNvPr>
          <p:cNvSpPr txBox="1"/>
          <p:nvPr/>
        </p:nvSpPr>
        <p:spPr>
          <a:xfrm>
            <a:off x="365760" y="164592"/>
            <a:ext cx="11338560" cy="329184"/>
          </a:xfrm>
          <a:prstGeom prst="rect">
            <a:avLst/>
          </a:prstGeom>
          <a:noFill/>
        </p:spPr>
        <p:txBody>
          <a:bodyPr wrap="square" lIns="0" tIns="0" rIns="0" bIns="0" anchor="ctr"/>
          <a:lstStyle/>
          <a:p>
            <a:pPr algn="l"/>
            <a:r>
              <a:rPr sz="2600" b="1">
                <a:solidFill>
                  <a:srgbClr val="F5F7FA"/>
                </a:solidFill>
                <a:latin typeface="Arial"/>
              </a:rPr>
              <a:t>Tool-path optimizations and operator results</a:t>
            </a:r>
          </a:p>
        </p:txBody>
      </p:sp>
      <p:sp>
        <p:nvSpPr>
          <p:cNvPr id="5" name="TextBox 4">
            <a:extLst>
              <a:ext uri="{FF2B5EF4-FFF2-40B4-BE49-F238E27FC236}">
                <a16:creationId xmlns:a16="http://schemas.microsoft.com/office/drawing/2014/main" id="{956C631B-EBC8-E776-6F44-1E90723EDA64}"/>
              </a:ext>
            </a:extLst>
          </p:cNvPr>
          <p:cNvSpPr txBox="1"/>
          <p:nvPr/>
        </p:nvSpPr>
        <p:spPr>
          <a:xfrm>
            <a:off x="365760" y="512064"/>
            <a:ext cx="11430000" cy="237744"/>
          </a:xfrm>
          <a:prstGeom prst="rect">
            <a:avLst/>
          </a:prstGeom>
          <a:noFill/>
        </p:spPr>
        <p:txBody>
          <a:bodyPr wrap="square" lIns="0" tIns="0" rIns="0" bIns="0" anchor="ctr"/>
          <a:lstStyle/>
          <a:p>
            <a:pPr algn="l"/>
            <a:r>
              <a:rPr sz="1300" b="0">
                <a:solidFill>
                  <a:srgbClr val="AEB6C2"/>
                </a:solidFill>
                <a:latin typeface="Arial"/>
              </a:rPr>
              <a:t>Naive baseline vs. PACE agent kernels.  1.0× means the operator falls back to naive code.</a:t>
            </a:r>
          </a:p>
        </p:txBody>
      </p:sp>
      <p:graphicFrame>
        <p:nvGraphicFramePr>
          <p:cNvPr id="7" name="Table 6">
            <a:extLst>
              <a:ext uri="{FF2B5EF4-FFF2-40B4-BE49-F238E27FC236}">
                <a16:creationId xmlns:a16="http://schemas.microsoft.com/office/drawing/2014/main" id="{8AB376B0-C9F9-DA2B-499A-97BE6D02881A}"/>
              </a:ext>
            </a:extLst>
          </p:cNvPr>
          <p:cNvGraphicFramePr>
            <a:graphicFrameLocks noGrp="1"/>
          </p:cNvGraphicFramePr>
          <p:nvPr/>
        </p:nvGraphicFramePr>
        <p:xfrm>
          <a:off x="365760" y="896112"/>
          <a:ext cx="11457432" cy="5631180"/>
        </p:xfrm>
        <a:graphic>
          <a:graphicData uri="http://schemas.openxmlformats.org/drawingml/2006/table">
            <a:tbl>
              <a:tblPr/>
              <a:tblGrid>
                <a:gridCol w="19202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49834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264261">
                <a:tc>
                  <a:txBody>
                    <a:bodyPr/>
                    <a:lstStyle/>
                    <a:p>
                      <a:pPr algn="l"/>
                      <a:r>
                        <a:rPr sz="1200" b="1">
                          <a:solidFill>
                            <a:srgbClr val="7C8494"/>
                          </a:solidFill>
                          <a:latin typeface="Arial"/>
                        </a:rPr>
                        <a:t>TOOL</a:t>
                      </a:r>
                    </a:p>
                  </a:txBody>
                  <a:tcPr anchor="ctr">
                    <a:solidFill>
                      <a:srgbClr val="20242D"/>
                    </a:solidFill>
                  </a:tcPr>
                </a:tc>
                <a:tc>
                  <a:txBody>
                    <a:bodyPr/>
                    <a:lstStyle/>
                    <a:p>
                      <a:pPr algn="l"/>
                      <a:r>
                        <a:rPr sz="1200" b="1">
                          <a:solidFill>
                            <a:srgbClr val="7C8494"/>
                          </a:solidFill>
                          <a:latin typeface="Arial"/>
                        </a:rPr>
                        <a:t>CATEGORY</a:t>
                      </a:r>
                    </a:p>
                  </a:txBody>
                  <a:tcPr anchor="ctr">
                    <a:solidFill>
                      <a:srgbClr val="20242D"/>
                    </a:solidFill>
                  </a:tcPr>
                </a:tc>
                <a:tc>
                  <a:txBody>
                    <a:bodyPr/>
                    <a:lstStyle/>
                    <a:p>
                      <a:pPr algn="l"/>
                      <a:r>
                        <a:rPr sz="1200" b="1">
                          <a:solidFill>
                            <a:srgbClr val="7C8494"/>
                          </a:solidFill>
                          <a:latin typeface="Arial"/>
                        </a:rPr>
                        <a:t>BASELINE BENCHMARK</a:t>
                      </a:r>
                    </a:p>
                  </a:txBody>
                  <a:tcPr anchor="ctr">
                    <a:solidFill>
                      <a:srgbClr val="20242D"/>
                    </a:solidFill>
                  </a:tcPr>
                </a:tc>
                <a:tc>
                  <a:txBody>
                    <a:bodyPr/>
                    <a:lstStyle/>
                    <a:p>
                      <a:pPr algn="r"/>
                      <a:r>
                        <a:rPr sz="1200" b="1">
                          <a:solidFill>
                            <a:srgbClr val="7C8494"/>
                          </a:solidFill>
                          <a:latin typeface="Arial"/>
                        </a:rPr>
                        <a:t>NAIVE ms</a:t>
                      </a:r>
                    </a:p>
                  </a:txBody>
                  <a:tcPr anchor="ctr">
                    <a:solidFill>
                      <a:srgbClr val="20242D"/>
                    </a:solidFill>
                  </a:tcPr>
                </a:tc>
                <a:tc>
                  <a:txBody>
                    <a:bodyPr/>
                    <a:lstStyle/>
                    <a:p>
                      <a:pPr algn="r"/>
                      <a:r>
                        <a:rPr sz="1200" b="1">
                          <a:solidFill>
                            <a:srgbClr val="7C8494"/>
                          </a:solidFill>
                          <a:latin typeface="Arial"/>
                        </a:rPr>
                        <a:t>SPEEDUP</a:t>
                      </a:r>
                    </a:p>
                  </a:txBody>
                  <a:tcPr anchor="ctr">
                    <a:solidFill>
                      <a:srgbClr val="20242D"/>
                    </a:solidFill>
                  </a:tcPr>
                </a:tc>
                <a:extLst>
                  <a:ext uri="{0D108BD9-81ED-4DB2-BD59-A6C34878D82A}">
                    <a16:rowId xmlns:a16="http://schemas.microsoft.com/office/drawing/2014/main" val="10000"/>
                  </a:ext>
                </a:extLst>
              </a:tr>
              <a:tr h="264261">
                <a:tc>
                  <a:txBody>
                    <a:bodyPr/>
                    <a:lstStyle/>
                    <a:p>
                      <a:pPr algn="l"/>
                      <a:r>
                        <a:rPr sz="1250" b="1">
                          <a:solidFill>
                            <a:srgbClr val="F5F7FA"/>
                          </a:solidFill>
                          <a:latin typeface="Arial"/>
                        </a:rPr>
                        <a:t>embed</a:t>
                      </a:r>
                    </a:p>
                  </a:txBody>
                  <a:tcPr anchor="ctr">
                    <a:solidFill>
                      <a:srgbClr val="161A21"/>
                    </a:solidFill>
                  </a:tcPr>
                </a:tc>
                <a:tc>
                  <a:txBody>
                    <a:bodyPr/>
                    <a:lstStyle/>
                    <a:p>
                      <a:pPr algn="l"/>
                      <a:r>
                        <a:rPr sz="1150" b="0">
                          <a:solidFill>
                            <a:srgbClr val="55D8E8"/>
                          </a:solidFill>
                          <a:latin typeface="Arial"/>
                        </a:rPr>
                        <a:t>retrieval</a:t>
                      </a:r>
                    </a:p>
                  </a:txBody>
                  <a:tcPr anchor="ctr">
                    <a:solidFill>
                      <a:srgbClr val="161A21"/>
                    </a:solidFill>
                  </a:tcPr>
                </a:tc>
                <a:tc>
                  <a:txBody>
                    <a:bodyPr/>
                    <a:lstStyle/>
                    <a:p>
                      <a:pPr algn="l"/>
                      <a:r>
                        <a:rPr sz="1150" b="0">
                          <a:solidFill>
                            <a:srgbClr val="AEB6C2"/>
                          </a:solidFill>
                          <a:latin typeface="Arial"/>
                        </a:rPr>
                        <a:t>n = 512 · dim = 256 · toklen = 32</a:t>
                      </a:r>
                    </a:p>
                  </a:txBody>
                  <a:tcPr anchor="ctr">
                    <a:solidFill>
                      <a:srgbClr val="161A21"/>
                    </a:solidFill>
                  </a:tcPr>
                </a:tc>
                <a:tc>
                  <a:txBody>
                    <a:bodyPr/>
                    <a:lstStyle/>
                    <a:p>
                      <a:pPr algn="r"/>
                      <a:r>
                        <a:rPr sz="1250" b="1">
                          <a:solidFill>
                            <a:srgbClr val="F5F7FA"/>
                          </a:solidFill>
                          <a:latin typeface="Arial"/>
                        </a:rPr>
                        <a:t>5.89</a:t>
                      </a:r>
                    </a:p>
                  </a:txBody>
                  <a:tcPr anchor="ctr">
                    <a:solidFill>
                      <a:srgbClr val="161A21"/>
                    </a:solidFill>
                  </a:tcPr>
                </a:tc>
                <a:tc>
                  <a:txBody>
                    <a:bodyPr/>
                    <a:lstStyle/>
                    <a:p>
                      <a:pPr algn="r"/>
                      <a:r>
                        <a:rPr sz="1250" b="1">
                          <a:solidFill>
                            <a:srgbClr val="F6C85F"/>
                          </a:solidFill>
                          <a:latin typeface="Arial"/>
                        </a:rPr>
                        <a:t>1.44×</a:t>
                      </a:r>
                    </a:p>
                  </a:txBody>
                  <a:tcPr anchor="ctr">
                    <a:solidFill>
                      <a:srgbClr val="161A21"/>
                    </a:solidFill>
                  </a:tcPr>
                </a:tc>
                <a:extLst>
                  <a:ext uri="{0D108BD9-81ED-4DB2-BD59-A6C34878D82A}">
                    <a16:rowId xmlns:a16="http://schemas.microsoft.com/office/drawing/2014/main" val="10001"/>
                  </a:ext>
                </a:extLst>
              </a:tr>
              <a:tr h="264261">
                <a:tc>
                  <a:txBody>
                    <a:bodyPr/>
                    <a:lstStyle/>
                    <a:p>
                      <a:pPr algn="l"/>
                      <a:r>
                        <a:rPr sz="1250" b="1">
                          <a:solidFill>
                            <a:srgbClr val="F5F7FA"/>
                          </a:solidFill>
                          <a:latin typeface="Arial"/>
                        </a:rPr>
                        <a:t>vector_search</a:t>
                      </a:r>
                    </a:p>
                  </a:txBody>
                  <a:tcPr anchor="ctr">
                    <a:solidFill>
                      <a:srgbClr val="1C212B"/>
                    </a:solidFill>
                  </a:tcPr>
                </a:tc>
                <a:tc>
                  <a:txBody>
                    <a:bodyPr/>
                    <a:lstStyle/>
                    <a:p>
                      <a:pPr algn="l"/>
                      <a:r>
                        <a:rPr sz="1150" b="0">
                          <a:solidFill>
                            <a:srgbClr val="55D8E8"/>
                          </a:solidFill>
                          <a:latin typeface="Arial"/>
                        </a:rPr>
                        <a:t>retrieval</a:t>
                      </a:r>
                    </a:p>
                  </a:txBody>
                  <a:tcPr anchor="ctr">
                    <a:solidFill>
                      <a:srgbClr val="1C212B"/>
                    </a:solidFill>
                  </a:tcPr>
                </a:tc>
                <a:tc>
                  <a:txBody>
                    <a:bodyPr/>
                    <a:lstStyle/>
                    <a:p>
                      <a:pPr algn="l"/>
                      <a:r>
                        <a:rPr sz="1150" b="0">
                          <a:solidFill>
                            <a:srgbClr val="AEB6C2"/>
                          </a:solidFill>
                          <a:latin typeface="Arial"/>
                        </a:rPr>
                        <a:t>N = 10,000 · dim = 256 · top-k = 10</a:t>
                      </a:r>
                    </a:p>
                  </a:txBody>
                  <a:tcPr anchor="ctr">
                    <a:solidFill>
                      <a:srgbClr val="1C212B"/>
                    </a:solidFill>
                  </a:tcPr>
                </a:tc>
                <a:tc>
                  <a:txBody>
                    <a:bodyPr/>
                    <a:lstStyle/>
                    <a:p>
                      <a:pPr algn="r"/>
                      <a:r>
                        <a:rPr sz="1250" b="1">
                          <a:solidFill>
                            <a:srgbClr val="F5F7FA"/>
                          </a:solidFill>
                          <a:latin typeface="Arial"/>
                        </a:rPr>
                        <a:t>18.5</a:t>
                      </a:r>
                    </a:p>
                  </a:txBody>
                  <a:tcPr anchor="ctr">
                    <a:solidFill>
                      <a:srgbClr val="1C212B"/>
                    </a:solidFill>
                  </a:tcPr>
                </a:tc>
                <a:tc>
                  <a:txBody>
                    <a:bodyPr/>
                    <a:lstStyle/>
                    <a:p>
                      <a:pPr algn="r"/>
                      <a:r>
                        <a:rPr sz="1250" b="1">
                          <a:solidFill>
                            <a:srgbClr val="62D6A8"/>
                          </a:solidFill>
                          <a:latin typeface="Arial"/>
                        </a:rPr>
                        <a:t>17.4×</a:t>
                      </a:r>
                    </a:p>
                  </a:txBody>
                  <a:tcPr anchor="ctr">
                    <a:solidFill>
                      <a:srgbClr val="1C212B"/>
                    </a:solidFill>
                  </a:tcPr>
                </a:tc>
                <a:extLst>
                  <a:ext uri="{0D108BD9-81ED-4DB2-BD59-A6C34878D82A}">
                    <a16:rowId xmlns:a16="http://schemas.microsoft.com/office/drawing/2014/main" val="10002"/>
                  </a:ext>
                </a:extLst>
              </a:tr>
              <a:tr h="264261">
                <a:tc>
                  <a:txBody>
                    <a:bodyPr/>
                    <a:lstStyle/>
                    <a:p>
                      <a:pPr algn="l"/>
                      <a:r>
                        <a:rPr sz="1250" b="1">
                          <a:solidFill>
                            <a:srgbClr val="F5F7FA"/>
                          </a:solidFill>
                          <a:latin typeface="Arial"/>
                        </a:rPr>
                        <a:t>bm25</a:t>
                      </a:r>
                    </a:p>
                  </a:txBody>
                  <a:tcPr anchor="ctr">
                    <a:solidFill>
                      <a:srgbClr val="161A21"/>
                    </a:solidFill>
                  </a:tcPr>
                </a:tc>
                <a:tc>
                  <a:txBody>
                    <a:bodyPr/>
                    <a:lstStyle/>
                    <a:p>
                      <a:pPr algn="l"/>
                      <a:r>
                        <a:rPr sz="1150" b="0">
                          <a:solidFill>
                            <a:srgbClr val="55D8E8"/>
                          </a:solidFill>
                          <a:latin typeface="Arial"/>
                        </a:rPr>
                        <a:t>retrieval</a:t>
                      </a:r>
                    </a:p>
                  </a:txBody>
                  <a:tcPr anchor="ctr">
                    <a:solidFill>
                      <a:srgbClr val="161A21"/>
                    </a:solidFill>
                  </a:tcPr>
                </a:tc>
                <a:tc>
                  <a:txBody>
                    <a:bodyPr/>
                    <a:lstStyle/>
                    <a:p>
                      <a:pPr algn="l"/>
                      <a:r>
                        <a:rPr sz="1150" b="0">
                          <a:solidFill>
                            <a:srgbClr val="AEB6C2"/>
                          </a:solidFill>
                          <a:latin typeface="Arial"/>
                        </a:rPr>
                        <a:t>2,000 docs × 40 tok · qlen = 5 · top-k = 10</a:t>
                      </a:r>
                    </a:p>
                  </a:txBody>
                  <a:tcPr anchor="ctr">
                    <a:solidFill>
                      <a:srgbClr val="161A21"/>
                    </a:solidFill>
                  </a:tcPr>
                </a:tc>
                <a:tc>
                  <a:txBody>
                    <a:bodyPr/>
                    <a:lstStyle/>
                    <a:p>
                      <a:pPr algn="r"/>
                      <a:r>
                        <a:rPr sz="1250" b="1">
                          <a:solidFill>
                            <a:srgbClr val="F5F7FA"/>
                          </a:solidFill>
                          <a:latin typeface="Arial"/>
                        </a:rPr>
                        <a:t>15.2</a:t>
                      </a:r>
                    </a:p>
                  </a:txBody>
                  <a:tcPr anchor="ctr">
                    <a:solidFill>
                      <a:srgbClr val="161A21"/>
                    </a:solidFill>
                  </a:tcPr>
                </a:tc>
                <a:tc>
                  <a:txBody>
                    <a:bodyPr/>
                    <a:lstStyle/>
                    <a:p>
                      <a:pPr algn="r"/>
                      <a:r>
                        <a:rPr sz="1250" b="1">
                          <a:solidFill>
                            <a:srgbClr val="F6C85F"/>
                          </a:solidFill>
                          <a:latin typeface="Arial"/>
                        </a:rPr>
                        <a:t>1.11×</a:t>
                      </a:r>
                    </a:p>
                  </a:txBody>
                  <a:tcPr anchor="ctr">
                    <a:solidFill>
                      <a:srgbClr val="161A21"/>
                    </a:solidFill>
                  </a:tcPr>
                </a:tc>
                <a:extLst>
                  <a:ext uri="{0D108BD9-81ED-4DB2-BD59-A6C34878D82A}">
                    <a16:rowId xmlns:a16="http://schemas.microsoft.com/office/drawing/2014/main" val="10003"/>
                  </a:ext>
                </a:extLst>
              </a:tr>
              <a:tr h="264261">
                <a:tc>
                  <a:txBody>
                    <a:bodyPr/>
                    <a:lstStyle/>
                    <a:p>
                      <a:pPr algn="l"/>
                      <a:r>
                        <a:rPr sz="1250" b="1">
                          <a:solidFill>
                            <a:srgbClr val="F5F7FA"/>
                          </a:solidFill>
                          <a:latin typeface="Arial"/>
                        </a:rPr>
                        <a:t>rerank</a:t>
                      </a:r>
                    </a:p>
                  </a:txBody>
                  <a:tcPr anchor="ctr">
                    <a:solidFill>
                      <a:srgbClr val="1C212B"/>
                    </a:solidFill>
                  </a:tcPr>
                </a:tc>
                <a:tc>
                  <a:txBody>
                    <a:bodyPr/>
                    <a:lstStyle/>
                    <a:p>
                      <a:pPr algn="l"/>
                      <a:r>
                        <a:rPr sz="1150" b="0">
                          <a:solidFill>
                            <a:srgbClr val="55D8E8"/>
                          </a:solidFill>
                          <a:latin typeface="Arial"/>
                        </a:rPr>
                        <a:t>retrieval</a:t>
                      </a:r>
                    </a:p>
                  </a:txBody>
                  <a:tcPr anchor="ctr">
                    <a:solidFill>
                      <a:srgbClr val="1C212B"/>
                    </a:solidFill>
                  </a:tcPr>
                </a:tc>
                <a:tc>
                  <a:txBody>
                    <a:bodyPr/>
                    <a:lstStyle/>
                    <a:p>
                      <a:pPr algn="l"/>
                      <a:r>
                        <a:rPr sz="1150" b="0">
                          <a:solidFill>
                            <a:srgbClr val="AEB6C2"/>
                          </a:solidFill>
                          <a:latin typeface="Arial"/>
                        </a:rPr>
                        <a:t>n = 2,000 · dim = 256 · top-k = 10</a:t>
                      </a:r>
                    </a:p>
                  </a:txBody>
                  <a:tcPr anchor="ctr">
                    <a:solidFill>
                      <a:srgbClr val="1C212B"/>
                    </a:solidFill>
                  </a:tcPr>
                </a:tc>
                <a:tc>
                  <a:txBody>
                    <a:bodyPr/>
                    <a:lstStyle/>
                    <a:p>
                      <a:pPr algn="r"/>
                      <a:r>
                        <a:rPr sz="1250" b="1">
                          <a:solidFill>
                            <a:srgbClr val="F5F7FA"/>
                          </a:solidFill>
                          <a:latin typeface="Arial"/>
                        </a:rPr>
                        <a:t>1.52</a:t>
                      </a:r>
                    </a:p>
                  </a:txBody>
                  <a:tcPr anchor="ctr">
                    <a:solidFill>
                      <a:srgbClr val="1C212B"/>
                    </a:solidFill>
                  </a:tcPr>
                </a:tc>
                <a:tc>
                  <a:txBody>
                    <a:bodyPr/>
                    <a:lstStyle/>
                    <a:p>
                      <a:pPr algn="r"/>
                      <a:r>
                        <a:rPr sz="1250" b="1">
                          <a:solidFill>
                            <a:srgbClr val="62D6A8"/>
                          </a:solidFill>
                          <a:latin typeface="Arial"/>
                        </a:rPr>
                        <a:t>31.5×</a:t>
                      </a:r>
                    </a:p>
                  </a:txBody>
                  <a:tcPr anchor="ctr">
                    <a:solidFill>
                      <a:srgbClr val="1C212B"/>
                    </a:solidFill>
                  </a:tcPr>
                </a:tc>
                <a:extLst>
                  <a:ext uri="{0D108BD9-81ED-4DB2-BD59-A6C34878D82A}">
                    <a16:rowId xmlns:a16="http://schemas.microsoft.com/office/drawing/2014/main" val="10004"/>
                  </a:ext>
                </a:extLst>
              </a:tr>
              <a:tr h="264261">
                <a:tc>
                  <a:txBody>
                    <a:bodyPr/>
                    <a:lstStyle/>
                    <a:p>
                      <a:pPr algn="l"/>
                      <a:r>
                        <a:rPr sz="1250" b="1">
                          <a:solidFill>
                            <a:srgbClr val="F5F7FA"/>
                          </a:solidFill>
                          <a:latin typeface="Arial"/>
                        </a:rPr>
                        <a:t>quantize</a:t>
                      </a:r>
                    </a:p>
                  </a:txBody>
                  <a:tcPr anchor="ctr">
                    <a:solidFill>
                      <a:srgbClr val="161A21"/>
                    </a:solidFill>
                  </a:tcPr>
                </a:tc>
                <a:tc>
                  <a:txBody>
                    <a:bodyPr/>
                    <a:lstStyle/>
                    <a:p>
                      <a:pPr algn="l"/>
                      <a:r>
                        <a:rPr sz="1150" b="0">
                          <a:solidFill>
                            <a:srgbClr val="55D8E8"/>
                          </a:solidFill>
                          <a:latin typeface="Arial"/>
                        </a:rPr>
                        <a:t>retrieval</a:t>
                      </a:r>
                    </a:p>
                  </a:txBody>
                  <a:tcPr anchor="ctr">
                    <a:solidFill>
                      <a:srgbClr val="161A21"/>
                    </a:solidFill>
                  </a:tcPr>
                </a:tc>
                <a:tc>
                  <a:txBody>
                    <a:bodyPr/>
                    <a:lstStyle/>
                    <a:p>
                      <a:pPr algn="l"/>
                      <a:r>
                        <a:rPr sz="1150" b="0">
                          <a:solidFill>
                            <a:srgbClr val="AEB6C2"/>
                          </a:solidFill>
                          <a:latin typeface="Arial"/>
                        </a:rPr>
                        <a:t>size = 200,000</a:t>
                      </a:r>
                    </a:p>
                  </a:txBody>
                  <a:tcPr anchor="ctr">
                    <a:solidFill>
                      <a:srgbClr val="161A21"/>
                    </a:solidFill>
                  </a:tcPr>
                </a:tc>
                <a:tc>
                  <a:txBody>
                    <a:bodyPr/>
                    <a:lstStyle/>
                    <a:p>
                      <a:pPr algn="r"/>
                      <a:r>
                        <a:rPr sz="1250" b="1">
                          <a:solidFill>
                            <a:srgbClr val="F5F7FA"/>
                          </a:solidFill>
                          <a:latin typeface="Arial"/>
                        </a:rPr>
                        <a:t>171</a:t>
                      </a:r>
                    </a:p>
                  </a:txBody>
                  <a:tcPr anchor="ctr">
                    <a:solidFill>
                      <a:srgbClr val="161A21"/>
                    </a:solidFill>
                  </a:tcPr>
                </a:tc>
                <a:tc>
                  <a:txBody>
                    <a:bodyPr/>
                    <a:lstStyle/>
                    <a:p>
                      <a:pPr algn="r"/>
                      <a:r>
                        <a:rPr sz="1250" b="1">
                          <a:solidFill>
                            <a:srgbClr val="62D6A8"/>
                          </a:solidFill>
                          <a:latin typeface="Arial"/>
                        </a:rPr>
                        <a:t>250×</a:t>
                      </a:r>
                    </a:p>
                  </a:txBody>
                  <a:tcPr anchor="ctr">
                    <a:solidFill>
                      <a:srgbClr val="161A21"/>
                    </a:solidFill>
                  </a:tcPr>
                </a:tc>
                <a:extLst>
                  <a:ext uri="{0D108BD9-81ED-4DB2-BD59-A6C34878D82A}">
                    <a16:rowId xmlns:a16="http://schemas.microsoft.com/office/drawing/2014/main" val="10005"/>
                  </a:ext>
                </a:extLst>
              </a:tr>
              <a:tr h="264261">
                <a:tc>
                  <a:txBody>
                    <a:bodyPr/>
                    <a:lstStyle/>
                    <a:p>
                      <a:pPr algn="l"/>
                      <a:r>
                        <a:rPr sz="1250" b="1">
                          <a:solidFill>
                            <a:srgbClr val="F5F7FA"/>
                          </a:solidFill>
                          <a:latin typeface="Arial"/>
                        </a:rPr>
                        <a:t>json_serialize</a:t>
                      </a:r>
                    </a:p>
                  </a:txBody>
                  <a:tcPr anchor="ctr">
                    <a:solidFill>
                      <a:srgbClr val="1C212B"/>
                    </a:solidFill>
                  </a:tcPr>
                </a:tc>
                <a:tc>
                  <a:txBody>
                    <a:bodyPr/>
                    <a:lstStyle/>
                    <a:p>
                      <a:pPr algn="l"/>
                      <a:r>
                        <a:rPr sz="1150" b="0">
                          <a:solidFill>
                            <a:srgbClr val="82AFFF"/>
                          </a:solidFill>
                          <a:latin typeface="Arial"/>
                        </a:rPr>
                        <a:t>serialization</a:t>
                      </a:r>
                    </a:p>
                  </a:txBody>
                  <a:tcPr anchor="ctr">
                    <a:solidFill>
                      <a:srgbClr val="1C212B"/>
                    </a:solidFill>
                  </a:tcPr>
                </a:tc>
                <a:tc>
                  <a:txBody>
                    <a:bodyPr/>
                    <a:lstStyle/>
                    <a:p>
                      <a:pPr algn="l"/>
                      <a:r>
                        <a:rPr sz="1150" b="0">
                          <a:solidFill>
                            <a:srgbClr val="AEB6C2"/>
                          </a:solidFill>
                          <a:latin typeface="Arial"/>
                        </a:rPr>
                        <a:t>n = 2,000 objects</a:t>
                      </a:r>
                    </a:p>
                  </a:txBody>
                  <a:tcPr anchor="ctr">
                    <a:solidFill>
                      <a:srgbClr val="1C212B"/>
                    </a:solidFill>
                  </a:tcPr>
                </a:tc>
                <a:tc>
                  <a:txBody>
                    <a:bodyPr/>
                    <a:lstStyle/>
                    <a:p>
                      <a:pPr algn="r"/>
                      <a:r>
                        <a:rPr sz="1250" b="1">
                          <a:solidFill>
                            <a:srgbClr val="F5F7FA"/>
                          </a:solidFill>
                          <a:latin typeface="Arial"/>
                        </a:rPr>
                        <a:t>1.35</a:t>
                      </a:r>
                    </a:p>
                  </a:txBody>
                  <a:tcPr anchor="ctr">
                    <a:solidFill>
                      <a:srgbClr val="1C212B"/>
                    </a:solidFill>
                  </a:tcPr>
                </a:tc>
                <a:tc>
                  <a:txBody>
                    <a:bodyPr/>
                    <a:lstStyle/>
                    <a:p>
                      <a:pPr algn="r"/>
                      <a:r>
                        <a:rPr sz="1250" b="1">
                          <a:solidFill>
                            <a:srgbClr val="62D6A8"/>
                          </a:solidFill>
                          <a:latin typeface="Arial"/>
                        </a:rPr>
                        <a:t>9.28×</a:t>
                      </a:r>
                    </a:p>
                  </a:txBody>
                  <a:tcPr anchor="ctr">
                    <a:solidFill>
                      <a:srgbClr val="1C212B"/>
                    </a:solidFill>
                  </a:tcPr>
                </a:tc>
                <a:extLst>
                  <a:ext uri="{0D108BD9-81ED-4DB2-BD59-A6C34878D82A}">
                    <a16:rowId xmlns:a16="http://schemas.microsoft.com/office/drawing/2014/main" val="10006"/>
                  </a:ext>
                </a:extLst>
              </a:tr>
              <a:tr h="264261">
                <a:tc>
                  <a:txBody>
                    <a:bodyPr/>
                    <a:lstStyle/>
                    <a:p>
                      <a:pPr algn="l"/>
                      <a:r>
                        <a:rPr sz="1250" b="1">
                          <a:solidFill>
                            <a:srgbClr val="F5F7FA"/>
                          </a:solidFill>
                          <a:latin typeface="Arial"/>
                        </a:rPr>
                        <a:t>json_deserialize</a:t>
                      </a:r>
                    </a:p>
                  </a:txBody>
                  <a:tcPr anchor="ctr">
                    <a:solidFill>
                      <a:srgbClr val="161A21"/>
                    </a:solidFill>
                  </a:tcPr>
                </a:tc>
                <a:tc>
                  <a:txBody>
                    <a:bodyPr/>
                    <a:lstStyle/>
                    <a:p>
                      <a:pPr algn="l"/>
                      <a:r>
                        <a:rPr sz="1150" b="0">
                          <a:solidFill>
                            <a:srgbClr val="82AFFF"/>
                          </a:solidFill>
                          <a:latin typeface="Arial"/>
                        </a:rPr>
                        <a:t>serialization</a:t>
                      </a:r>
                    </a:p>
                  </a:txBody>
                  <a:tcPr anchor="ctr">
                    <a:solidFill>
                      <a:srgbClr val="161A21"/>
                    </a:solidFill>
                  </a:tcPr>
                </a:tc>
                <a:tc>
                  <a:txBody>
                    <a:bodyPr/>
                    <a:lstStyle/>
                    <a:p>
                      <a:pPr algn="l"/>
                      <a:r>
                        <a:rPr sz="1150" b="0">
                          <a:solidFill>
                            <a:srgbClr val="AEB6C2"/>
                          </a:solidFill>
                          <a:latin typeface="Arial"/>
                        </a:rPr>
                        <a:t>n = 2,000 objects</a:t>
                      </a:r>
                    </a:p>
                  </a:txBody>
                  <a:tcPr anchor="ctr">
                    <a:solidFill>
                      <a:srgbClr val="161A21"/>
                    </a:solidFill>
                  </a:tcPr>
                </a:tc>
                <a:tc>
                  <a:txBody>
                    <a:bodyPr/>
                    <a:lstStyle/>
                    <a:p>
                      <a:pPr algn="r"/>
                      <a:r>
                        <a:rPr sz="1250" b="1">
                          <a:solidFill>
                            <a:srgbClr val="F5F7FA"/>
                          </a:solidFill>
                          <a:latin typeface="Arial"/>
                        </a:rPr>
                        <a:t>0.978</a:t>
                      </a:r>
                    </a:p>
                  </a:txBody>
                  <a:tcPr anchor="ctr">
                    <a:solidFill>
                      <a:srgbClr val="161A21"/>
                    </a:solidFill>
                  </a:tcPr>
                </a:tc>
                <a:tc>
                  <a:txBody>
                    <a:bodyPr/>
                    <a:lstStyle/>
                    <a:p>
                      <a:pPr algn="r"/>
                      <a:r>
                        <a:rPr sz="1250" b="1">
                          <a:solidFill>
                            <a:srgbClr val="F6C85F"/>
                          </a:solidFill>
                          <a:latin typeface="Arial"/>
                        </a:rPr>
                        <a:t>1.97×</a:t>
                      </a:r>
                    </a:p>
                  </a:txBody>
                  <a:tcPr anchor="ctr">
                    <a:solidFill>
                      <a:srgbClr val="161A21"/>
                    </a:solidFill>
                  </a:tcPr>
                </a:tc>
                <a:extLst>
                  <a:ext uri="{0D108BD9-81ED-4DB2-BD59-A6C34878D82A}">
                    <a16:rowId xmlns:a16="http://schemas.microsoft.com/office/drawing/2014/main" val="10007"/>
                  </a:ext>
                </a:extLst>
              </a:tr>
              <a:tr h="264261">
                <a:tc>
                  <a:txBody>
                    <a:bodyPr/>
                    <a:lstStyle/>
                    <a:p>
                      <a:pPr algn="l"/>
                      <a:r>
                        <a:rPr sz="1250" b="1">
                          <a:solidFill>
                            <a:srgbClr val="F5F7FA"/>
                          </a:solidFill>
                          <a:latin typeface="Arial"/>
                        </a:rPr>
                        <a:t>tokenize</a:t>
                      </a:r>
                    </a:p>
                  </a:txBody>
                  <a:tcPr anchor="ctr">
                    <a:solidFill>
                      <a:srgbClr val="1C212B"/>
                    </a:solidFill>
                  </a:tcPr>
                </a:tc>
                <a:tc>
                  <a:txBody>
                    <a:bodyPr/>
                    <a:lstStyle/>
                    <a:p>
                      <a:pPr algn="l"/>
                      <a:r>
                        <a:rPr sz="1150" b="0">
                          <a:solidFill>
                            <a:srgbClr val="82AFFF"/>
                          </a:solidFill>
                          <a:latin typeface="Arial"/>
                        </a:rPr>
                        <a:t>serialization</a:t>
                      </a:r>
                    </a:p>
                  </a:txBody>
                  <a:tcPr anchor="ctr">
                    <a:solidFill>
                      <a:srgbClr val="1C212B"/>
                    </a:solidFill>
                  </a:tcPr>
                </a:tc>
                <a:tc>
                  <a:txBody>
                    <a:bodyPr/>
                    <a:lstStyle/>
                    <a:p>
                      <a:pPr algn="l"/>
                      <a:r>
                        <a:rPr sz="1150" b="0">
                          <a:solidFill>
                            <a:srgbClr val="AEB6C2"/>
                          </a:solidFill>
                          <a:latin typeface="Arial"/>
                        </a:rPr>
                        <a:t>n = 4,000 tokens</a:t>
                      </a:r>
                    </a:p>
                  </a:txBody>
                  <a:tcPr anchor="ctr">
                    <a:solidFill>
                      <a:srgbClr val="1C212B"/>
                    </a:solidFill>
                  </a:tcPr>
                </a:tc>
                <a:tc>
                  <a:txBody>
                    <a:bodyPr/>
                    <a:lstStyle/>
                    <a:p>
                      <a:pPr algn="r"/>
                      <a:r>
                        <a:rPr sz="1250" b="1">
                          <a:solidFill>
                            <a:srgbClr val="F5F7FA"/>
                          </a:solidFill>
                          <a:latin typeface="Arial"/>
                        </a:rPr>
                        <a:t>1.58</a:t>
                      </a:r>
                    </a:p>
                  </a:txBody>
                  <a:tcPr anchor="ctr">
                    <a:solidFill>
                      <a:srgbClr val="1C212B"/>
                    </a:solidFill>
                  </a:tcPr>
                </a:tc>
                <a:tc>
                  <a:txBody>
                    <a:bodyPr/>
                    <a:lstStyle/>
                    <a:p>
                      <a:pPr algn="r"/>
                      <a:r>
                        <a:rPr sz="1250" b="1">
                          <a:solidFill>
                            <a:srgbClr val="7C8494"/>
                          </a:solidFill>
                          <a:latin typeface="Arial"/>
                        </a:rPr>
                        <a:t>1.0×</a:t>
                      </a:r>
                    </a:p>
                  </a:txBody>
                  <a:tcPr anchor="ctr">
                    <a:solidFill>
                      <a:srgbClr val="1C212B"/>
                    </a:solidFill>
                  </a:tcPr>
                </a:tc>
                <a:extLst>
                  <a:ext uri="{0D108BD9-81ED-4DB2-BD59-A6C34878D82A}">
                    <a16:rowId xmlns:a16="http://schemas.microsoft.com/office/drawing/2014/main" val="10008"/>
                  </a:ext>
                </a:extLst>
              </a:tr>
              <a:tr h="264261">
                <a:tc>
                  <a:txBody>
                    <a:bodyPr/>
                    <a:lstStyle/>
                    <a:p>
                      <a:pPr algn="l"/>
                      <a:r>
                        <a:rPr sz="1250" b="1">
                          <a:solidFill>
                            <a:srgbClr val="F5F7FA"/>
                          </a:solidFill>
                          <a:latin typeface="Arial"/>
                        </a:rPr>
                        <a:t>html_parse</a:t>
                      </a:r>
                    </a:p>
                  </a:txBody>
                  <a:tcPr anchor="ctr">
                    <a:solidFill>
                      <a:srgbClr val="161A21"/>
                    </a:solidFill>
                  </a:tcPr>
                </a:tc>
                <a:tc>
                  <a:txBody>
                    <a:bodyPr/>
                    <a:lstStyle/>
                    <a:p>
                      <a:pPr algn="l"/>
                      <a:r>
                        <a:rPr sz="1150" b="0">
                          <a:solidFill>
                            <a:srgbClr val="82AFFF"/>
                          </a:solidFill>
                          <a:latin typeface="Arial"/>
                        </a:rPr>
                        <a:t>serialization</a:t>
                      </a:r>
                    </a:p>
                  </a:txBody>
                  <a:tcPr anchor="ctr">
                    <a:solidFill>
                      <a:srgbClr val="161A21"/>
                    </a:solidFill>
                  </a:tcPr>
                </a:tc>
                <a:tc>
                  <a:txBody>
                    <a:bodyPr/>
                    <a:lstStyle/>
                    <a:p>
                      <a:pPr algn="l"/>
                      <a:r>
                        <a:rPr sz="1150" b="0">
                          <a:solidFill>
                            <a:srgbClr val="AEB6C2"/>
                          </a:solidFill>
                          <a:latin typeface="Arial"/>
                        </a:rPr>
                        <a:t>n = 1,500 elements</a:t>
                      </a:r>
                    </a:p>
                  </a:txBody>
                  <a:tcPr anchor="ctr">
                    <a:solidFill>
                      <a:srgbClr val="161A21"/>
                    </a:solidFill>
                  </a:tcPr>
                </a:tc>
                <a:tc>
                  <a:txBody>
                    <a:bodyPr/>
                    <a:lstStyle/>
                    <a:p>
                      <a:pPr algn="r"/>
                      <a:r>
                        <a:rPr sz="1250" b="1">
                          <a:solidFill>
                            <a:srgbClr val="F5F7FA"/>
                          </a:solidFill>
                          <a:latin typeface="Arial"/>
                        </a:rPr>
                        <a:t>17.0</a:t>
                      </a:r>
                    </a:p>
                  </a:txBody>
                  <a:tcPr anchor="ctr">
                    <a:solidFill>
                      <a:srgbClr val="161A21"/>
                    </a:solidFill>
                  </a:tcPr>
                </a:tc>
                <a:tc>
                  <a:txBody>
                    <a:bodyPr/>
                    <a:lstStyle/>
                    <a:p>
                      <a:pPr algn="r"/>
                      <a:r>
                        <a:rPr sz="1250" b="1">
                          <a:solidFill>
                            <a:srgbClr val="62D6A8"/>
                          </a:solidFill>
                          <a:latin typeface="Arial"/>
                        </a:rPr>
                        <a:t>4.81×</a:t>
                      </a:r>
                    </a:p>
                  </a:txBody>
                  <a:tcPr anchor="ctr">
                    <a:solidFill>
                      <a:srgbClr val="161A21"/>
                    </a:solidFill>
                  </a:tcPr>
                </a:tc>
                <a:extLst>
                  <a:ext uri="{0D108BD9-81ED-4DB2-BD59-A6C34878D82A}">
                    <a16:rowId xmlns:a16="http://schemas.microsoft.com/office/drawing/2014/main" val="10009"/>
                  </a:ext>
                </a:extLst>
              </a:tr>
              <a:tr h="264261">
                <a:tc>
                  <a:txBody>
                    <a:bodyPr/>
                    <a:lstStyle/>
                    <a:p>
                      <a:pPr algn="l"/>
                      <a:r>
                        <a:rPr sz="1250" b="1">
                          <a:solidFill>
                            <a:srgbClr val="F5F7FA"/>
                          </a:solidFill>
                          <a:latin typeface="Arial"/>
                        </a:rPr>
                        <a:t>ast_parse</a:t>
                      </a:r>
                    </a:p>
                  </a:txBody>
                  <a:tcPr anchor="ctr">
                    <a:solidFill>
                      <a:srgbClr val="1C212B"/>
                    </a:solidFill>
                  </a:tcPr>
                </a:tc>
                <a:tc>
                  <a:txBody>
                    <a:bodyPr/>
                    <a:lstStyle/>
                    <a:p>
                      <a:pPr algn="l"/>
                      <a:r>
                        <a:rPr sz="1150" b="0">
                          <a:solidFill>
                            <a:srgbClr val="82AFFF"/>
                          </a:solidFill>
                          <a:latin typeface="Arial"/>
                        </a:rPr>
                        <a:t>serialization</a:t>
                      </a:r>
                    </a:p>
                  </a:txBody>
                  <a:tcPr anchor="ctr">
                    <a:solidFill>
                      <a:srgbClr val="1C212B"/>
                    </a:solidFill>
                  </a:tcPr>
                </a:tc>
                <a:tc>
                  <a:txBody>
                    <a:bodyPr/>
                    <a:lstStyle/>
                    <a:p>
                      <a:pPr algn="l"/>
                      <a:r>
                        <a:rPr sz="1150" b="0">
                          <a:solidFill>
                            <a:srgbClr val="AEB6C2"/>
                          </a:solidFill>
                          <a:latin typeface="Arial"/>
                        </a:rPr>
                        <a:t>n = 400 statements</a:t>
                      </a:r>
                    </a:p>
                  </a:txBody>
                  <a:tcPr anchor="ctr">
                    <a:solidFill>
                      <a:srgbClr val="1C212B"/>
                    </a:solidFill>
                  </a:tcPr>
                </a:tc>
                <a:tc>
                  <a:txBody>
                    <a:bodyPr/>
                    <a:lstStyle/>
                    <a:p>
                      <a:pPr algn="r"/>
                      <a:r>
                        <a:rPr sz="1250" b="1">
                          <a:solidFill>
                            <a:srgbClr val="F5F7FA"/>
                          </a:solidFill>
                          <a:latin typeface="Arial"/>
                        </a:rPr>
                        <a:t>6.65</a:t>
                      </a:r>
                    </a:p>
                  </a:txBody>
                  <a:tcPr anchor="ctr">
                    <a:solidFill>
                      <a:srgbClr val="1C212B"/>
                    </a:solidFill>
                  </a:tcPr>
                </a:tc>
                <a:tc>
                  <a:txBody>
                    <a:bodyPr/>
                    <a:lstStyle/>
                    <a:p>
                      <a:pPr algn="r"/>
                      <a:r>
                        <a:rPr sz="1250" b="1">
                          <a:solidFill>
                            <a:srgbClr val="7C8494"/>
                          </a:solidFill>
                          <a:latin typeface="Arial"/>
                        </a:rPr>
                        <a:t>0.98×</a:t>
                      </a:r>
                    </a:p>
                  </a:txBody>
                  <a:tcPr anchor="ctr">
                    <a:solidFill>
                      <a:srgbClr val="1C212B"/>
                    </a:solidFill>
                  </a:tcPr>
                </a:tc>
                <a:extLst>
                  <a:ext uri="{0D108BD9-81ED-4DB2-BD59-A6C34878D82A}">
                    <a16:rowId xmlns:a16="http://schemas.microsoft.com/office/drawing/2014/main" val="10010"/>
                  </a:ext>
                </a:extLst>
              </a:tr>
              <a:tr h="264261">
                <a:tc>
                  <a:txBody>
                    <a:bodyPr/>
                    <a:lstStyle/>
                    <a:p>
                      <a:pPr algn="l"/>
                      <a:r>
                        <a:rPr sz="1250" b="1">
                          <a:solidFill>
                            <a:srgbClr val="F5F7FA"/>
                          </a:solidFill>
                          <a:latin typeface="Arial"/>
                        </a:rPr>
                        <a:t>regex_extract</a:t>
                      </a:r>
                    </a:p>
                  </a:txBody>
                  <a:tcPr anchor="ctr">
                    <a:solidFill>
                      <a:srgbClr val="161A21"/>
                    </a:solidFill>
                  </a:tcPr>
                </a:tc>
                <a:tc>
                  <a:txBody>
                    <a:bodyPr/>
                    <a:lstStyle/>
                    <a:p>
                      <a:pPr algn="l"/>
                      <a:r>
                        <a:rPr sz="1150" b="0">
                          <a:solidFill>
                            <a:srgbClr val="82AFFF"/>
                          </a:solidFill>
                          <a:latin typeface="Arial"/>
                        </a:rPr>
                        <a:t>serialization</a:t>
                      </a:r>
                    </a:p>
                  </a:txBody>
                  <a:tcPr anchor="ctr">
                    <a:solidFill>
                      <a:srgbClr val="161A21"/>
                    </a:solidFill>
                  </a:tcPr>
                </a:tc>
                <a:tc>
                  <a:txBody>
                    <a:bodyPr/>
                    <a:lstStyle/>
                    <a:p>
                      <a:pPr algn="l"/>
                      <a:r>
                        <a:rPr sz="1150" b="0">
                          <a:solidFill>
                            <a:srgbClr val="AEB6C2"/>
                          </a:solidFill>
                          <a:latin typeface="Arial"/>
                        </a:rPr>
                        <a:t>n = 5,000 strings</a:t>
                      </a:r>
                    </a:p>
                  </a:txBody>
                  <a:tcPr anchor="ctr">
                    <a:solidFill>
                      <a:srgbClr val="161A21"/>
                    </a:solidFill>
                  </a:tcPr>
                </a:tc>
                <a:tc>
                  <a:txBody>
                    <a:bodyPr/>
                    <a:lstStyle/>
                    <a:p>
                      <a:pPr algn="r"/>
                      <a:r>
                        <a:rPr sz="1250" b="1">
                          <a:solidFill>
                            <a:srgbClr val="F5F7FA"/>
                          </a:solidFill>
                          <a:latin typeface="Arial"/>
                        </a:rPr>
                        <a:t>0.736</a:t>
                      </a:r>
                    </a:p>
                  </a:txBody>
                  <a:tcPr anchor="ctr">
                    <a:solidFill>
                      <a:srgbClr val="161A21"/>
                    </a:solidFill>
                  </a:tcPr>
                </a:tc>
                <a:tc>
                  <a:txBody>
                    <a:bodyPr/>
                    <a:lstStyle/>
                    <a:p>
                      <a:pPr algn="r"/>
                      <a:r>
                        <a:rPr sz="1250" b="1">
                          <a:solidFill>
                            <a:srgbClr val="7C8494"/>
                          </a:solidFill>
                          <a:latin typeface="Arial"/>
                        </a:rPr>
                        <a:t>1.0×</a:t>
                      </a:r>
                    </a:p>
                  </a:txBody>
                  <a:tcPr anchor="ctr">
                    <a:solidFill>
                      <a:srgbClr val="161A21"/>
                    </a:solidFill>
                  </a:tcPr>
                </a:tc>
                <a:extLst>
                  <a:ext uri="{0D108BD9-81ED-4DB2-BD59-A6C34878D82A}">
                    <a16:rowId xmlns:a16="http://schemas.microsoft.com/office/drawing/2014/main" val="10011"/>
                  </a:ext>
                </a:extLst>
              </a:tr>
              <a:tr h="264261">
                <a:tc>
                  <a:txBody>
                    <a:bodyPr/>
                    <a:lstStyle/>
                    <a:p>
                      <a:pPr algn="l"/>
                      <a:r>
                        <a:rPr sz="1250" b="1">
                          <a:solidFill>
                            <a:srgbClr val="F5F7FA"/>
                          </a:solidFill>
                          <a:latin typeface="Arial"/>
                        </a:rPr>
                        <a:t>pdf_text_extract</a:t>
                      </a:r>
                    </a:p>
                  </a:txBody>
                  <a:tcPr anchor="ctr">
                    <a:solidFill>
                      <a:srgbClr val="1C212B"/>
                    </a:solidFill>
                  </a:tcPr>
                </a:tc>
                <a:tc>
                  <a:txBody>
                    <a:bodyPr/>
                    <a:lstStyle/>
                    <a:p>
                      <a:pPr algn="l"/>
                      <a:r>
                        <a:rPr sz="1150" b="0">
                          <a:solidFill>
                            <a:srgbClr val="82AFFF"/>
                          </a:solidFill>
                          <a:latin typeface="Arial"/>
                        </a:rPr>
                        <a:t>serialization</a:t>
                      </a:r>
                    </a:p>
                  </a:txBody>
                  <a:tcPr anchor="ctr">
                    <a:solidFill>
                      <a:srgbClr val="1C212B"/>
                    </a:solidFill>
                  </a:tcPr>
                </a:tc>
                <a:tc>
                  <a:txBody>
                    <a:bodyPr/>
                    <a:lstStyle/>
                    <a:p>
                      <a:pPr algn="l"/>
                      <a:r>
                        <a:rPr sz="1150" b="0">
                          <a:solidFill>
                            <a:srgbClr val="AEB6C2"/>
                          </a:solidFill>
                          <a:latin typeface="Arial"/>
                        </a:rPr>
                        <a:t>sample.pdf · pages 1–1</a:t>
                      </a:r>
                    </a:p>
                  </a:txBody>
                  <a:tcPr anchor="ctr">
                    <a:solidFill>
                      <a:srgbClr val="1C212B"/>
                    </a:solidFill>
                  </a:tcPr>
                </a:tc>
                <a:tc>
                  <a:txBody>
                    <a:bodyPr/>
                    <a:lstStyle/>
                    <a:p>
                      <a:pPr algn="r"/>
                      <a:r>
                        <a:rPr sz="1250" b="1">
                          <a:solidFill>
                            <a:srgbClr val="F5F7FA"/>
                          </a:solidFill>
                          <a:latin typeface="Arial"/>
                        </a:rPr>
                        <a:t>0.503</a:t>
                      </a:r>
                    </a:p>
                  </a:txBody>
                  <a:tcPr anchor="ctr">
                    <a:solidFill>
                      <a:srgbClr val="1C212B"/>
                    </a:solidFill>
                  </a:tcPr>
                </a:tc>
                <a:tc>
                  <a:txBody>
                    <a:bodyPr/>
                    <a:lstStyle/>
                    <a:p>
                      <a:pPr algn="r"/>
                      <a:r>
                        <a:rPr sz="1250" b="1">
                          <a:solidFill>
                            <a:srgbClr val="7C8494"/>
                          </a:solidFill>
                          <a:latin typeface="Arial"/>
                        </a:rPr>
                        <a:t>1.0×</a:t>
                      </a:r>
                    </a:p>
                  </a:txBody>
                  <a:tcPr anchor="ctr">
                    <a:solidFill>
                      <a:srgbClr val="1C212B"/>
                    </a:solidFill>
                  </a:tcPr>
                </a:tc>
                <a:extLst>
                  <a:ext uri="{0D108BD9-81ED-4DB2-BD59-A6C34878D82A}">
                    <a16:rowId xmlns:a16="http://schemas.microsoft.com/office/drawing/2014/main" val="10012"/>
                  </a:ext>
                </a:extLst>
              </a:tr>
              <a:tr h="264261">
                <a:tc>
                  <a:txBody>
                    <a:bodyPr/>
                    <a:lstStyle/>
                    <a:p>
                      <a:pPr algn="l"/>
                      <a:r>
                        <a:rPr sz="1250" b="1">
                          <a:solidFill>
                            <a:srgbClr val="F5F7FA"/>
                          </a:solidFill>
                          <a:latin typeface="Arial"/>
                        </a:rPr>
                        <a:t>assemble</a:t>
                      </a:r>
                    </a:p>
                  </a:txBody>
                  <a:tcPr anchor="ctr">
                    <a:solidFill>
                      <a:srgbClr val="161A21"/>
                    </a:solidFill>
                  </a:tcPr>
                </a:tc>
                <a:tc>
                  <a:txBody>
                    <a:bodyPr/>
                    <a:lstStyle/>
                    <a:p>
                      <a:pPr algn="l"/>
                      <a:r>
                        <a:rPr sz="1150" b="0">
                          <a:solidFill>
                            <a:srgbClr val="F6C85F"/>
                          </a:solidFill>
                          <a:latin typeface="Arial"/>
                        </a:rPr>
                        <a:t>context</a:t>
                      </a:r>
                    </a:p>
                  </a:txBody>
                  <a:tcPr anchor="ctr">
                    <a:solidFill>
                      <a:srgbClr val="161A21"/>
                    </a:solidFill>
                  </a:tcPr>
                </a:tc>
                <a:tc>
                  <a:txBody>
                    <a:bodyPr/>
                    <a:lstStyle/>
                    <a:p>
                      <a:pPr algn="l"/>
                      <a:r>
                        <a:rPr sz="1150" b="0">
                          <a:solidFill>
                            <a:srgbClr val="AEB6C2"/>
                          </a:solidFill>
                          <a:latin typeface="Arial"/>
                        </a:rPr>
                        <a:t>n = 3,000 fragments</a:t>
                      </a:r>
                    </a:p>
                  </a:txBody>
                  <a:tcPr anchor="ctr">
                    <a:solidFill>
                      <a:srgbClr val="161A21"/>
                    </a:solidFill>
                  </a:tcPr>
                </a:tc>
                <a:tc>
                  <a:txBody>
                    <a:bodyPr/>
                    <a:lstStyle/>
                    <a:p>
                      <a:pPr algn="r"/>
                      <a:r>
                        <a:rPr sz="1250" b="1">
                          <a:solidFill>
                            <a:srgbClr val="F5F7FA"/>
                          </a:solidFill>
                          <a:latin typeface="Arial"/>
                        </a:rPr>
                        <a:t>0.364</a:t>
                      </a:r>
                    </a:p>
                  </a:txBody>
                  <a:tcPr anchor="ctr">
                    <a:solidFill>
                      <a:srgbClr val="161A21"/>
                    </a:solidFill>
                  </a:tcPr>
                </a:tc>
                <a:tc>
                  <a:txBody>
                    <a:bodyPr/>
                    <a:lstStyle/>
                    <a:p>
                      <a:pPr algn="r"/>
                      <a:r>
                        <a:rPr sz="1250" b="1">
                          <a:solidFill>
                            <a:srgbClr val="7C8494"/>
                          </a:solidFill>
                          <a:latin typeface="Arial"/>
                        </a:rPr>
                        <a:t>1.0×</a:t>
                      </a:r>
                    </a:p>
                  </a:txBody>
                  <a:tcPr anchor="ctr">
                    <a:solidFill>
                      <a:srgbClr val="161A21"/>
                    </a:solidFill>
                  </a:tcPr>
                </a:tc>
                <a:extLst>
                  <a:ext uri="{0D108BD9-81ED-4DB2-BD59-A6C34878D82A}">
                    <a16:rowId xmlns:a16="http://schemas.microsoft.com/office/drawing/2014/main" val="10013"/>
                  </a:ext>
                </a:extLst>
              </a:tr>
              <a:tr h="264261">
                <a:tc>
                  <a:txBody>
                    <a:bodyPr/>
                    <a:lstStyle/>
                    <a:p>
                      <a:pPr algn="l"/>
                      <a:r>
                        <a:rPr sz="1250" b="1">
                          <a:solidFill>
                            <a:srgbClr val="F5F7FA"/>
                          </a:solidFill>
                          <a:latin typeface="Arial"/>
                        </a:rPr>
                        <a:t>chunk</a:t>
                      </a:r>
                    </a:p>
                  </a:txBody>
                  <a:tcPr anchor="ctr">
                    <a:solidFill>
                      <a:srgbClr val="1C212B"/>
                    </a:solidFill>
                  </a:tcPr>
                </a:tc>
                <a:tc>
                  <a:txBody>
                    <a:bodyPr/>
                    <a:lstStyle/>
                    <a:p>
                      <a:pPr algn="l"/>
                      <a:r>
                        <a:rPr sz="1150" b="0">
                          <a:solidFill>
                            <a:srgbClr val="F6C85F"/>
                          </a:solidFill>
                          <a:latin typeface="Arial"/>
                        </a:rPr>
                        <a:t>context</a:t>
                      </a:r>
                    </a:p>
                  </a:txBody>
                  <a:tcPr anchor="ctr">
                    <a:solidFill>
                      <a:srgbClr val="1C212B"/>
                    </a:solidFill>
                  </a:tcPr>
                </a:tc>
                <a:tc>
                  <a:txBody>
                    <a:bodyPr/>
                    <a:lstStyle/>
                    <a:p>
                      <a:pPr algn="l"/>
                      <a:r>
                        <a:rPr sz="1150" b="0">
                          <a:solidFill>
                            <a:srgbClr val="AEB6C2"/>
                          </a:solidFill>
                          <a:latin typeface="Arial"/>
                        </a:rPr>
                        <a:t>n = 8,000 · size = 128 · overlap = 16</a:t>
                      </a:r>
                    </a:p>
                  </a:txBody>
                  <a:tcPr anchor="ctr">
                    <a:solidFill>
                      <a:srgbClr val="1C212B"/>
                    </a:solidFill>
                  </a:tcPr>
                </a:tc>
                <a:tc>
                  <a:txBody>
                    <a:bodyPr/>
                    <a:lstStyle/>
                    <a:p>
                      <a:pPr algn="r"/>
                      <a:r>
                        <a:rPr sz="1250" b="1">
                          <a:solidFill>
                            <a:srgbClr val="F5F7FA"/>
                          </a:solidFill>
                          <a:latin typeface="Arial"/>
                        </a:rPr>
                        <a:t>0.203</a:t>
                      </a:r>
                    </a:p>
                  </a:txBody>
                  <a:tcPr anchor="ctr">
                    <a:solidFill>
                      <a:srgbClr val="1C212B"/>
                    </a:solidFill>
                  </a:tcPr>
                </a:tc>
                <a:tc>
                  <a:txBody>
                    <a:bodyPr/>
                    <a:lstStyle/>
                    <a:p>
                      <a:pPr algn="r"/>
                      <a:r>
                        <a:rPr sz="1250" b="1">
                          <a:solidFill>
                            <a:srgbClr val="7C8494"/>
                          </a:solidFill>
                          <a:latin typeface="Arial"/>
                        </a:rPr>
                        <a:t>1.0×</a:t>
                      </a:r>
                    </a:p>
                  </a:txBody>
                  <a:tcPr anchor="ctr">
                    <a:solidFill>
                      <a:srgbClr val="1C212B"/>
                    </a:solidFill>
                  </a:tcPr>
                </a:tc>
                <a:extLst>
                  <a:ext uri="{0D108BD9-81ED-4DB2-BD59-A6C34878D82A}">
                    <a16:rowId xmlns:a16="http://schemas.microsoft.com/office/drawing/2014/main" val="10014"/>
                  </a:ext>
                </a:extLst>
              </a:tr>
              <a:tr h="264261">
                <a:tc>
                  <a:txBody>
                    <a:bodyPr/>
                    <a:lstStyle/>
                    <a:p>
                      <a:pPr algn="l"/>
                      <a:r>
                        <a:rPr sz="1250" b="1">
                          <a:solidFill>
                            <a:srgbClr val="F5F7FA"/>
                          </a:solidFill>
                          <a:latin typeface="Arial"/>
                        </a:rPr>
                        <a:t>dedup</a:t>
                      </a:r>
                    </a:p>
                  </a:txBody>
                  <a:tcPr anchor="ctr">
                    <a:solidFill>
                      <a:srgbClr val="161A21"/>
                    </a:solidFill>
                  </a:tcPr>
                </a:tc>
                <a:tc>
                  <a:txBody>
                    <a:bodyPr/>
                    <a:lstStyle/>
                    <a:p>
                      <a:pPr algn="l"/>
                      <a:r>
                        <a:rPr sz="1150" b="0">
                          <a:solidFill>
                            <a:srgbClr val="F6C85F"/>
                          </a:solidFill>
                          <a:latin typeface="Arial"/>
                        </a:rPr>
                        <a:t>context</a:t>
                      </a:r>
                    </a:p>
                  </a:txBody>
                  <a:tcPr anchor="ctr">
                    <a:solidFill>
                      <a:srgbClr val="161A21"/>
                    </a:solidFill>
                  </a:tcPr>
                </a:tc>
                <a:tc>
                  <a:txBody>
                    <a:bodyPr/>
                    <a:lstStyle/>
                    <a:p>
                      <a:pPr algn="l"/>
                      <a:r>
                        <a:rPr sz="1150" b="0">
                          <a:solidFill>
                            <a:srgbClr val="AEB6C2"/>
                          </a:solidFill>
                          <a:latin typeface="Arial"/>
                        </a:rPr>
                        <a:t>n = 3,000 items</a:t>
                      </a:r>
                    </a:p>
                  </a:txBody>
                  <a:tcPr anchor="ctr">
                    <a:solidFill>
                      <a:srgbClr val="161A21"/>
                    </a:solidFill>
                  </a:tcPr>
                </a:tc>
                <a:tc>
                  <a:txBody>
                    <a:bodyPr/>
                    <a:lstStyle/>
                    <a:p>
                      <a:pPr algn="r"/>
                      <a:r>
                        <a:rPr sz="1250" b="1">
                          <a:solidFill>
                            <a:srgbClr val="F5F7FA"/>
                          </a:solidFill>
                          <a:latin typeface="Arial"/>
                        </a:rPr>
                        <a:t>10.7</a:t>
                      </a:r>
                    </a:p>
                  </a:txBody>
                  <a:tcPr anchor="ctr">
                    <a:solidFill>
                      <a:srgbClr val="161A21"/>
                    </a:solidFill>
                  </a:tcPr>
                </a:tc>
                <a:tc>
                  <a:txBody>
                    <a:bodyPr/>
                    <a:lstStyle/>
                    <a:p>
                      <a:pPr algn="r"/>
                      <a:r>
                        <a:rPr sz="1250" b="1">
                          <a:solidFill>
                            <a:srgbClr val="62D6A8"/>
                          </a:solidFill>
                          <a:latin typeface="Arial"/>
                        </a:rPr>
                        <a:t>126×</a:t>
                      </a:r>
                    </a:p>
                  </a:txBody>
                  <a:tcPr anchor="ctr">
                    <a:solidFill>
                      <a:srgbClr val="161A21"/>
                    </a:solidFill>
                  </a:tcPr>
                </a:tc>
                <a:extLst>
                  <a:ext uri="{0D108BD9-81ED-4DB2-BD59-A6C34878D82A}">
                    <a16:rowId xmlns:a16="http://schemas.microsoft.com/office/drawing/2014/main" val="10015"/>
                  </a:ext>
                </a:extLst>
              </a:tr>
              <a:tr h="264261">
                <a:tc>
                  <a:txBody>
                    <a:bodyPr/>
                    <a:lstStyle/>
                    <a:p>
                      <a:pPr algn="l"/>
                      <a:r>
                        <a:rPr sz="1250" b="1">
                          <a:solidFill>
                            <a:srgbClr val="F5F7FA"/>
                          </a:solidFill>
                          <a:latin typeface="Arial"/>
                        </a:rPr>
                        <a:t>summarize</a:t>
                      </a:r>
                    </a:p>
                  </a:txBody>
                  <a:tcPr anchor="ctr">
                    <a:solidFill>
                      <a:srgbClr val="1C212B"/>
                    </a:solidFill>
                  </a:tcPr>
                </a:tc>
                <a:tc>
                  <a:txBody>
                    <a:bodyPr/>
                    <a:lstStyle/>
                    <a:p>
                      <a:pPr algn="l"/>
                      <a:r>
                        <a:rPr sz="1150" b="0">
                          <a:solidFill>
                            <a:srgbClr val="F6C85F"/>
                          </a:solidFill>
                          <a:latin typeface="Arial"/>
                        </a:rPr>
                        <a:t>context</a:t>
                      </a:r>
                    </a:p>
                  </a:txBody>
                  <a:tcPr anchor="ctr">
                    <a:solidFill>
                      <a:srgbClr val="1C212B"/>
                    </a:solidFill>
                  </a:tcPr>
                </a:tc>
                <a:tc>
                  <a:txBody>
                    <a:bodyPr/>
                    <a:lstStyle/>
                    <a:p>
                      <a:pPr algn="l"/>
                      <a:r>
                        <a:rPr sz="1150" b="0">
                          <a:solidFill>
                            <a:srgbClr val="AEB6C2"/>
                          </a:solidFill>
                          <a:latin typeface="Arial"/>
                        </a:rPr>
                        <a:t>n = 2,000 · budget = 500</a:t>
                      </a:r>
                    </a:p>
                  </a:txBody>
                  <a:tcPr anchor="ctr">
                    <a:solidFill>
                      <a:srgbClr val="1C212B"/>
                    </a:solidFill>
                  </a:tcPr>
                </a:tc>
                <a:tc>
                  <a:txBody>
                    <a:bodyPr/>
                    <a:lstStyle/>
                    <a:p>
                      <a:pPr algn="r"/>
                      <a:r>
                        <a:rPr sz="1250" b="1">
                          <a:solidFill>
                            <a:srgbClr val="F5F7FA"/>
                          </a:solidFill>
                          <a:latin typeface="Arial"/>
                        </a:rPr>
                        <a:t>0.053</a:t>
                      </a:r>
                    </a:p>
                  </a:txBody>
                  <a:tcPr anchor="ctr">
                    <a:solidFill>
                      <a:srgbClr val="1C212B"/>
                    </a:solidFill>
                  </a:tcPr>
                </a:tc>
                <a:tc>
                  <a:txBody>
                    <a:bodyPr/>
                    <a:lstStyle/>
                    <a:p>
                      <a:pPr algn="r"/>
                      <a:r>
                        <a:rPr sz="1250" b="1">
                          <a:solidFill>
                            <a:srgbClr val="7C8494"/>
                          </a:solidFill>
                          <a:latin typeface="Arial"/>
                        </a:rPr>
                        <a:t>1.0×</a:t>
                      </a:r>
                    </a:p>
                  </a:txBody>
                  <a:tcPr anchor="ctr">
                    <a:solidFill>
                      <a:srgbClr val="1C212B"/>
                    </a:solidFill>
                  </a:tcPr>
                </a:tc>
                <a:extLst>
                  <a:ext uri="{0D108BD9-81ED-4DB2-BD59-A6C34878D82A}">
                    <a16:rowId xmlns:a16="http://schemas.microsoft.com/office/drawing/2014/main" val="10016"/>
                  </a:ext>
                </a:extLst>
              </a:tr>
              <a:tr h="264261">
                <a:tc>
                  <a:txBody>
                    <a:bodyPr/>
                    <a:lstStyle/>
                    <a:p>
                      <a:pPr algn="l"/>
                      <a:r>
                        <a:rPr sz="1250" b="1">
                          <a:solidFill>
                            <a:srgbClr val="F5F7FA"/>
                          </a:solidFill>
                          <a:latin typeface="Arial"/>
                        </a:rPr>
                        <a:t>state_merge</a:t>
                      </a:r>
                    </a:p>
                  </a:txBody>
                  <a:tcPr anchor="ctr">
                    <a:solidFill>
                      <a:srgbClr val="161A21"/>
                    </a:solidFill>
                  </a:tcPr>
                </a:tc>
                <a:tc>
                  <a:txBody>
                    <a:bodyPr/>
                    <a:lstStyle/>
                    <a:p>
                      <a:pPr algn="l"/>
                      <a:r>
                        <a:rPr sz="1150" b="0">
                          <a:solidFill>
                            <a:srgbClr val="62D6A8"/>
                          </a:solidFill>
                          <a:latin typeface="Arial"/>
                        </a:rPr>
                        <a:t>orchestration</a:t>
                      </a:r>
                    </a:p>
                  </a:txBody>
                  <a:tcPr anchor="ctr">
                    <a:solidFill>
                      <a:srgbClr val="161A21"/>
                    </a:solidFill>
                  </a:tcPr>
                </a:tc>
                <a:tc>
                  <a:txBody>
                    <a:bodyPr/>
                    <a:lstStyle/>
                    <a:p>
                      <a:pPr algn="l"/>
                      <a:r>
                        <a:rPr sz="1150" b="0">
                          <a:solidFill>
                            <a:srgbClr val="AEB6C2"/>
                          </a:solidFill>
                          <a:latin typeface="Arial"/>
                        </a:rPr>
                        <a:t>n = 200 states</a:t>
                      </a:r>
                    </a:p>
                  </a:txBody>
                  <a:tcPr anchor="ctr">
                    <a:solidFill>
                      <a:srgbClr val="161A21"/>
                    </a:solidFill>
                  </a:tcPr>
                </a:tc>
                <a:tc>
                  <a:txBody>
                    <a:bodyPr/>
                    <a:lstStyle/>
                    <a:p>
                      <a:pPr algn="r"/>
                      <a:r>
                        <a:rPr sz="1250" b="1">
                          <a:solidFill>
                            <a:srgbClr val="F5F7FA"/>
                          </a:solidFill>
                          <a:latin typeface="Arial"/>
                        </a:rPr>
                        <a:t>0.792</a:t>
                      </a:r>
                    </a:p>
                  </a:txBody>
                  <a:tcPr anchor="ctr">
                    <a:solidFill>
                      <a:srgbClr val="161A21"/>
                    </a:solidFill>
                  </a:tcPr>
                </a:tc>
                <a:tc>
                  <a:txBody>
                    <a:bodyPr/>
                    <a:lstStyle/>
                    <a:p>
                      <a:pPr algn="r"/>
                      <a:r>
                        <a:rPr sz="1250" b="1">
                          <a:solidFill>
                            <a:srgbClr val="7C8494"/>
                          </a:solidFill>
                          <a:latin typeface="Arial"/>
                        </a:rPr>
                        <a:t>1.0×</a:t>
                      </a:r>
                    </a:p>
                  </a:txBody>
                  <a:tcPr anchor="ctr">
                    <a:solidFill>
                      <a:srgbClr val="161A21"/>
                    </a:solidFill>
                  </a:tcPr>
                </a:tc>
                <a:extLst>
                  <a:ext uri="{0D108BD9-81ED-4DB2-BD59-A6C34878D82A}">
                    <a16:rowId xmlns:a16="http://schemas.microsoft.com/office/drawing/2014/main" val="10017"/>
                  </a:ext>
                </a:extLst>
              </a:tr>
              <a:tr h="264261">
                <a:tc>
                  <a:txBody>
                    <a:bodyPr/>
                    <a:lstStyle/>
                    <a:p>
                      <a:pPr algn="l"/>
                      <a:r>
                        <a:rPr sz="1250" b="1">
                          <a:solidFill>
                            <a:srgbClr val="F5F7FA"/>
                          </a:solidFill>
                          <a:latin typeface="Arial"/>
                        </a:rPr>
                        <a:t>dom</a:t>
                      </a:r>
                    </a:p>
                  </a:txBody>
                  <a:tcPr anchor="ctr">
                    <a:solidFill>
                      <a:srgbClr val="1C212B"/>
                    </a:solidFill>
                  </a:tcPr>
                </a:tc>
                <a:tc>
                  <a:txBody>
                    <a:bodyPr/>
                    <a:lstStyle/>
                    <a:p>
                      <a:pPr algn="l"/>
                      <a:r>
                        <a:rPr sz="1150" b="0">
                          <a:solidFill>
                            <a:srgbClr val="F0333B"/>
                          </a:solidFill>
                          <a:latin typeface="Arial"/>
                        </a:rPr>
                        <a:t>tool I/O</a:t>
                      </a:r>
                    </a:p>
                  </a:txBody>
                  <a:tcPr anchor="ctr">
                    <a:solidFill>
                      <a:srgbClr val="1C212B"/>
                    </a:solidFill>
                  </a:tcPr>
                </a:tc>
                <a:tc>
                  <a:txBody>
                    <a:bodyPr/>
                    <a:lstStyle/>
                    <a:p>
                      <a:pPr algn="l"/>
                      <a:r>
                        <a:rPr sz="1150" b="0">
                          <a:solidFill>
                            <a:srgbClr val="AEB6C2"/>
                          </a:solidFill>
                          <a:latin typeface="Arial"/>
                        </a:rPr>
                        <a:t>1 HTML document</a:t>
                      </a:r>
                    </a:p>
                  </a:txBody>
                  <a:tcPr anchor="ctr">
                    <a:solidFill>
                      <a:srgbClr val="1C212B"/>
                    </a:solidFill>
                  </a:tcPr>
                </a:tc>
                <a:tc>
                  <a:txBody>
                    <a:bodyPr/>
                    <a:lstStyle/>
                    <a:p>
                      <a:pPr algn="r"/>
                      <a:r>
                        <a:rPr sz="1250" b="1">
                          <a:solidFill>
                            <a:srgbClr val="F5F7FA"/>
                          </a:solidFill>
                          <a:latin typeface="Arial"/>
                        </a:rPr>
                        <a:t>0.026</a:t>
                      </a:r>
                    </a:p>
                  </a:txBody>
                  <a:tcPr anchor="ctr">
                    <a:solidFill>
                      <a:srgbClr val="1C212B"/>
                    </a:solidFill>
                  </a:tcPr>
                </a:tc>
                <a:tc>
                  <a:txBody>
                    <a:bodyPr/>
                    <a:lstStyle/>
                    <a:p>
                      <a:pPr algn="r"/>
                      <a:r>
                        <a:rPr sz="1250" b="1">
                          <a:solidFill>
                            <a:srgbClr val="7C8494"/>
                          </a:solidFill>
                          <a:latin typeface="Arial"/>
                        </a:rPr>
                        <a:t>1.0×</a:t>
                      </a:r>
                    </a:p>
                  </a:txBody>
                  <a:tcPr anchor="ctr">
                    <a:solidFill>
                      <a:srgbClr val="1C212B"/>
                    </a:solidFill>
                  </a:tcPr>
                </a:tc>
                <a:extLst>
                  <a:ext uri="{0D108BD9-81ED-4DB2-BD59-A6C34878D82A}">
                    <a16:rowId xmlns:a16="http://schemas.microsoft.com/office/drawing/2014/main" val="10018"/>
                  </a:ext>
                </a:extLst>
              </a:tr>
              <a:tr h="264261">
                <a:tc>
                  <a:txBody>
                    <a:bodyPr/>
                    <a:lstStyle/>
                    <a:p>
                      <a:pPr algn="l"/>
                      <a:r>
                        <a:rPr sz="1250" b="1">
                          <a:solidFill>
                            <a:srgbClr val="F5F7FA"/>
                          </a:solidFill>
                          <a:latin typeface="Arial"/>
                        </a:rPr>
                        <a:t>file_read</a:t>
                      </a:r>
                    </a:p>
                  </a:txBody>
                  <a:tcPr anchor="ctr">
                    <a:solidFill>
                      <a:srgbClr val="161A21"/>
                    </a:solidFill>
                  </a:tcPr>
                </a:tc>
                <a:tc>
                  <a:txBody>
                    <a:bodyPr/>
                    <a:lstStyle/>
                    <a:p>
                      <a:pPr algn="l"/>
                      <a:r>
                        <a:rPr sz="1150" b="0">
                          <a:solidFill>
                            <a:srgbClr val="F0333B"/>
                          </a:solidFill>
                          <a:latin typeface="Arial"/>
                        </a:rPr>
                        <a:t>tool I/O</a:t>
                      </a:r>
                    </a:p>
                  </a:txBody>
                  <a:tcPr anchor="ctr">
                    <a:solidFill>
                      <a:srgbClr val="161A21"/>
                    </a:solidFill>
                  </a:tcPr>
                </a:tc>
                <a:tc>
                  <a:txBody>
                    <a:bodyPr/>
                    <a:lstStyle/>
                    <a:p>
                      <a:pPr algn="l"/>
                      <a:r>
                        <a:rPr sz="1150" b="0">
                          <a:solidFill>
                            <a:srgbClr val="AEB6C2"/>
                          </a:solidFill>
                          <a:latin typeface="Arial"/>
                        </a:rPr>
                        <a:t>1 file</a:t>
                      </a:r>
                    </a:p>
                  </a:txBody>
                  <a:tcPr anchor="ctr">
                    <a:solidFill>
                      <a:srgbClr val="161A21"/>
                    </a:solidFill>
                  </a:tcPr>
                </a:tc>
                <a:tc>
                  <a:txBody>
                    <a:bodyPr/>
                    <a:lstStyle/>
                    <a:p>
                      <a:pPr algn="r"/>
                      <a:r>
                        <a:rPr sz="1250" b="1">
                          <a:solidFill>
                            <a:srgbClr val="F5F7FA"/>
                          </a:solidFill>
                          <a:latin typeface="Arial"/>
                        </a:rPr>
                        <a:t>0.012</a:t>
                      </a:r>
                    </a:p>
                  </a:txBody>
                  <a:tcPr anchor="ctr">
                    <a:solidFill>
                      <a:srgbClr val="161A21"/>
                    </a:solidFill>
                  </a:tcPr>
                </a:tc>
                <a:tc>
                  <a:txBody>
                    <a:bodyPr/>
                    <a:lstStyle/>
                    <a:p>
                      <a:pPr algn="r"/>
                      <a:r>
                        <a:rPr sz="1250" b="1">
                          <a:solidFill>
                            <a:srgbClr val="7C8494"/>
                          </a:solidFill>
                          <a:latin typeface="Arial"/>
                        </a:rPr>
                        <a:t>1.0×</a:t>
                      </a:r>
                    </a:p>
                  </a:txBody>
                  <a:tcPr anchor="ctr">
                    <a:solidFill>
                      <a:srgbClr val="161A21"/>
                    </a:solidFill>
                  </a:tcPr>
                </a:tc>
                <a:extLst>
                  <a:ext uri="{0D108BD9-81ED-4DB2-BD59-A6C34878D82A}">
                    <a16:rowId xmlns:a16="http://schemas.microsoft.com/office/drawing/2014/main" val="10019"/>
                  </a:ext>
                </a:extLst>
              </a:tr>
            </a:tbl>
          </a:graphicData>
        </a:graphic>
      </p:graphicFrame>
      <p:sp>
        <p:nvSpPr>
          <p:cNvPr id="9" name="TextBox 8">
            <a:extLst>
              <a:ext uri="{FF2B5EF4-FFF2-40B4-BE49-F238E27FC236}">
                <a16:creationId xmlns:a16="http://schemas.microsoft.com/office/drawing/2014/main" id="{FE58F84B-7108-D52A-58EB-7607128E8A0F}"/>
              </a:ext>
            </a:extLst>
          </p:cNvPr>
          <p:cNvSpPr txBox="1"/>
          <p:nvPr/>
        </p:nvSpPr>
        <p:spPr>
          <a:xfrm>
            <a:off x="365760" y="6309360"/>
            <a:ext cx="11430000" cy="457200"/>
          </a:xfrm>
          <a:prstGeom prst="rect">
            <a:avLst/>
          </a:prstGeom>
          <a:noFill/>
        </p:spPr>
        <p:txBody>
          <a:bodyPr wrap="square" lIns="0" tIns="0" rIns="0" bIns="0" anchor="t"/>
          <a:lstStyle/>
          <a:p>
            <a:pPr algn="l"/>
            <a:r>
              <a:rPr sz="1200" b="0">
                <a:solidFill>
                  <a:srgbClr val="AEB6C2"/>
                </a:solidFill>
                <a:latin typeface="Arial"/>
              </a:rPr>
              <a:t>Vectorize hot kernels · tighten RAG layout · trim tool-page weight.  A faster GPU leaves fixed CPU tool work as a larger share of the loop.</a:t>
            </a:r>
          </a:p>
        </p:txBody>
      </p:sp>
      <p:sp>
        <p:nvSpPr>
          <p:cNvPr id="11" name="FlowTag">
            <a:extLst>
              <a:ext uri="{FF2B5EF4-FFF2-40B4-BE49-F238E27FC236}">
                <a16:creationId xmlns:a16="http://schemas.microsoft.com/office/drawing/2014/main" id="{C6565B2F-CC68-20AC-6AC1-4266AB6B01FB}"/>
              </a:ext>
            </a:extLst>
          </p:cNvPr>
          <p:cNvSpPr/>
          <p:nvPr/>
        </p:nvSpPr>
        <p:spPr>
          <a:xfrm>
            <a:off x="9281160" y="73152"/>
            <a:ext cx="2560320" cy="274320"/>
          </a:xfrm>
          <a:prstGeom prst="roundRect">
            <a:avLst>
              <a:gd name="adj" fmla="val 50000"/>
            </a:avLst>
          </a:prstGeom>
          <a:solidFill>
            <a:srgbClr val="14181E"/>
          </a:solidFill>
          <a:ln w="15875">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lowTagText">
            <a:extLst>
              <a:ext uri="{FF2B5EF4-FFF2-40B4-BE49-F238E27FC236}">
                <a16:creationId xmlns:a16="http://schemas.microsoft.com/office/drawing/2014/main" id="{ADEACD9B-CF6E-0F39-1549-E27D5E93EC3D}"/>
              </a:ext>
            </a:extLst>
          </p:cNvPr>
          <p:cNvSpPr txBox="1"/>
          <p:nvPr/>
        </p:nvSpPr>
        <p:spPr>
          <a:xfrm>
            <a:off x="9281160" y="73152"/>
            <a:ext cx="2560320" cy="274320"/>
          </a:xfrm>
          <a:prstGeom prst="rect">
            <a:avLst/>
          </a:prstGeom>
          <a:noFill/>
        </p:spPr>
        <p:txBody>
          <a:bodyPr wrap="square" lIns="0" tIns="0" rIns="0" bIns="0" anchor="ctr">
            <a:spAutoFit/>
          </a:bodyPr>
          <a:lstStyle/>
          <a:p>
            <a:pPr algn="ctr"/>
            <a:r>
              <a:rPr sz="1000" b="1">
                <a:solidFill>
                  <a:srgbClr val="E5484D"/>
                </a:solidFill>
                <a:latin typeface="Arial"/>
              </a:rPr>
              <a:t>04  </a:t>
            </a:r>
            <a:r>
              <a:rPr sz="1000" b="1">
                <a:solidFill>
                  <a:srgbClr val="F5F7FA"/>
                </a:solidFill>
                <a:latin typeface="Arial"/>
              </a:rPr>
              <a:t>TOOL OPTIMIZATION</a:t>
            </a:r>
          </a:p>
        </p:txBody>
      </p:sp>
    </p:spTree>
    <p:extLst>
      <p:ext uri="{BB962C8B-B14F-4D97-AF65-F5344CB8AC3E}">
        <p14:creationId xmlns:p14="http://schemas.microsoft.com/office/powerpoint/2010/main" val="2421572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C45414-6CED-3911-4150-BD2B9209313D}"/>
              </a:ext>
            </a:extLst>
          </p:cNvPr>
          <p:cNvSpPr txBox="1"/>
          <p:nvPr/>
        </p:nvSpPr>
        <p:spPr>
          <a:xfrm>
            <a:off x="457200" y="365760"/>
            <a:ext cx="11247120" cy="418576"/>
          </a:xfrm>
          <a:prstGeom prst="rect">
            <a:avLst/>
          </a:prstGeom>
          <a:noFill/>
        </p:spPr>
        <p:txBody>
          <a:bodyPr wrap="square" lIns="18288" tIns="9144" rIns="18288" bIns="9144" anchor="t">
            <a:spAutoFit/>
          </a:bodyPr>
          <a:lstStyle/>
          <a:p>
            <a:pPr algn="l">
              <a:lnSpc>
                <a:spcPct val="100000"/>
              </a:lnSpc>
              <a:spcBef>
                <a:spcPts val="0"/>
              </a:spcBef>
              <a:spcAft>
                <a:spcPts val="0"/>
              </a:spcAft>
            </a:pPr>
            <a:r>
              <a:rPr sz="2600" b="1" dirty="0">
                <a:solidFill>
                  <a:srgbClr val="F5F7FA"/>
                </a:solidFill>
                <a:latin typeface="Calibri"/>
              </a:rPr>
              <a:t>Page weight turns tool speed into end-to-end speed</a:t>
            </a:r>
          </a:p>
        </p:txBody>
      </p:sp>
      <p:sp>
        <p:nvSpPr>
          <p:cNvPr id="5" name="TextBox 4">
            <a:extLst>
              <a:ext uri="{FF2B5EF4-FFF2-40B4-BE49-F238E27FC236}">
                <a16:creationId xmlns:a16="http://schemas.microsoft.com/office/drawing/2014/main" id="{08F88B35-C4A1-6E18-9AE0-D1CD0653B79A}"/>
              </a:ext>
            </a:extLst>
          </p:cNvPr>
          <p:cNvSpPr txBox="1"/>
          <p:nvPr/>
        </p:nvSpPr>
        <p:spPr>
          <a:xfrm>
            <a:off x="457200" y="804672"/>
            <a:ext cx="11247120" cy="274320"/>
          </a:xfrm>
          <a:prstGeom prst="rect">
            <a:avLst/>
          </a:prstGeom>
          <a:noFill/>
        </p:spPr>
        <p:txBody>
          <a:bodyPr wrap="square" lIns="18288" tIns="9144" rIns="18288" bIns="9144" anchor="t">
            <a:spAutoFit/>
          </a:bodyPr>
          <a:lstStyle/>
          <a:p>
            <a:pPr algn="l">
              <a:lnSpc>
                <a:spcPct val="100000"/>
              </a:lnSpc>
              <a:spcBef>
                <a:spcPts val="0"/>
              </a:spcBef>
              <a:spcAft>
                <a:spcPts val="0"/>
              </a:spcAft>
            </a:pPr>
            <a:r>
              <a:rPr sz="1200" b="0" dirty="0">
                <a:solidFill>
                  <a:srgbClr val="AEB6C2"/>
                </a:solidFill>
                <a:latin typeface="Calibri"/>
              </a:rPr>
              <a:t>Same model and task. Only the page changes. Qwen3-VL-8B-Instruct on EPYC™ 9755 + Radeon™ AI PRO R9700S.</a:t>
            </a:r>
          </a:p>
        </p:txBody>
      </p:sp>
      <p:sp>
        <p:nvSpPr>
          <p:cNvPr id="7" name="Rounded Rectangle 8">
            <a:extLst>
              <a:ext uri="{FF2B5EF4-FFF2-40B4-BE49-F238E27FC236}">
                <a16:creationId xmlns:a16="http://schemas.microsoft.com/office/drawing/2014/main" id="{8D0716B4-EC52-093C-6DEB-463BAA870C50}"/>
              </a:ext>
            </a:extLst>
          </p:cNvPr>
          <p:cNvSpPr/>
          <p:nvPr/>
        </p:nvSpPr>
        <p:spPr>
          <a:xfrm>
            <a:off x="475488" y="1371600"/>
            <a:ext cx="2706624" cy="731520"/>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9" name="TextBox 8">
            <a:extLst>
              <a:ext uri="{FF2B5EF4-FFF2-40B4-BE49-F238E27FC236}">
                <a16:creationId xmlns:a16="http://schemas.microsoft.com/office/drawing/2014/main" id="{AE99C2DA-5862-F7D1-D0BF-48DC1BC8CB1A}"/>
              </a:ext>
            </a:extLst>
          </p:cNvPr>
          <p:cNvSpPr txBox="1"/>
          <p:nvPr/>
        </p:nvSpPr>
        <p:spPr>
          <a:xfrm>
            <a:off x="640080" y="1463040"/>
            <a:ext cx="2377440" cy="292608"/>
          </a:xfrm>
          <a:prstGeom prst="rect">
            <a:avLst/>
          </a:prstGeom>
          <a:noFill/>
        </p:spPr>
        <p:txBody>
          <a:bodyPr wrap="square" lIns="18288" tIns="9144" rIns="18288" bIns="9144" anchor="t">
            <a:spAutoFit/>
          </a:bodyPr>
          <a:lstStyle/>
          <a:p>
            <a:pPr algn="l">
              <a:lnSpc>
                <a:spcPct val="100000"/>
              </a:lnSpc>
              <a:spcBef>
                <a:spcPts val="0"/>
              </a:spcBef>
              <a:spcAft>
                <a:spcPts val="0"/>
              </a:spcAft>
            </a:pPr>
            <a:r>
              <a:rPr sz="2500" b="1" dirty="0">
                <a:solidFill>
                  <a:srgbClr val="55D8E8"/>
                </a:solidFill>
                <a:latin typeface="Calibri"/>
              </a:rPr>
              <a:t>2.3%</a:t>
            </a:r>
          </a:p>
        </p:txBody>
      </p:sp>
      <p:sp>
        <p:nvSpPr>
          <p:cNvPr id="11" name="TextBox 10">
            <a:extLst>
              <a:ext uri="{FF2B5EF4-FFF2-40B4-BE49-F238E27FC236}">
                <a16:creationId xmlns:a16="http://schemas.microsoft.com/office/drawing/2014/main" id="{81878D16-690C-0AE3-3268-9063AB36C792}"/>
              </a:ext>
            </a:extLst>
          </p:cNvPr>
          <p:cNvSpPr txBox="1"/>
          <p:nvPr/>
        </p:nvSpPr>
        <p:spPr>
          <a:xfrm>
            <a:off x="640080" y="1819656"/>
            <a:ext cx="237744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dirty="0">
                <a:solidFill>
                  <a:srgbClr val="AEB6C2"/>
                </a:solidFill>
                <a:latin typeface="Calibri"/>
              </a:rPr>
              <a:t>non-LLM · very light</a:t>
            </a:r>
          </a:p>
        </p:txBody>
      </p:sp>
      <p:sp>
        <p:nvSpPr>
          <p:cNvPr id="13" name="Rounded Rectangle 11">
            <a:extLst>
              <a:ext uri="{FF2B5EF4-FFF2-40B4-BE49-F238E27FC236}">
                <a16:creationId xmlns:a16="http://schemas.microsoft.com/office/drawing/2014/main" id="{A27D2DCD-A865-1229-BBC4-68C1B700FCD8}"/>
              </a:ext>
            </a:extLst>
          </p:cNvPr>
          <p:cNvSpPr/>
          <p:nvPr/>
        </p:nvSpPr>
        <p:spPr>
          <a:xfrm>
            <a:off x="3374136" y="1371600"/>
            <a:ext cx="2706624" cy="731520"/>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15" name="TextBox 14">
            <a:extLst>
              <a:ext uri="{FF2B5EF4-FFF2-40B4-BE49-F238E27FC236}">
                <a16:creationId xmlns:a16="http://schemas.microsoft.com/office/drawing/2014/main" id="{1FABD987-430D-0784-9AF0-338845328403}"/>
              </a:ext>
            </a:extLst>
          </p:cNvPr>
          <p:cNvSpPr txBox="1"/>
          <p:nvPr/>
        </p:nvSpPr>
        <p:spPr>
          <a:xfrm>
            <a:off x="3538728" y="1463040"/>
            <a:ext cx="2377440" cy="292608"/>
          </a:xfrm>
          <a:prstGeom prst="rect">
            <a:avLst/>
          </a:prstGeom>
          <a:noFill/>
        </p:spPr>
        <p:txBody>
          <a:bodyPr wrap="square" lIns="18288" tIns="9144" rIns="18288" bIns="9144" anchor="t">
            <a:spAutoFit/>
          </a:bodyPr>
          <a:lstStyle/>
          <a:p>
            <a:pPr algn="l">
              <a:lnSpc>
                <a:spcPct val="100000"/>
              </a:lnSpc>
              <a:spcBef>
                <a:spcPts val="0"/>
              </a:spcBef>
              <a:spcAft>
                <a:spcPts val="0"/>
              </a:spcAft>
            </a:pPr>
            <a:r>
              <a:rPr sz="2500" b="1">
                <a:solidFill>
                  <a:srgbClr val="F0333B"/>
                </a:solidFill>
                <a:latin typeface="Calibri"/>
              </a:rPr>
              <a:t>62.4%</a:t>
            </a:r>
          </a:p>
        </p:txBody>
      </p:sp>
      <p:sp>
        <p:nvSpPr>
          <p:cNvPr id="17" name="TextBox 16">
            <a:extLst>
              <a:ext uri="{FF2B5EF4-FFF2-40B4-BE49-F238E27FC236}">
                <a16:creationId xmlns:a16="http://schemas.microsoft.com/office/drawing/2014/main" id="{3EC604C6-FF99-BD05-FCEC-2E90F930FA63}"/>
              </a:ext>
            </a:extLst>
          </p:cNvPr>
          <p:cNvSpPr txBox="1"/>
          <p:nvPr/>
        </p:nvSpPr>
        <p:spPr>
          <a:xfrm>
            <a:off x="3538728" y="1819656"/>
            <a:ext cx="237744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a:solidFill>
                  <a:srgbClr val="AEB6C2"/>
                </a:solidFill>
                <a:latin typeface="Calibri"/>
              </a:rPr>
              <a:t>non-LLM · very heavy</a:t>
            </a:r>
          </a:p>
        </p:txBody>
      </p:sp>
      <p:sp>
        <p:nvSpPr>
          <p:cNvPr id="19" name="Rounded Rectangle 14">
            <a:extLst>
              <a:ext uri="{FF2B5EF4-FFF2-40B4-BE49-F238E27FC236}">
                <a16:creationId xmlns:a16="http://schemas.microsoft.com/office/drawing/2014/main" id="{A402D81D-1EEA-5178-D163-C9EF6C71D255}"/>
              </a:ext>
            </a:extLst>
          </p:cNvPr>
          <p:cNvSpPr/>
          <p:nvPr/>
        </p:nvSpPr>
        <p:spPr>
          <a:xfrm>
            <a:off x="6272783" y="1371600"/>
            <a:ext cx="2706624" cy="731520"/>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21" name="TextBox 20">
            <a:extLst>
              <a:ext uri="{FF2B5EF4-FFF2-40B4-BE49-F238E27FC236}">
                <a16:creationId xmlns:a16="http://schemas.microsoft.com/office/drawing/2014/main" id="{9CC1F7BA-D220-5D24-AAB9-E17B2B1FD147}"/>
              </a:ext>
            </a:extLst>
          </p:cNvPr>
          <p:cNvSpPr txBox="1"/>
          <p:nvPr/>
        </p:nvSpPr>
        <p:spPr>
          <a:xfrm>
            <a:off x="6437375" y="1463040"/>
            <a:ext cx="2377440" cy="292608"/>
          </a:xfrm>
          <a:prstGeom prst="rect">
            <a:avLst/>
          </a:prstGeom>
          <a:noFill/>
        </p:spPr>
        <p:txBody>
          <a:bodyPr wrap="square" lIns="18288" tIns="9144" rIns="18288" bIns="9144" anchor="t">
            <a:spAutoFit/>
          </a:bodyPr>
          <a:lstStyle/>
          <a:p>
            <a:pPr algn="l">
              <a:lnSpc>
                <a:spcPct val="100000"/>
              </a:lnSpc>
              <a:spcBef>
                <a:spcPts val="0"/>
              </a:spcBef>
              <a:spcAft>
                <a:spcPts val="0"/>
              </a:spcAft>
            </a:pPr>
            <a:r>
              <a:rPr sz="2500" b="1">
                <a:solidFill>
                  <a:srgbClr val="82AFFF"/>
                </a:solidFill>
                <a:latin typeface="Calibri"/>
              </a:rPr>
              <a:t>10.0×</a:t>
            </a:r>
          </a:p>
        </p:txBody>
      </p:sp>
      <p:sp>
        <p:nvSpPr>
          <p:cNvPr id="23" name="TextBox 22">
            <a:extLst>
              <a:ext uri="{FF2B5EF4-FFF2-40B4-BE49-F238E27FC236}">
                <a16:creationId xmlns:a16="http://schemas.microsoft.com/office/drawing/2014/main" id="{3138F1DD-DBAF-6440-4FB2-58B560593E57}"/>
              </a:ext>
            </a:extLst>
          </p:cNvPr>
          <p:cNvSpPr txBox="1"/>
          <p:nvPr/>
        </p:nvSpPr>
        <p:spPr>
          <a:xfrm>
            <a:off x="6437375" y="1819656"/>
            <a:ext cx="237744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a:solidFill>
                  <a:srgbClr val="AEB6C2"/>
                </a:solidFill>
                <a:latin typeface="Calibri"/>
              </a:rPr>
              <a:t>best operator speedup</a:t>
            </a:r>
          </a:p>
        </p:txBody>
      </p:sp>
      <p:sp>
        <p:nvSpPr>
          <p:cNvPr id="25" name="Rounded Rectangle 17">
            <a:extLst>
              <a:ext uri="{FF2B5EF4-FFF2-40B4-BE49-F238E27FC236}">
                <a16:creationId xmlns:a16="http://schemas.microsoft.com/office/drawing/2014/main" id="{2E476139-9538-21BE-A6E6-1005BA30D833}"/>
              </a:ext>
            </a:extLst>
          </p:cNvPr>
          <p:cNvSpPr/>
          <p:nvPr/>
        </p:nvSpPr>
        <p:spPr>
          <a:xfrm>
            <a:off x="9171432" y="1371600"/>
            <a:ext cx="2706624" cy="731520"/>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27" name="TextBox 26">
            <a:extLst>
              <a:ext uri="{FF2B5EF4-FFF2-40B4-BE49-F238E27FC236}">
                <a16:creationId xmlns:a16="http://schemas.microsoft.com/office/drawing/2014/main" id="{0232D115-6316-B679-B8F2-F0FCBAD05B02}"/>
              </a:ext>
            </a:extLst>
          </p:cNvPr>
          <p:cNvSpPr txBox="1"/>
          <p:nvPr/>
        </p:nvSpPr>
        <p:spPr>
          <a:xfrm>
            <a:off x="9336024" y="1463040"/>
            <a:ext cx="2377440" cy="292608"/>
          </a:xfrm>
          <a:prstGeom prst="rect">
            <a:avLst/>
          </a:prstGeom>
          <a:noFill/>
        </p:spPr>
        <p:txBody>
          <a:bodyPr wrap="square" lIns="18288" tIns="9144" rIns="18288" bIns="9144" anchor="t">
            <a:spAutoFit/>
          </a:bodyPr>
          <a:lstStyle/>
          <a:p>
            <a:pPr algn="l">
              <a:lnSpc>
                <a:spcPct val="100000"/>
              </a:lnSpc>
              <a:spcBef>
                <a:spcPts val="0"/>
              </a:spcBef>
              <a:spcAft>
                <a:spcPts val="0"/>
              </a:spcAft>
            </a:pPr>
            <a:r>
              <a:rPr sz="2500" b="1">
                <a:solidFill>
                  <a:srgbClr val="62D6A8"/>
                </a:solidFill>
                <a:latin typeface="Calibri"/>
              </a:rPr>
              <a:t>2.20×</a:t>
            </a:r>
          </a:p>
        </p:txBody>
      </p:sp>
      <p:sp>
        <p:nvSpPr>
          <p:cNvPr id="29" name="TextBox 28">
            <a:extLst>
              <a:ext uri="{FF2B5EF4-FFF2-40B4-BE49-F238E27FC236}">
                <a16:creationId xmlns:a16="http://schemas.microsoft.com/office/drawing/2014/main" id="{5C3E3487-AFF1-B8E8-7723-72B00D2A0B7B}"/>
              </a:ext>
            </a:extLst>
          </p:cNvPr>
          <p:cNvSpPr txBox="1"/>
          <p:nvPr/>
        </p:nvSpPr>
        <p:spPr>
          <a:xfrm>
            <a:off x="9336024" y="1819656"/>
            <a:ext cx="237744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dirty="0">
                <a:solidFill>
                  <a:srgbClr val="AEB6C2"/>
                </a:solidFill>
                <a:latin typeface="Calibri"/>
              </a:rPr>
              <a:t>best end-to-end speedup</a:t>
            </a:r>
          </a:p>
        </p:txBody>
      </p:sp>
      <p:sp>
        <p:nvSpPr>
          <p:cNvPr id="31" name="Rounded Rectangle 21">
            <a:extLst>
              <a:ext uri="{FF2B5EF4-FFF2-40B4-BE49-F238E27FC236}">
                <a16:creationId xmlns:a16="http://schemas.microsoft.com/office/drawing/2014/main" id="{331AC469-0275-1A72-698C-472A603FA84A}"/>
              </a:ext>
            </a:extLst>
          </p:cNvPr>
          <p:cNvSpPr/>
          <p:nvPr/>
        </p:nvSpPr>
        <p:spPr>
          <a:xfrm>
            <a:off x="475488" y="5367528"/>
            <a:ext cx="11402568" cy="603504"/>
          </a:xfrm>
          <a:prstGeom prst="roundRect">
            <a:avLst/>
          </a:prstGeom>
          <a:solidFill>
            <a:srgbClr val="20242D"/>
          </a:solidFill>
          <a:ln w="8890">
            <a:solidFill>
              <a:srgbClr val="5DDAAF"/>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33" name="TextBox 32">
            <a:extLst>
              <a:ext uri="{FF2B5EF4-FFF2-40B4-BE49-F238E27FC236}">
                <a16:creationId xmlns:a16="http://schemas.microsoft.com/office/drawing/2014/main" id="{57F10924-9961-429B-958A-3235BAA4C924}"/>
              </a:ext>
            </a:extLst>
          </p:cNvPr>
          <p:cNvSpPr txBox="1"/>
          <p:nvPr/>
        </p:nvSpPr>
        <p:spPr>
          <a:xfrm>
            <a:off x="713232" y="5504688"/>
            <a:ext cx="10771632" cy="320040"/>
          </a:xfrm>
          <a:prstGeom prst="rect">
            <a:avLst/>
          </a:prstGeom>
          <a:noFill/>
        </p:spPr>
        <p:txBody>
          <a:bodyPr wrap="square" lIns="18288" tIns="9144" rIns="18288" bIns="9144" anchor="ctr">
            <a:spAutoFit/>
          </a:bodyPr>
          <a:lstStyle/>
          <a:p>
            <a:pPr algn="l">
              <a:lnSpc>
                <a:spcPct val="100000"/>
              </a:lnSpc>
              <a:spcBef>
                <a:spcPts val="0"/>
              </a:spcBef>
              <a:spcAft>
                <a:spcPts val="0"/>
              </a:spcAft>
            </a:pPr>
            <a:r>
              <a:rPr sz="1100" b="1">
                <a:solidFill>
                  <a:srgbClr val="62D6A8"/>
                </a:solidFill>
                <a:latin typeface="Calibri"/>
              </a:rPr>
              <a:t>WHY IT SCALES  </a:t>
            </a:r>
            <a:r>
              <a:rPr sz="1100" b="0">
                <a:solidFill>
                  <a:srgbClr val="AEB6C2"/>
                </a:solidFill>
                <a:latin typeface="Calibri"/>
              </a:rPr>
              <a:t>On light pages the model owns the clock. On very heavy pages, observation reaches 62.4% and the optimized path produces 2.20× end to end.</a:t>
            </a:r>
          </a:p>
        </p:txBody>
      </p:sp>
      <p:sp>
        <p:nvSpPr>
          <p:cNvPr id="35" name="TextBox 34">
            <a:extLst>
              <a:ext uri="{FF2B5EF4-FFF2-40B4-BE49-F238E27FC236}">
                <a16:creationId xmlns:a16="http://schemas.microsoft.com/office/drawing/2014/main" id="{27940985-BF97-AA68-F003-AF3766CA1896}"/>
              </a:ext>
            </a:extLst>
          </p:cNvPr>
          <p:cNvSpPr txBox="1"/>
          <p:nvPr/>
        </p:nvSpPr>
        <p:spPr>
          <a:xfrm>
            <a:off x="548640" y="6144768"/>
            <a:ext cx="7040880" cy="146304"/>
          </a:xfrm>
          <a:prstGeom prst="rect">
            <a:avLst/>
          </a:prstGeom>
          <a:noFill/>
        </p:spPr>
        <p:txBody>
          <a:bodyPr wrap="square" lIns="18288" tIns="9144" rIns="18288" bIns="9144" anchor="t">
            <a:spAutoFit/>
          </a:bodyPr>
          <a:lstStyle/>
          <a:p>
            <a:pPr algn="l">
              <a:lnSpc>
                <a:spcPct val="100000"/>
              </a:lnSpc>
              <a:spcBef>
                <a:spcPts val="0"/>
              </a:spcBef>
              <a:spcAft>
                <a:spcPts val="0"/>
              </a:spcAft>
            </a:pPr>
            <a:r>
              <a:rPr sz="900" b="0">
                <a:solidFill>
                  <a:srgbClr val="7C8494"/>
                </a:solidFill>
                <a:latin typeface="Calibri"/>
              </a:rPr>
              <a:t>AMD testing, 21 Aug 2026 · Agentic Flow with AMD PACE.</a:t>
            </a:r>
          </a:p>
        </p:txBody>
      </p:sp>
      <p:sp>
        <p:nvSpPr>
          <p:cNvPr id="37" name="Rounded Rectangle 24">
            <a:extLst>
              <a:ext uri="{FF2B5EF4-FFF2-40B4-BE49-F238E27FC236}">
                <a16:creationId xmlns:a16="http://schemas.microsoft.com/office/drawing/2014/main" id="{C43C86CD-DF67-8BCA-A398-4D80CB8320B5}"/>
              </a:ext>
            </a:extLst>
          </p:cNvPr>
          <p:cNvSpPr/>
          <p:nvPr/>
        </p:nvSpPr>
        <p:spPr>
          <a:xfrm>
            <a:off x="475488" y="2377440"/>
            <a:ext cx="11402568" cy="2935224"/>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B3FF12BF-F826-CC83-830B-27872F93F354}"/>
              </a:ext>
            </a:extLst>
          </p:cNvPr>
          <p:cNvSpPr txBox="1"/>
          <p:nvPr/>
        </p:nvSpPr>
        <p:spPr>
          <a:xfrm>
            <a:off x="1084036" y="2450592"/>
            <a:ext cx="2176272" cy="219456"/>
          </a:xfrm>
          <a:prstGeom prst="rect">
            <a:avLst/>
          </a:prstGeom>
          <a:noFill/>
        </p:spPr>
        <p:txBody>
          <a:bodyPr wrap="none" lIns="18288" tIns="0" rIns="18288" bIns="0" anchor="ctr">
            <a:spAutoFit/>
          </a:bodyPr>
          <a:lstStyle/>
          <a:p>
            <a:pPr algn="l">
              <a:spcBef>
                <a:spcPts val="0"/>
              </a:spcBef>
              <a:spcAft>
                <a:spcPts val="0"/>
              </a:spcAft>
            </a:pPr>
            <a:r>
              <a:rPr sz="950" b="1">
                <a:solidFill>
                  <a:srgbClr val="7C8494"/>
                </a:solidFill>
                <a:latin typeface="Calibri"/>
              </a:rPr>
              <a:t>PAGE WEIGHT</a:t>
            </a:r>
          </a:p>
        </p:txBody>
      </p:sp>
      <p:sp>
        <p:nvSpPr>
          <p:cNvPr id="41" name="TextBox 40">
            <a:extLst>
              <a:ext uri="{FF2B5EF4-FFF2-40B4-BE49-F238E27FC236}">
                <a16:creationId xmlns:a16="http://schemas.microsoft.com/office/drawing/2014/main" id="{2F86FDCA-3DC8-0D32-4F20-E6C937BDE1BD}"/>
              </a:ext>
            </a:extLst>
          </p:cNvPr>
          <p:cNvSpPr txBox="1"/>
          <p:nvPr/>
        </p:nvSpPr>
        <p:spPr>
          <a:xfrm>
            <a:off x="3111482" y="2450592"/>
            <a:ext cx="1764791" cy="219456"/>
          </a:xfrm>
          <a:prstGeom prst="rect">
            <a:avLst/>
          </a:prstGeom>
          <a:noFill/>
        </p:spPr>
        <p:txBody>
          <a:bodyPr wrap="none" lIns="18288" tIns="0" rIns="18288" bIns="0" anchor="ctr">
            <a:spAutoFit/>
          </a:bodyPr>
          <a:lstStyle/>
          <a:p>
            <a:pPr algn="l">
              <a:spcBef>
                <a:spcPts val="0"/>
              </a:spcBef>
              <a:spcAft>
                <a:spcPts val="0"/>
              </a:spcAft>
            </a:pPr>
            <a:r>
              <a:rPr sz="950" b="1">
                <a:solidFill>
                  <a:srgbClr val="7C8494"/>
                </a:solidFill>
                <a:latin typeface="Calibri"/>
              </a:rPr>
              <a:t>NORMALIZED</a:t>
            </a:r>
          </a:p>
        </p:txBody>
      </p:sp>
      <p:sp>
        <p:nvSpPr>
          <p:cNvPr id="43" name="TextBox 42">
            <a:extLst>
              <a:ext uri="{FF2B5EF4-FFF2-40B4-BE49-F238E27FC236}">
                <a16:creationId xmlns:a16="http://schemas.microsoft.com/office/drawing/2014/main" id="{0222E974-F396-9F78-C58D-08CD83059DAB}"/>
              </a:ext>
            </a:extLst>
          </p:cNvPr>
          <p:cNvSpPr txBox="1"/>
          <p:nvPr/>
        </p:nvSpPr>
        <p:spPr>
          <a:xfrm>
            <a:off x="4986002" y="2450592"/>
            <a:ext cx="2103120" cy="219456"/>
          </a:xfrm>
          <a:prstGeom prst="rect">
            <a:avLst/>
          </a:prstGeom>
          <a:noFill/>
        </p:spPr>
        <p:txBody>
          <a:bodyPr wrap="none" lIns="18288" tIns="0" rIns="18288" bIns="0" anchor="ctr">
            <a:spAutoFit/>
          </a:bodyPr>
          <a:lstStyle/>
          <a:p>
            <a:pPr algn="l">
              <a:spcBef>
                <a:spcPts val="0"/>
              </a:spcBef>
              <a:spcAft>
                <a:spcPts val="0"/>
              </a:spcAft>
            </a:pPr>
            <a:r>
              <a:rPr sz="950" b="1">
                <a:solidFill>
                  <a:srgbClr val="7C8494"/>
                </a:solidFill>
                <a:latin typeface="Calibri"/>
              </a:rPr>
              <a:t>NON-LLM SHARE</a:t>
            </a:r>
          </a:p>
        </p:txBody>
      </p:sp>
      <p:sp>
        <p:nvSpPr>
          <p:cNvPr id="45" name="TextBox 44">
            <a:extLst>
              <a:ext uri="{FF2B5EF4-FFF2-40B4-BE49-F238E27FC236}">
                <a16:creationId xmlns:a16="http://schemas.microsoft.com/office/drawing/2014/main" id="{5440D1FB-2E69-5D82-6DBB-3B7AB3C52C93}"/>
              </a:ext>
            </a:extLst>
          </p:cNvPr>
          <p:cNvSpPr txBox="1"/>
          <p:nvPr/>
        </p:nvSpPr>
        <p:spPr>
          <a:xfrm>
            <a:off x="7198850" y="2450592"/>
            <a:ext cx="2103120" cy="219456"/>
          </a:xfrm>
          <a:prstGeom prst="rect">
            <a:avLst/>
          </a:prstGeom>
          <a:noFill/>
        </p:spPr>
        <p:txBody>
          <a:bodyPr wrap="none" lIns="18288" tIns="0" rIns="18288" bIns="0" anchor="ctr">
            <a:spAutoFit/>
          </a:bodyPr>
          <a:lstStyle/>
          <a:p>
            <a:pPr algn="l">
              <a:spcBef>
                <a:spcPts val="0"/>
              </a:spcBef>
              <a:spcAft>
                <a:spcPts val="0"/>
              </a:spcAft>
            </a:pPr>
            <a:r>
              <a:rPr sz="950" b="1">
                <a:solidFill>
                  <a:srgbClr val="7C8494"/>
                </a:solidFill>
                <a:latin typeface="Calibri"/>
              </a:rPr>
              <a:t>OPERATOR</a:t>
            </a:r>
          </a:p>
        </p:txBody>
      </p:sp>
      <p:sp>
        <p:nvSpPr>
          <p:cNvPr id="47" name="TextBox 46">
            <a:extLst>
              <a:ext uri="{FF2B5EF4-FFF2-40B4-BE49-F238E27FC236}">
                <a16:creationId xmlns:a16="http://schemas.microsoft.com/office/drawing/2014/main" id="{FFD88365-0CC8-4447-1B03-FEE415F31E96}"/>
              </a:ext>
            </a:extLst>
          </p:cNvPr>
          <p:cNvSpPr txBox="1"/>
          <p:nvPr/>
        </p:nvSpPr>
        <p:spPr>
          <a:xfrm>
            <a:off x="9411698" y="2450592"/>
            <a:ext cx="2130552" cy="219456"/>
          </a:xfrm>
          <a:prstGeom prst="rect">
            <a:avLst/>
          </a:prstGeom>
          <a:noFill/>
        </p:spPr>
        <p:txBody>
          <a:bodyPr wrap="none" lIns="18288" tIns="0" rIns="18288" bIns="0" anchor="ctr">
            <a:spAutoFit/>
          </a:bodyPr>
          <a:lstStyle/>
          <a:p>
            <a:pPr algn="l">
              <a:spcBef>
                <a:spcPts val="0"/>
              </a:spcBef>
              <a:spcAft>
                <a:spcPts val="0"/>
              </a:spcAft>
            </a:pPr>
            <a:r>
              <a:rPr sz="950" b="1">
                <a:solidFill>
                  <a:srgbClr val="7C8494"/>
                </a:solidFill>
                <a:latin typeface="Calibri"/>
              </a:rPr>
              <a:t>END TO END</a:t>
            </a:r>
          </a:p>
        </p:txBody>
      </p:sp>
      <p:sp>
        <p:nvSpPr>
          <p:cNvPr id="49" name="Rectangle 48">
            <a:extLst>
              <a:ext uri="{FF2B5EF4-FFF2-40B4-BE49-F238E27FC236}">
                <a16:creationId xmlns:a16="http://schemas.microsoft.com/office/drawing/2014/main" id="{1FBCEB5E-7C70-DE50-9A2A-21231FA434F3}"/>
              </a:ext>
            </a:extLst>
          </p:cNvPr>
          <p:cNvSpPr/>
          <p:nvPr/>
        </p:nvSpPr>
        <p:spPr>
          <a:xfrm>
            <a:off x="843770" y="2770632"/>
            <a:ext cx="10607040" cy="420624"/>
          </a:xfrm>
          <a:prstGeom prst="rect">
            <a:avLst/>
          </a:prstGeom>
          <a:solidFill>
            <a:srgbClr val="20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F09B5C09-6389-3E36-BD3C-5DB1DB65353E}"/>
              </a:ext>
            </a:extLst>
          </p:cNvPr>
          <p:cNvSpPr txBox="1"/>
          <p:nvPr/>
        </p:nvSpPr>
        <p:spPr>
          <a:xfrm>
            <a:off x="1230340" y="2807208"/>
            <a:ext cx="2029967" cy="365760"/>
          </a:xfrm>
          <a:prstGeom prst="rect">
            <a:avLst/>
          </a:prstGeom>
          <a:noFill/>
        </p:spPr>
        <p:txBody>
          <a:bodyPr wrap="none" lIns="18288" tIns="0" rIns="18288" bIns="0" anchor="ctr">
            <a:spAutoFit/>
          </a:bodyPr>
          <a:lstStyle/>
          <a:p>
            <a:pPr algn="l">
              <a:spcBef>
                <a:spcPts val="0"/>
              </a:spcBef>
              <a:spcAft>
                <a:spcPts val="0"/>
              </a:spcAft>
            </a:pPr>
            <a:r>
              <a:rPr sz="1250" b="1" dirty="0">
                <a:solidFill>
                  <a:srgbClr val="F5F7FA"/>
                </a:solidFill>
                <a:latin typeface="Calibri"/>
              </a:rPr>
              <a:t>Very light</a:t>
            </a:r>
          </a:p>
        </p:txBody>
      </p:sp>
      <p:sp>
        <p:nvSpPr>
          <p:cNvPr id="53" name="TextBox 52">
            <a:extLst>
              <a:ext uri="{FF2B5EF4-FFF2-40B4-BE49-F238E27FC236}">
                <a16:creationId xmlns:a16="http://schemas.microsoft.com/office/drawing/2014/main" id="{BD1F44E9-81E1-1BC7-74E1-F7DA5B4B43E1}"/>
              </a:ext>
            </a:extLst>
          </p:cNvPr>
          <p:cNvSpPr txBox="1"/>
          <p:nvPr/>
        </p:nvSpPr>
        <p:spPr>
          <a:xfrm>
            <a:off x="3257786" y="2807208"/>
            <a:ext cx="1691639"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1×</a:t>
            </a:r>
          </a:p>
        </p:txBody>
      </p:sp>
      <p:sp>
        <p:nvSpPr>
          <p:cNvPr id="55" name="TextBox 54">
            <a:extLst>
              <a:ext uri="{FF2B5EF4-FFF2-40B4-BE49-F238E27FC236}">
                <a16:creationId xmlns:a16="http://schemas.microsoft.com/office/drawing/2014/main" id="{2043EBC0-406F-302F-742F-31551CE29C00}"/>
              </a:ext>
            </a:extLst>
          </p:cNvPr>
          <p:cNvSpPr txBox="1"/>
          <p:nvPr/>
        </p:nvSpPr>
        <p:spPr>
          <a:xfrm>
            <a:off x="5132306" y="2807208"/>
            <a:ext cx="2029967"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55D8E8"/>
                </a:solidFill>
                <a:latin typeface="Calibri"/>
              </a:rPr>
              <a:t>2.3%</a:t>
            </a:r>
          </a:p>
        </p:txBody>
      </p:sp>
      <p:sp>
        <p:nvSpPr>
          <p:cNvPr id="57" name="TextBox 56">
            <a:extLst>
              <a:ext uri="{FF2B5EF4-FFF2-40B4-BE49-F238E27FC236}">
                <a16:creationId xmlns:a16="http://schemas.microsoft.com/office/drawing/2014/main" id="{ABD8C97A-7418-5B7E-2774-4A7A46AF688E}"/>
              </a:ext>
            </a:extLst>
          </p:cNvPr>
          <p:cNvSpPr txBox="1"/>
          <p:nvPr/>
        </p:nvSpPr>
        <p:spPr>
          <a:xfrm>
            <a:off x="7345154" y="2807208"/>
            <a:ext cx="2029967"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7.2×</a:t>
            </a:r>
          </a:p>
        </p:txBody>
      </p:sp>
      <p:sp>
        <p:nvSpPr>
          <p:cNvPr id="59" name="TextBox 58">
            <a:extLst>
              <a:ext uri="{FF2B5EF4-FFF2-40B4-BE49-F238E27FC236}">
                <a16:creationId xmlns:a16="http://schemas.microsoft.com/office/drawing/2014/main" id="{A8592879-FD16-7626-88FC-49B72F1976B1}"/>
              </a:ext>
            </a:extLst>
          </p:cNvPr>
          <p:cNvSpPr txBox="1"/>
          <p:nvPr/>
        </p:nvSpPr>
        <p:spPr>
          <a:xfrm>
            <a:off x="9558002" y="2807208"/>
            <a:ext cx="2020824"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55D8E8"/>
                </a:solidFill>
                <a:latin typeface="Calibri"/>
              </a:rPr>
              <a:t>1.02×</a:t>
            </a:r>
          </a:p>
        </p:txBody>
      </p:sp>
      <p:sp>
        <p:nvSpPr>
          <p:cNvPr id="61" name="Rectangle 60">
            <a:extLst>
              <a:ext uri="{FF2B5EF4-FFF2-40B4-BE49-F238E27FC236}">
                <a16:creationId xmlns:a16="http://schemas.microsoft.com/office/drawing/2014/main" id="{73687412-2FC5-7BAB-A741-0B05C9E26F3B}"/>
              </a:ext>
            </a:extLst>
          </p:cNvPr>
          <p:cNvSpPr/>
          <p:nvPr/>
        </p:nvSpPr>
        <p:spPr>
          <a:xfrm>
            <a:off x="843770" y="3246120"/>
            <a:ext cx="10607040" cy="420624"/>
          </a:xfrm>
          <a:prstGeom prst="rect">
            <a:avLst/>
          </a:prstGeom>
          <a:solidFill>
            <a:srgbClr val="18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6A104292-6C44-1221-1A33-73C094F5FD0C}"/>
              </a:ext>
            </a:extLst>
          </p:cNvPr>
          <p:cNvSpPr txBox="1"/>
          <p:nvPr/>
        </p:nvSpPr>
        <p:spPr>
          <a:xfrm>
            <a:off x="1230340" y="3282696"/>
            <a:ext cx="2029967"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F5F7FA"/>
                </a:solidFill>
                <a:latin typeface="Calibri"/>
              </a:rPr>
              <a:t>Light</a:t>
            </a:r>
          </a:p>
        </p:txBody>
      </p:sp>
      <p:sp>
        <p:nvSpPr>
          <p:cNvPr id="65" name="TextBox 64">
            <a:extLst>
              <a:ext uri="{FF2B5EF4-FFF2-40B4-BE49-F238E27FC236}">
                <a16:creationId xmlns:a16="http://schemas.microsoft.com/office/drawing/2014/main" id="{1F875D07-D9D9-021B-A3C9-0F01DC685A9E}"/>
              </a:ext>
            </a:extLst>
          </p:cNvPr>
          <p:cNvSpPr txBox="1"/>
          <p:nvPr/>
        </p:nvSpPr>
        <p:spPr>
          <a:xfrm>
            <a:off x="3257786" y="3282696"/>
            <a:ext cx="1691639"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2.6×</a:t>
            </a:r>
          </a:p>
        </p:txBody>
      </p:sp>
      <p:sp>
        <p:nvSpPr>
          <p:cNvPr id="67" name="TextBox 66">
            <a:extLst>
              <a:ext uri="{FF2B5EF4-FFF2-40B4-BE49-F238E27FC236}">
                <a16:creationId xmlns:a16="http://schemas.microsoft.com/office/drawing/2014/main" id="{B312CF75-FB06-C0A4-8C18-19DAB9E126CC}"/>
              </a:ext>
            </a:extLst>
          </p:cNvPr>
          <p:cNvSpPr txBox="1"/>
          <p:nvPr/>
        </p:nvSpPr>
        <p:spPr>
          <a:xfrm>
            <a:off x="5132306" y="3282696"/>
            <a:ext cx="2029967"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55D8E8"/>
                </a:solidFill>
                <a:latin typeface="Calibri"/>
              </a:rPr>
              <a:t>4.3%</a:t>
            </a:r>
          </a:p>
        </p:txBody>
      </p:sp>
      <p:sp>
        <p:nvSpPr>
          <p:cNvPr id="69" name="TextBox 68">
            <a:extLst>
              <a:ext uri="{FF2B5EF4-FFF2-40B4-BE49-F238E27FC236}">
                <a16:creationId xmlns:a16="http://schemas.microsoft.com/office/drawing/2014/main" id="{91179733-CA3F-9E13-CAEA-FE7F02438031}"/>
              </a:ext>
            </a:extLst>
          </p:cNvPr>
          <p:cNvSpPr txBox="1"/>
          <p:nvPr/>
        </p:nvSpPr>
        <p:spPr>
          <a:xfrm>
            <a:off x="7345154" y="3282696"/>
            <a:ext cx="2029967"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8.8×</a:t>
            </a:r>
          </a:p>
        </p:txBody>
      </p:sp>
      <p:sp>
        <p:nvSpPr>
          <p:cNvPr id="71" name="TextBox 70">
            <a:extLst>
              <a:ext uri="{FF2B5EF4-FFF2-40B4-BE49-F238E27FC236}">
                <a16:creationId xmlns:a16="http://schemas.microsoft.com/office/drawing/2014/main" id="{4E89E0B1-B35C-3030-9451-8DA9006A6823}"/>
              </a:ext>
            </a:extLst>
          </p:cNvPr>
          <p:cNvSpPr txBox="1"/>
          <p:nvPr/>
        </p:nvSpPr>
        <p:spPr>
          <a:xfrm>
            <a:off x="9558002" y="3282696"/>
            <a:ext cx="2020824"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55D8E8"/>
                </a:solidFill>
                <a:latin typeface="Calibri"/>
              </a:rPr>
              <a:t>1.04×</a:t>
            </a:r>
          </a:p>
        </p:txBody>
      </p:sp>
      <p:sp>
        <p:nvSpPr>
          <p:cNvPr id="73" name="Rectangle 72">
            <a:extLst>
              <a:ext uri="{FF2B5EF4-FFF2-40B4-BE49-F238E27FC236}">
                <a16:creationId xmlns:a16="http://schemas.microsoft.com/office/drawing/2014/main" id="{666ED739-BCF6-A249-3528-26A4E2497677}"/>
              </a:ext>
            </a:extLst>
          </p:cNvPr>
          <p:cNvSpPr/>
          <p:nvPr/>
        </p:nvSpPr>
        <p:spPr>
          <a:xfrm>
            <a:off x="843770" y="3721608"/>
            <a:ext cx="10607040" cy="420624"/>
          </a:xfrm>
          <a:prstGeom prst="rect">
            <a:avLst/>
          </a:prstGeom>
          <a:solidFill>
            <a:srgbClr val="20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F7A94714-29ED-AA7F-0AD4-0E2A062017FA}"/>
              </a:ext>
            </a:extLst>
          </p:cNvPr>
          <p:cNvSpPr txBox="1"/>
          <p:nvPr/>
        </p:nvSpPr>
        <p:spPr>
          <a:xfrm>
            <a:off x="1230340" y="3758184"/>
            <a:ext cx="2029967"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F5F7FA"/>
                </a:solidFill>
                <a:latin typeface="Calibri"/>
              </a:rPr>
              <a:t>Medium</a:t>
            </a:r>
          </a:p>
        </p:txBody>
      </p:sp>
      <p:sp>
        <p:nvSpPr>
          <p:cNvPr id="77" name="TextBox 76">
            <a:extLst>
              <a:ext uri="{FF2B5EF4-FFF2-40B4-BE49-F238E27FC236}">
                <a16:creationId xmlns:a16="http://schemas.microsoft.com/office/drawing/2014/main" id="{2E7AE0B4-2AB4-F07F-EFD5-7D9C358761EE}"/>
              </a:ext>
            </a:extLst>
          </p:cNvPr>
          <p:cNvSpPr txBox="1"/>
          <p:nvPr/>
        </p:nvSpPr>
        <p:spPr>
          <a:xfrm>
            <a:off x="3257786" y="3758184"/>
            <a:ext cx="1691639"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5.9×</a:t>
            </a:r>
          </a:p>
        </p:txBody>
      </p:sp>
      <p:sp>
        <p:nvSpPr>
          <p:cNvPr id="79" name="TextBox 78">
            <a:extLst>
              <a:ext uri="{FF2B5EF4-FFF2-40B4-BE49-F238E27FC236}">
                <a16:creationId xmlns:a16="http://schemas.microsoft.com/office/drawing/2014/main" id="{C98B3286-3609-E446-AE99-0477E6E602AA}"/>
              </a:ext>
            </a:extLst>
          </p:cNvPr>
          <p:cNvSpPr txBox="1"/>
          <p:nvPr/>
        </p:nvSpPr>
        <p:spPr>
          <a:xfrm>
            <a:off x="5132306" y="3758184"/>
            <a:ext cx="2029967"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82AFFF"/>
                </a:solidFill>
                <a:latin typeface="Calibri"/>
              </a:rPr>
              <a:t>8.2%</a:t>
            </a:r>
          </a:p>
        </p:txBody>
      </p:sp>
      <p:sp>
        <p:nvSpPr>
          <p:cNvPr id="81" name="TextBox 80">
            <a:extLst>
              <a:ext uri="{FF2B5EF4-FFF2-40B4-BE49-F238E27FC236}">
                <a16:creationId xmlns:a16="http://schemas.microsoft.com/office/drawing/2014/main" id="{8F29CA9E-0455-D4E2-9561-66BA9902862D}"/>
              </a:ext>
            </a:extLst>
          </p:cNvPr>
          <p:cNvSpPr txBox="1"/>
          <p:nvPr/>
        </p:nvSpPr>
        <p:spPr>
          <a:xfrm>
            <a:off x="7345154" y="3758184"/>
            <a:ext cx="2029967"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10.0×</a:t>
            </a:r>
          </a:p>
        </p:txBody>
      </p:sp>
      <p:sp>
        <p:nvSpPr>
          <p:cNvPr id="83" name="TextBox 82">
            <a:extLst>
              <a:ext uri="{FF2B5EF4-FFF2-40B4-BE49-F238E27FC236}">
                <a16:creationId xmlns:a16="http://schemas.microsoft.com/office/drawing/2014/main" id="{32B01FD4-C51F-AD0F-4EDE-3BA79B764878}"/>
              </a:ext>
            </a:extLst>
          </p:cNvPr>
          <p:cNvSpPr txBox="1"/>
          <p:nvPr/>
        </p:nvSpPr>
        <p:spPr>
          <a:xfrm>
            <a:off x="9558002" y="3844884"/>
            <a:ext cx="2020824" cy="192360"/>
          </a:xfrm>
          <a:prstGeom prst="rect">
            <a:avLst/>
          </a:prstGeom>
          <a:noFill/>
        </p:spPr>
        <p:txBody>
          <a:bodyPr wrap="square" lIns="18288" tIns="0" rIns="18288" bIns="0" anchor="ctr">
            <a:spAutoFit/>
          </a:bodyPr>
          <a:lstStyle/>
          <a:p>
            <a:pPr algn="l">
              <a:spcBef>
                <a:spcPts val="0"/>
              </a:spcBef>
              <a:spcAft>
                <a:spcPts val="0"/>
              </a:spcAft>
            </a:pPr>
            <a:r>
              <a:rPr sz="1250" b="1">
                <a:solidFill>
                  <a:srgbClr val="82AFFF"/>
                </a:solidFill>
                <a:latin typeface="Calibri"/>
              </a:rPr>
              <a:t>1.08×</a:t>
            </a:r>
          </a:p>
        </p:txBody>
      </p:sp>
      <p:sp>
        <p:nvSpPr>
          <p:cNvPr id="85" name="Rectangle 84">
            <a:extLst>
              <a:ext uri="{FF2B5EF4-FFF2-40B4-BE49-F238E27FC236}">
                <a16:creationId xmlns:a16="http://schemas.microsoft.com/office/drawing/2014/main" id="{60FED7F5-075A-D85D-699A-2E41498A5CBD}"/>
              </a:ext>
            </a:extLst>
          </p:cNvPr>
          <p:cNvSpPr/>
          <p:nvPr/>
        </p:nvSpPr>
        <p:spPr>
          <a:xfrm>
            <a:off x="843770" y="4197096"/>
            <a:ext cx="10607040" cy="420624"/>
          </a:xfrm>
          <a:prstGeom prst="rect">
            <a:avLst/>
          </a:prstGeom>
          <a:solidFill>
            <a:srgbClr val="18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a:extLst>
              <a:ext uri="{FF2B5EF4-FFF2-40B4-BE49-F238E27FC236}">
                <a16:creationId xmlns:a16="http://schemas.microsoft.com/office/drawing/2014/main" id="{D1E0B423-49E9-934C-7955-71CCE2BA1034}"/>
              </a:ext>
            </a:extLst>
          </p:cNvPr>
          <p:cNvSpPr txBox="1"/>
          <p:nvPr/>
        </p:nvSpPr>
        <p:spPr>
          <a:xfrm>
            <a:off x="1230340" y="4233672"/>
            <a:ext cx="2029967"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F5F7FA"/>
                </a:solidFill>
                <a:latin typeface="Calibri"/>
              </a:rPr>
              <a:t>Heavy</a:t>
            </a:r>
          </a:p>
        </p:txBody>
      </p:sp>
      <p:sp>
        <p:nvSpPr>
          <p:cNvPr id="89" name="TextBox 88">
            <a:extLst>
              <a:ext uri="{FF2B5EF4-FFF2-40B4-BE49-F238E27FC236}">
                <a16:creationId xmlns:a16="http://schemas.microsoft.com/office/drawing/2014/main" id="{FF943798-967C-0ABA-7EB8-3F6693BDD943}"/>
              </a:ext>
            </a:extLst>
          </p:cNvPr>
          <p:cNvSpPr txBox="1"/>
          <p:nvPr/>
        </p:nvSpPr>
        <p:spPr>
          <a:xfrm>
            <a:off x="3257786" y="4233672"/>
            <a:ext cx="1691639"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15.8×</a:t>
            </a:r>
          </a:p>
        </p:txBody>
      </p:sp>
      <p:sp>
        <p:nvSpPr>
          <p:cNvPr id="91" name="TextBox 90">
            <a:extLst>
              <a:ext uri="{FF2B5EF4-FFF2-40B4-BE49-F238E27FC236}">
                <a16:creationId xmlns:a16="http://schemas.microsoft.com/office/drawing/2014/main" id="{97B6E8D8-B264-2635-E1CD-630F4DDA7FCA}"/>
              </a:ext>
            </a:extLst>
          </p:cNvPr>
          <p:cNvSpPr txBox="1"/>
          <p:nvPr/>
        </p:nvSpPr>
        <p:spPr>
          <a:xfrm>
            <a:off x="5132306" y="4233672"/>
            <a:ext cx="2029967"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F6C85F"/>
                </a:solidFill>
                <a:latin typeface="Calibri"/>
              </a:rPr>
              <a:t>19.5%</a:t>
            </a:r>
          </a:p>
        </p:txBody>
      </p:sp>
      <p:sp>
        <p:nvSpPr>
          <p:cNvPr id="93" name="TextBox 92">
            <a:extLst>
              <a:ext uri="{FF2B5EF4-FFF2-40B4-BE49-F238E27FC236}">
                <a16:creationId xmlns:a16="http://schemas.microsoft.com/office/drawing/2014/main" id="{7D480ECD-3393-5419-3FA0-BB8D0DE3DC11}"/>
              </a:ext>
            </a:extLst>
          </p:cNvPr>
          <p:cNvSpPr txBox="1"/>
          <p:nvPr/>
        </p:nvSpPr>
        <p:spPr>
          <a:xfrm>
            <a:off x="7345154" y="4233672"/>
            <a:ext cx="2029967" cy="365760"/>
          </a:xfrm>
          <a:prstGeom prst="rect">
            <a:avLst/>
          </a:prstGeom>
          <a:noFill/>
        </p:spPr>
        <p:txBody>
          <a:bodyPr wrap="none" lIns="18288" tIns="0" rIns="18288" bIns="0" anchor="ctr">
            <a:spAutoFit/>
          </a:bodyPr>
          <a:lstStyle/>
          <a:p>
            <a:pPr algn="l">
              <a:spcBef>
                <a:spcPts val="0"/>
              </a:spcBef>
              <a:spcAft>
                <a:spcPts val="0"/>
              </a:spcAft>
            </a:pPr>
            <a:r>
              <a:rPr sz="1250" b="0">
                <a:solidFill>
                  <a:srgbClr val="AEB6C2"/>
                </a:solidFill>
                <a:latin typeface="Calibri"/>
              </a:rPr>
              <a:t>9.1×</a:t>
            </a:r>
          </a:p>
        </p:txBody>
      </p:sp>
      <p:sp>
        <p:nvSpPr>
          <p:cNvPr id="95" name="TextBox 94">
            <a:extLst>
              <a:ext uri="{FF2B5EF4-FFF2-40B4-BE49-F238E27FC236}">
                <a16:creationId xmlns:a16="http://schemas.microsoft.com/office/drawing/2014/main" id="{90CB6F86-BC0D-68D4-FA03-4B0633E4A3F7}"/>
              </a:ext>
            </a:extLst>
          </p:cNvPr>
          <p:cNvSpPr txBox="1"/>
          <p:nvPr/>
        </p:nvSpPr>
        <p:spPr>
          <a:xfrm>
            <a:off x="9558002" y="4233672"/>
            <a:ext cx="2020824" cy="365760"/>
          </a:xfrm>
          <a:prstGeom prst="rect">
            <a:avLst/>
          </a:prstGeom>
          <a:noFill/>
        </p:spPr>
        <p:txBody>
          <a:bodyPr wrap="none" lIns="18288" tIns="0" rIns="18288" bIns="0" anchor="ctr">
            <a:spAutoFit/>
          </a:bodyPr>
          <a:lstStyle/>
          <a:p>
            <a:pPr algn="l">
              <a:spcBef>
                <a:spcPts val="0"/>
              </a:spcBef>
              <a:spcAft>
                <a:spcPts val="0"/>
              </a:spcAft>
            </a:pPr>
            <a:r>
              <a:rPr sz="1250" b="1">
                <a:solidFill>
                  <a:srgbClr val="F6C85F"/>
                </a:solidFill>
                <a:latin typeface="Calibri"/>
              </a:rPr>
              <a:t>1.21×</a:t>
            </a:r>
          </a:p>
        </p:txBody>
      </p:sp>
      <p:sp>
        <p:nvSpPr>
          <p:cNvPr id="97" name="Rounded Rectangle 54">
            <a:extLst>
              <a:ext uri="{FF2B5EF4-FFF2-40B4-BE49-F238E27FC236}">
                <a16:creationId xmlns:a16="http://schemas.microsoft.com/office/drawing/2014/main" id="{4A673BF0-EEDB-4D5A-2EFA-D1AC3A782AFF}"/>
              </a:ext>
            </a:extLst>
          </p:cNvPr>
          <p:cNvSpPr/>
          <p:nvPr/>
        </p:nvSpPr>
        <p:spPr>
          <a:xfrm>
            <a:off x="843770" y="4672584"/>
            <a:ext cx="10607040" cy="420624"/>
          </a:xfrm>
          <a:prstGeom prst="roundRect">
            <a:avLst/>
          </a:prstGeom>
          <a:solidFill>
            <a:srgbClr val="20242D"/>
          </a:solidFill>
          <a:ln w="11430">
            <a:solidFill>
              <a:srgbClr val="62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a:extLst>
              <a:ext uri="{FF2B5EF4-FFF2-40B4-BE49-F238E27FC236}">
                <a16:creationId xmlns:a16="http://schemas.microsoft.com/office/drawing/2014/main" id="{7D0C2175-D7E3-12F3-1D27-64EE0C8EB53A}"/>
              </a:ext>
            </a:extLst>
          </p:cNvPr>
          <p:cNvSpPr txBox="1"/>
          <p:nvPr/>
        </p:nvSpPr>
        <p:spPr>
          <a:xfrm>
            <a:off x="1230340" y="4709160"/>
            <a:ext cx="2029967" cy="365760"/>
          </a:xfrm>
          <a:prstGeom prst="rect">
            <a:avLst/>
          </a:prstGeom>
          <a:noFill/>
        </p:spPr>
        <p:txBody>
          <a:bodyPr wrap="none" lIns="18288" tIns="0" rIns="18288" bIns="0" anchor="ctr">
            <a:spAutoFit/>
          </a:bodyPr>
          <a:lstStyle/>
          <a:p>
            <a:pPr algn="l">
              <a:spcBef>
                <a:spcPts val="0"/>
              </a:spcBef>
              <a:spcAft>
                <a:spcPts val="0"/>
              </a:spcAft>
            </a:pPr>
            <a:r>
              <a:rPr sz="1350" b="1">
                <a:solidFill>
                  <a:srgbClr val="62D6A8"/>
                </a:solidFill>
                <a:latin typeface="Calibri"/>
              </a:rPr>
              <a:t>Very heavy</a:t>
            </a:r>
          </a:p>
        </p:txBody>
      </p:sp>
      <p:sp>
        <p:nvSpPr>
          <p:cNvPr id="101" name="TextBox 100">
            <a:extLst>
              <a:ext uri="{FF2B5EF4-FFF2-40B4-BE49-F238E27FC236}">
                <a16:creationId xmlns:a16="http://schemas.microsoft.com/office/drawing/2014/main" id="{708AAFED-19D5-CD1E-22D1-33582D196736}"/>
              </a:ext>
            </a:extLst>
          </p:cNvPr>
          <p:cNvSpPr txBox="1"/>
          <p:nvPr/>
        </p:nvSpPr>
        <p:spPr>
          <a:xfrm>
            <a:off x="3257786" y="4709160"/>
            <a:ext cx="1691639" cy="365760"/>
          </a:xfrm>
          <a:prstGeom prst="rect">
            <a:avLst/>
          </a:prstGeom>
          <a:noFill/>
        </p:spPr>
        <p:txBody>
          <a:bodyPr wrap="none" lIns="18288" tIns="0" rIns="18288" bIns="0" anchor="ctr">
            <a:spAutoFit/>
          </a:bodyPr>
          <a:lstStyle/>
          <a:p>
            <a:pPr algn="l">
              <a:spcBef>
                <a:spcPts val="0"/>
              </a:spcBef>
              <a:spcAft>
                <a:spcPts val="0"/>
              </a:spcAft>
            </a:pPr>
            <a:r>
              <a:rPr sz="1350" b="1">
                <a:solidFill>
                  <a:srgbClr val="62D6A8"/>
                </a:solidFill>
                <a:latin typeface="Calibri"/>
              </a:rPr>
              <a:t>68.2×</a:t>
            </a:r>
          </a:p>
        </p:txBody>
      </p:sp>
      <p:sp>
        <p:nvSpPr>
          <p:cNvPr id="103" name="TextBox 102">
            <a:extLst>
              <a:ext uri="{FF2B5EF4-FFF2-40B4-BE49-F238E27FC236}">
                <a16:creationId xmlns:a16="http://schemas.microsoft.com/office/drawing/2014/main" id="{E78312AC-90D2-0B36-8A8C-7AE67F69C911}"/>
              </a:ext>
            </a:extLst>
          </p:cNvPr>
          <p:cNvSpPr txBox="1"/>
          <p:nvPr/>
        </p:nvSpPr>
        <p:spPr>
          <a:xfrm>
            <a:off x="5132306" y="4709160"/>
            <a:ext cx="2029967" cy="365760"/>
          </a:xfrm>
          <a:prstGeom prst="rect">
            <a:avLst/>
          </a:prstGeom>
          <a:noFill/>
        </p:spPr>
        <p:txBody>
          <a:bodyPr wrap="none" lIns="18288" tIns="0" rIns="18288" bIns="0" anchor="ctr">
            <a:spAutoFit/>
          </a:bodyPr>
          <a:lstStyle/>
          <a:p>
            <a:pPr algn="l">
              <a:spcBef>
                <a:spcPts val="0"/>
              </a:spcBef>
              <a:spcAft>
                <a:spcPts val="0"/>
              </a:spcAft>
            </a:pPr>
            <a:r>
              <a:rPr sz="1350" b="1">
                <a:solidFill>
                  <a:srgbClr val="F0333B"/>
                </a:solidFill>
                <a:latin typeface="Calibri"/>
              </a:rPr>
              <a:t>62.4%</a:t>
            </a:r>
          </a:p>
        </p:txBody>
      </p:sp>
      <p:sp>
        <p:nvSpPr>
          <p:cNvPr id="105" name="TextBox 104">
            <a:extLst>
              <a:ext uri="{FF2B5EF4-FFF2-40B4-BE49-F238E27FC236}">
                <a16:creationId xmlns:a16="http://schemas.microsoft.com/office/drawing/2014/main" id="{5AC001FC-6DF3-C82B-CCBB-C28235D521DA}"/>
              </a:ext>
            </a:extLst>
          </p:cNvPr>
          <p:cNvSpPr txBox="1"/>
          <p:nvPr/>
        </p:nvSpPr>
        <p:spPr>
          <a:xfrm>
            <a:off x="7345154" y="4709160"/>
            <a:ext cx="2029967" cy="365760"/>
          </a:xfrm>
          <a:prstGeom prst="rect">
            <a:avLst/>
          </a:prstGeom>
          <a:noFill/>
        </p:spPr>
        <p:txBody>
          <a:bodyPr wrap="none" lIns="18288" tIns="0" rIns="18288" bIns="0" anchor="ctr">
            <a:spAutoFit/>
          </a:bodyPr>
          <a:lstStyle/>
          <a:p>
            <a:pPr algn="l">
              <a:spcBef>
                <a:spcPts val="0"/>
              </a:spcBef>
              <a:spcAft>
                <a:spcPts val="0"/>
              </a:spcAft>
            </a:pPr>
            <a:r>
              <a:rPr sz="1350" b="1">
                <a:solidFill>
                  <a:srgbClr val="62D6A8"/>
                </a:solidFill>
                <a:latin typeface="Calibri"/>
              </a:rPr>
              <a:t>7.9×</a:t>
            </a:r>
          </a:p>
        </p:txBody>
      </p:sp>
      <p:sp>
        <p:nvSpPr>
          <p:cNvPr id="107" name="TextBox 106">
            <a:extLst>
              <a:ext uri="{FF2B5EF4-FFF2-40B4-BE49-F238E27FC236}">
                <a16:creationId xmlns:a16="http://schemas.microsoft.com/office/drawing/2014/main" id="{9112CB0D-F2FD-F46B-9C1B-9E7FF5EE7E22}"/>
              </a:ext>
            </a:extLst>
          </p:cNvPr>
          <p:cNvSpPr txBox="1"/>
          <p:nvPr/>
        </p:nvSpPr>
        <p:spPr>
          <a:xfrm>
            <a:off x="9558002" y="4709160"/>
            <a:ext cx="2020824" cy="365760"/>
          </a:xfrm>
          <a:prstGeom prst="rect">
            <a:avLst/>
          </a:prstGeom>
          <a:noFill/>
        </p:spPr>
        <p:txBody>
          <a:bodyPr wrap="none" lIns="18288" tIns="0" rIns="18288" bIns="0" anchor="ctr">
            <a:spAutoFit/>
          </a:bodyPr>
          <a:lstStyle/>
          <a:p>
            <a:pPr algn="l">
              <a:spcBef>
                <a:spcPts val="0"/>
              </a:spcBef>
              <a:spcAft>
                <a:spcPts val="0"/>
              </a:spcAft>
            </a:pPr>
            <a:r>
              <a:rPr sz="1350" b="1">
                <a:solidFill>
                  <a:srgbClr val="62D6A8"/>
                </a:solidFill>
                <a:latin typeface="Calibri"/>
              </a:rPr>
              <a:t>2.20×</a:t>
            </a:r>
          </a:p>
        </p:txBody>
      </p:sp>
      <p:sp>
        <p:nvSpPr>
          <p:cNvPr id="109" name="FlowTag">
            <a:extLst>
              <a:ext uri="{FF2B5EF4-FFF2-40B4-BE49-F238E27FC236}">
                <a16:creationId xmlns:a16="http://schemas.microsoft.com/office/drawing/2014/main" id="{B2997259-CC06-9EFF-6423-E7BD35CF5325}"/>
              </a:ext>
            </a:extLst>
          </p:cNvPr>
          <p:cNvSpPr/>
          <p:nvPr/>
        </p:nvSpPr>
        <p:spPr>
          <a:xfrm>
            <a:off x="9281160" y="73152"/>
            <a:ext cx="2560320" cy="274320"/>
          </a:xfrm>
          <a:prstGeom prst="roundRect">
            <a:avLst>
              <a:gd name="adj" fmla="val 50000"/>
            </a:avLst>
          </a:prstGeom>
          <a:solidFill>
            <a:srgbClr val="14181E"/>
          </a:solidFill>
          <a:ln w="15875">
            <a:solidFill>
              <a:srgbClr val="62D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FlowTagText">
            <a:extLst>
              <a:ext uri="{FF2B5EF4-FFF2-40B4-BE49-F238E27FC236}">
                <a16:creationId xmlns:a16="http://schemas.microsoft.com/office/drawing/2014/main" id="{1C1A9735-1B8B-AA5A-09B1-306E79ADBE17}"/>
              </a:ext>
            </a:extLst>
          </p:cNvPr>
          <p:cNvSpPr txBox="1"/>
          <p:nvPr/>
        </p:nvSpPr>
        <p:spPr>
          <a:xfrm>
            <a:off x="9281160" y="73152"/>
            <a:ext cx="2560320" cy="274320"/>
          </a:xfrm>
          <a:prstGeom prst="rect">
            <a:avLst/>
          </a:prstGeom>
          <a:noFill/>
        </p:spPr>
        <p:txBody>
          <a:bodyPr wrap="square" lIns="0" tIns="0" rIns="0" bIns="0" anchor="ctr">
            <a:spAutoFit/>
          </a:bodyPr>
          <a:lstStyle/>
          <a:p>
            <a:pPr algn="ctr"/>
            <a:r>
              <a:rPr sz="1000" b="1">
                <a:solidFill>
                  <a:srgbClr val="62D6A8"/>
                </a:solidFill>
                <a:latin typeface="Arial"/>
              </a:rPr>
              <a:t>RESULTS  </a:t>
            </a:r>
            <a:r>
              <a:rPr sz="1000" b="1">
                <a:solidFill>
                  <a:srgbClr val="F5F7FA"/>
                </a:solidFill>
                <a:latin typeface="Arial"/>
              </a:rPr>
              <a:t>END TO END</a:t>
            </a:r>
          </a:p>
        </p:txBody>
      </p:sp>
    </p:spTree>
    <p:extLst>
      <p:ext uri="{BB962C8B-B14F-4D97-AF65-F5344CB8AC3E}">
        <p14:creationId xmlns:p14="http://schemas.microsoft.com/office/powerpoint/2010/main" val="395964879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A0D3CB-5259-5D21-2043-F51ADC5F4230}"/>
              </a:ext>
            </a:extLst>
          </p:cNvPr>
          <p:cNvSpPr txBox="1"/>
          <p:nvPr/>
        </p:nvSpPr>
        <p:spPr>
          <a:xfrm>
            <a:off x="457200" y="365760"/>
            <a:ext cx="11247120" cy="418576"/>
          </a:xfrm>
          <a:prstGeom prst="rect">
            <a:avLst/>
          </a:prstGeom>
          <a:noFill/>
        </p:spPr>
        <p:txBody>
          <a:bodyPr wrap="square" lIns="18288" tIns="9144" rIns="18288" bIns="9144" anchor="t">
            <a:spAutoFit/>
          </a:bodyPr>
          <a:lstStyle/>
          <a:p>
            <a:pPr algn="l">
              <a:lnSpc>
                <a:spcPct val="100000"/>
              </a:lnSpc>
              <a:spcBef>
                <a:spcPts val="0"/>
              </a:spcBef>
              <a:spcAft>
                <a:spcPts val="0"/>
              </a:spcAft>
            </a:pPr>
            <a:r>
              <a:rPr sz="2600" b="1" dirty="0">
                <a:solidFill>
                  <a:srgbClr val="F5F7FA"/>
                </a:solidFill>
                <a:latin typeface="Calibri"/>
              </a:rPr>
              <a:t>What PACE Agent fixes — and how</a:t>
            </a:r>
          </a:p>
        </p:txBody>
      </p:sp>
      <p:sp>
        <p:nvSpPr>
          <p:cNvPr id="5" name="TextBox 4">
            <a:extLst>
              <a:ext uri="{FF2B5EF4-FFF2-40B4-BE49-F238E27FC236}">
                <a16:creationId xmlns:a16="http://schemas.microsoft.com/office/drawing/2014/main" id="{D5CC03DD-45BD-C327-5ABC-909D82C8CA86}"/>
              </a:ext>
            </a:extLst>
          </p:cNvPr>
          <p:cNvSpPr txBox="1"/>
          <p:nvPr/>
        </p:nvSpPr>
        <p:spPr>
          <a:xfrm>
            <a:off x="457200" y="804672"/>
            <a:ext cx="11247120" cy="274320"/>
          </a:xfrm>
          <a:prstGeom prst="rect">
            <a:avLst/>
          </a:prstGeom>
          <a:noFill/>
        </p:spPr>
        <p:txBody>
          <a:bodyPr wrap="square" lIns="18288" tIns="9144" rIns="18288" bIns="9144" anchor="t">
            <a:spAutoFit/>
          </a:bodyPr>
          <a:lstStyle/>
          <a:p>
            <a:pPr algn="l">
              <a:lnSpc>
                <a:spcPct val="100000"/>
              </a:lnSpc>
              <a:spcBef>
                <a:spcPts val="0"/>
              </a:spcBef>
              <a:spcAft>
                <a:spcPts val="0"/>
              </a:spcAft>
            </a:pPr>
            <a:r>
              <a:rPr sz="1200" b="0" dirty="0">
                <a:solidFill>
                  <a:srgbClr val="AEB6C2"/>
                </a:solidFill>
                <a:latin typeface="Calibri"/>
              </a:rPr>
              <a:t>Agents loop through plan → act → observe. PACE Agent records that loop, profiles it, and separates model time from tool time.</a:t>
            </a:r>
          </a:p>
        </p:txBody>
      </p:sp>
      <p:sp>
        <p:nvSpPr>
          <p:cNvPr id="7" name="Rounded Rectangle 8">
            <a:extLst>
              <a:ext uri="{FF2B5EF4-FFF2-40B4-BE49-F238E27FC236}">
                <a16:creationId xmlns:a16="http://schemas.microsoft.com/office/drawing/2014/main" id="{8F1A5873-42B0-C881-78C4-7368DD46C1B0}"/>
              </a:ext>
            </a:extLst>
          </p:cNvPr>
          <p:cNvSpPr/>
          <p:nvPr/>
        </p:nvSpPr>
        <p:spPr>
          <a:xfrm>
            <a:off x="457200" y="1389888"/>
            <a:ext cx="2697480" cy="1115568"/>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9" name="TextBox 8">
            <a:extLst>
              <a:ext uri="{FF2B5EF4-FFF2-40B4-BE49-F238E27FC236}">
                <a16:creationId xmlns:a16="http://schemas.microsoft.com/office/drawing/2014/main" id="{1D75739D-68B2-E9DB-7E6E-2CCEBF288536}"/>
              </a:ext>
            </a:extLst>
          </p:cNvPr>
          <p:cNvSpPr txBox="1"/>
          <p:nvPr/>
        </p:nvSpPr>
        <p:spPr>
          <a:xfrm>
            <a:off x="621792" y="1517904"/>
            <a:ext cx="2386584" cy="219456"/>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a:solidFill>
                  <a:srgbClr val="55D8E8"/>
                </a:solidFill>
                <a:latin typeface="Calibri"/>
              </a:rPr>
              <a:t>01 · RUNS ARE STOCHASTIC</a:t>
            </a:r>
          </a:p>
        </p:txBody>
      </p:sp>
      <p:sp>
        <p:nvSpPr>
          <p:cNvPr id="11" name="TextBox 10">
            <a:extLst>
              <a:ext uri="{FF2B5EF4-FFF2-40B4-BE49-F238E27FC236}">
                <a16:creationId xmlns:a16="http://schemas.microsoft.com/office/drawing/2014/main" id="{58FEA6E0-C661-66C0-F1C9-5CC8D1FFDB37}"/>
              </a:ext>
            </a:extLst>
          </p:cNvPr>
          <p:cNvSpPr txBox="1"/>
          <p:nvPr/>
        </p:nvSpPr>
        <p:spPr>
          <a:xfrm>
            <a:off x="621792" y="1865376"/>
            <a:ext cx="2386584" cy="53035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a:solidFill>
                  <a:srgbClr val="AEB6C2"/>
                </a:solidFill>
                <a:latin typeface="Calibri"/>
              </a:rPr>
              <a:t>The same task can take a different path.</a:t>
            </a:r>
          </a:p>
        </p:txBody>
      </p:sp>
      <p:sp>
        <p:nvSpPr>
          <p:cNvPr id="13" name="Rounded Rectangle 12">
            <a:extLst>
              <a:ext uri="{FF2B5EF4-FFF2-40B4-BE49-F238E27FC236}">
                <a16:creationId xmlns:a16="http://schemas.microsoft.com/office/drawing/2014/main" id="{685589BE-CD85-B16A-0859-868CEC7BA1E3}"/>
              </a:ext>
            </a:extLst>
          </p:cNvPr>
          <p:cNvSpPr/>
          <p:nvPr/>
        </p:nvSpPr>
        <p:spPr>
          <a:xfrm>
            <a:off x="3346704" y="1389888"/>
            <a:ext cx="2697480" cy="1115568"/>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15" name="TextBox 14">
            <a:extLst>
              <a:ext uri="{FF2B5EF4-FFF2-40B4-BE49-F238E27FC236}">
                <a16:creationId xmlns:a16="http://schemas.microsoft.com/office/drawing/2014/main" id="{7458D739-2411-37BC-6D49-A4886CD80964}"/>
              </a:ext>
            </a:extLst>
          </p:cNvPr>
          <p:cNvSpPr txBox="1"/>
          <p:nvPr/>
        </p:nvSpPr>
        <p:spPr>
          <a:xfrm>
            <a:off x="3511296" y="1517904"/>
            <a:ext cx="2386584" cy="219456"/>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a:solidFill>
                  <a:srgbClr val="82AFFF"/>
                </a:solidFill>
                <a:latin typeface="Calibri"/>
              </a:rPr>
              <a:t>02 · INFRA IS SPLIT</a:t>
            </a:r>
          </a:p>
        </p:txBody>
      </p:sp>
      <p:sp>
        <p:nvSpPr>
          <p:cNvPr id="17" name="TextBox 16">
            <a:extLst>
              <a:ext uri="{FF2B5EF4-FFF2-40B4-BE49-F238E27FC236}">
                <a16:creationId xmlns:a16="http://schemas.microsoft.com/office/drawing/2014/main" id="{7D4FA740-9BFB-55D9-917A-A8A33154D16F}"/>
              </a:ext>
            </a:extLst>
          </p:cNvPr>
          <p:cNvSpPr txBox="1"/>
          <p:nvPr/>
        </p:nvSpPr>
        <p:spPr>
          <a:xfrm>
            <a:off x="3511296" y="1865376"/>
            <a:ext cx="2386584" cy="310854"/>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dirty="0">
                <a:solidFill>
                  <a:srgbClr val="AEB6C2"/>
                </a:solidFill>
                <a:latin typeface="Calibri"/>
              </a:rPr>
              <a:t>Orchestration </a:t>
            </a:r>
            <a:r>
              <a:rPr lang="en-IN" sz="950" b="0" dirty="0">
                <a:solidFill>
                  <a:srgbClr val="AEB6C2"/>
                </a:solidFill>
                <a:latin typeface="Calibri"/>
              </a:rPr>
              <a:t>(EPYC) </a:t>
            </a:r>
            <a:r>
              <a:rPr sz="950" b="0" dirty="0">
                <a:solidFill>
                  <a:srgbClr val="AEB6C2"/>
                </a:solidFill>
                <a:latin typeface="Calibri"/>
              </a:rPr>
              <a:t>and generation</a:t>
            </a:r>
            <a:r>
              <a:rPr lang="en-IN" sz="950" b="0" dirty="0">
                <a:solidFill>
                  <a:srgbClr val="AEB6C2"/>
                </a:solidFill>
                <a:latin typeface="Calibri"/>
              </a:rPr>
              <a:t> (GPUs)</a:t>
            </a:r>
            <a:r>
              <a:rPr sz="950" b="0" dirty="0">
                <a:solidFill>
                  <a:srgbClr val="AEB6C2"/>
                </a:solidFill>
                <a:latin typeface="Calibri"/>
              </a:rPr>
              <a:t> run in different places.</a:t>
            </a:r>
          </a:p>
        </p:txBody>
      </p:sp>
      <p:sp>
        <p:nvSpPr>
          <p:cNvPr id="19" name="Rounded Rectangle 16">
            <a:extLst>
              <a:ext uri="{FF2B5EF4-FFF2-40B4-BE49-F238E27FC236}">
                <a16:creationId xmlns:a16="http://schemas.microsoft.com/office/drawing/2014/main" id="{3B86DB75-2D45-6091-D728-D23B28C1EAE1}"/>
              </a:ext>
            </a:extLst>
          </p:cNvPr>
          <p:cNvSpPr/>
          <p:nvPr/>
        </p:nvSpPr>
        <p:spPr>
          <a:xfrm>
            <a:off x="6236208" y="1389888"/>
            <a:ext cx="2697480" cy="1115568"/>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21" name="TextBox 20">
            <a:extLst>
              <a:ext uri="{FF2B5EF4-FFF2-40B4-BE49-F238E27FC236}">
                <a16:creationId xmlns:a16="http://schemas.microsoft.com/office/drawing/2014/main" id="{77615508-BFF9-ED48-7DDE-1DEF6D0DBD9B}"/>
              </a:ext>
            </a:extLst>
          </p:cNvPr>
          <p:cNvSpPr txBox="1"/>
          <p:nvPr/>
        </p:nvSpPr>
        <p:spPr>
          <a:xfrm>
            <a:off x="6400800" y="1517904"/>
            <a:ext cx="2386584" cy="187744"/>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dirty="0">
                <a:solidFill>
                  <a:srgbClr val="F6C85F"/>
                </a:solidFill>
                <a:latin typeface="Calibri"/>
              </a:rPr>
              <a:t>03 · </a:t>
            </a:r>
            <a:r>
              <a:rPr lang="en-IN" sz="1100" b="1" dirty="0">
                <a:solidFill>
                  <a:srgbClr val="F6C85F"/>
                </a:solidFill>
                <a:latin typeface="Calibri"/>
              </a:rPr>
              <a:t>YOUR</a:t>
            </a:r>
            <a:r>
              <a:rPr sz="1100" b="1" dirty="0">
                <a:solidFill>
                  <a:srgbClr val="F6C85F"/>
                </a:solidFill>
                <a:latin typeface="Calibri"/>
              </a:rPr>
              <a:t> GRAPH RUNS AS IS</a:t>
            </a:r>
          </a:p>
        </p:txBody>
      </p:sp>
      <p:sp>
        <p:nvSpPr>
          <p:cNvPr id="23" name="TextBox 22">
            <a:extLst>
              <a:ext uri="{FF2B5EF4-FFF2-40B4-BE49-F238E27FC236}">
                <a16:creationId xmlns:a16="http://schemas.microsoft.com/office/drawing/2014/main" id="{FB0581D7-5216-8898-BB3E-F2DA48290698}"/>
              </a:ext>
            </a:extLst>
          </p:cNvPr>
          <p:cNvSpPr txBox="1"/>
          <p:nvPr/>
        </p:nvSpPr>
        <p:spPr>
          <a:xfrm>
            <a:off x="6400800" y="1865376"/>
            <a:ext cx="2386584" cy="53035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dirty="0">
                <a:solidFill>
                  <a:srgbClr val="AEB6C2"/>
                </a:solidFill>
                <a:latin typeface="Calibri"/>
              </a:rPr>
              <a:t>PACE points at the configured agent graph.</a:t>
            </a:r>
          </a:p>
        </p:txBody>
      </p:sp>
      <p:sp>
        <p:nvSpPr>
          <p:cNvPr id="25" name="Rounded Rectangle 20">
            <a:extLst>
              <a:ext uri="{FF2B5EF4-FFF2-40B4-BE49-F238E27FC236}">
                <a16:creationId xmlns:a16="http://schemas.microsoft.com/office/drawing/2014/main" id="{59299B39-CE68-8E7D-DF69-4DA5C8407EE0}"/>
              </a:ext>
            </a:extLst>
          </p:cNvPr>
          <p:cNvSpPr/>
          <p:nvPr/>
        </p:nvSpPr>
        <p:spPr>
          <a:xfrm>
            <a:off x="9125712" y="1389888"/>
            <a:ext cx="2697480" cy="1115568"/>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27" name="TextBox 26">
            <a:extLst>
              <a:ext uri="{FF2B5EF4-FFF2-40B4-BE49-F238E27FC236}">
                <a16:creationId xmlns:a16="http://schemas.microsoft.com/office/drawing/2014/main" id="{B26A623A-6CAD-E415-83BC-4D5D6F21DC61}"/>
              </a:ext>
            </a:extLst>
          </p:cNvPr>
          <p:cNvSpPr txBox="1"/>
          <p:nvPr/>
        </p:nvSpPr>
        <p:spPr>
          <a:xfrm>
            <a:off x="9290304" y="1517904"/>
            <a:ext cx="2386584" cy="219456"/>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a:solidFill>
                  <a:srgbClr val="F0333B"/>
                </a:solidFill>
                <a:latin typeface="Calibri"/>
              </a:rPr>
              <a:t>04 · TOOLS ARE INVISIBLE</a:t>
            </a:r>
          </a:p>
        </p:txBody>
      </p:sp>
      <p:sp>
        <p:nvSpPr>
          <p:cNvPr id="29" name="TextBox 28">
            <a:extLst>
              <a:ext uri="{FF2B5EF4-FFF2-40B4-BE49-F238E27FC236}">
                <a16:creationId xmlns:a16="http://schemas.microsoft.com/office/drawing/2014/main" id="{2E08A9D5-F908-9296-10D5-66597B2964EE}"/>
              </a:ext>
            </a:extLst>
          </p:cNvPr>
          <p:cNvSpPr txBox="1"/>
          <p:nvPr/>
        </p:nvSpPr>
        <p:spPr>
          <a:xfrm>
            <a:off x="9272016" y="1865376"/>
            <a:ext cx="2386584" cy="433965"/>
          </a:xfrm>
          <a:prstGeom prst="rect">
            <a:avLst/>
          </a:prstGeom>
          <a:noFill/>
        </p:spPr>
        <p:txBody>
          <a:bodyPr wrap="square" lIns="18288" tIns="9144" rIns="18288" bIns="9144" anchor="t">
            <a:spAutoFit/>
          </a:bodyPr>
          <a:lstStyle/>
          <a:p>
            <a:pPr algn="l">
              <a:lnSpc>
                <a:spcPct val="100000"/>
              </a:lnSpc>
              <a:spcBef>
                <a:spcPts val="0"/>
              </a:spcBef>
              <a:spcAft>
                <a:spcPts val="0"/>
              </a:spcAft>
            </a:pPr>
            <a:r>
              <a:rPr lang="en-IN" sz="900" b="0" dirty="0">
                <a:solidFill>
                  <a:srgbClr val="AEB6C2"/>
                </a:solidFill>
                <a:latin typeface="Calibri"/>
              </a:rPr>
              <a:t>WebVoyager </a:t>
            </a:r>
            <a:r>
              <a:rPr sz="900" b="0" dirty="0">
                <a:solidFill>
                  <a:srgbClr val="AEB6C2"/>
                </a:solidFill>
                <a:latin typeface="Calibri"/>
              </a:rPr>
              <a:t>CPU</a:t>
            </a:r>
            <a:r>
              <a:rPr lang="en-IN" sz="900" b="0" dirty="0">
                <a:solidFill>
                  <a:srgbClr val="AEB6C2"/>
                </a:solidFill>
                <a:latin typeface="Calibri"/>
              </a:rPr>
              <a:t> tool timings</a:t>
            </a:r>
            <a:r>
              <a:rPr sz="900" b="0" dirty="0">
                <a:solidFill>
                  <a:srgbClr val="AEB6C2"/>
                </a:solidFill>
                <a:latin typeface="Calibri"/>
              </a:rPr>
              <a:t>: </a:t>
            </a:r>
            <a:endParaRPr lang="en-IN" sz="900" b="0" dirty="0">
              <a:solidFill>
                <a:srgbClr val="AEB6C2"/>
              </a:solidFill>
              <a:latin typeface="Calibri"/>
            </a:endParaRPr>
          </a:p>
          <a:p>
            <a:pPr algn="l">
              <a:lnSpc>
                <a:spcPct val="100000"/>
              </a:lnSpc>
              <a:spcBef>
                <a:spcPts val="0"/>
              </a:spcBef>
              <a:spcAft>
                <a:spcPts val="0"/>
              </a:spcAft>
            </a:pPr>
            <a:r>
              <a:rPr sz="900" b="0" dirty="0">
                <a:solidFill>
                  <a:srgbClr val="AEB6C2"/>
                </a:solidFill>
                <a:latin typeface="Calibri"/>
              </a:rPr>
              <a:t>DOM 8.9s · screenshot 5.4s · tokenize 3.9s · action 3.0s · dispatch 2.5s · memory 1.4s · guardrails 0.6s.</a:t>
            </a:r>
          </a:p>
        </p:txBody>
      </p:sp>
      <p:sp>
        <p:nvSpPr>
          <p:cNvPr id="31" name="Rounded Rectangle 24">
            <a:extLst>
              <a:ext uri="{FF2B5EF4-FFF2-40B4-BE49-F238E27FC236}">
                <a16:creationId xmlns:a16="http://schemas.microsoft.com/office/drawing/2014/main" id="{959CD90E-C6AC-AEF6-C22B-78B6118DAD17}"/>
              </a:ext>
            </a:extLst>
          </p:cNvPr>
          <p:cNvSpPr/>
          <p:nvPr/>
        </p:nvSpPr>
        <p:spPr>
          <a:xfrm>
            <a:off x="457200" y="2761488"/>
            <a:ext cx="1993392" cy="2350008"/>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33" name="TextBox 32">
            <a:extLst>
              <a:ext uri="{FF2B5EF4-FFF2-40B4-BE49-F238E27FC236}">
                <a16:creationId xmlns:a16="http://schemas.microsoft.com/office/drawing/2014/main" id="{92F7EA58-634C-9CC3-6A9E-7F33F937F51A}"/>
              </a:ext>
            </a:extLst>
          </p:cNvPr>
          <p:cNvSpPr txBox="1"/>
          <p:nvPr/>
        </p:nvSpPr>
        <p:spPr>
          <a:xfrm>
            <a:off x="1017979" y="2962656"/>
            <a:ext cx="862689" cy="201168"/>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50" b="1" dirty="0">
                <a:solidFill>
                  <a:srgbClr val="F5F7FA"/>
                </a:solidFill>
                <a:latin typeface="Calibri"/>
              </a:rPr>
              <a:t>YOUR AGENT</a:t>
            </a:r>
          </a:p>
        </p:txBody>
      </p:sp>
      <p:sp>
        <p:nvSpPr>
          <p:cNvPr id="35" name="TextBox 34">
            <a:extLst>
              <a:ext uri="{FF2B5EF4-FFF2-40B4-BE49-F238E27FC236}">
                <a16:creationId xmlns:a16="http://schemas.microsoft.com/office/drawing/2014/main" id="{7CB17176-C1C9-F0EF-00EB-A71C9E3DC3D0}"/>
              </a:ext>
            </a:extLst>
          </p:cNvPr>
          <p:cNvSpPr txBox="1"/>
          <p:nvPr/>
        </p:nvSpPr>
        <p:spPr>
          <a:xfrm>
            <a:off x="658368" y="3374136"/>
            <a:ext cx="1481328" cy="634020"/>
          </a:xfrm>
          <a:prstGeom prst="rect">
            <a:avLst/>
          </a:prstGeom>
          <a:noFill/>
        </p:spPr>
        <p:txBody>
          <a:bodyPr wrap="square" lIns="18288" tIns="9144" rIns="18288" bIns="9144" anchor="t">
            <a:spAutoFit/>
          </a:bodyPr>
          <a:lstStyle/>
          <a:p>
            <a:pPr algn="ctr"/>
            <a:r>
              <a:rPr lang="en-IN" sz="1000" dirty="0">
                <a:solidFill>
                  <a:srgbClr val="AEB6C2"/>
                </a:solidFill>
                <a:latin typeface="Calibri"/>
              </a:rPr>
              <a:t>Nothing in the agent changes. PACE Agent points at the code you already have. </a:t>
            </a:r>
          </a:p>
        </p:txBody>
      </p:sp>
      <p:sp>
        <p:nvSpPr>
          <p:cNvPr id="37" name="Rounded Rectangle 27">
            <a:extLst>
              <a:ext uri="{FF2B5EF4-FFF2-40B4-BE49-F238E27FC236}">
                <a16:creationId xmlns:a16="http://schemas.microsoft.com/office/drawing/2014/main" id="{086730F2-731C-192A-FFEF-109840032193}"/>
              </a:ext>
            </a:extLst>
          </p:cNvPr>
          <p:cNvSpPr/>
          <p:nvPr/>
        </p:nvSpPr>
        <p:spPr>
          <a:xfrm>
            <a:off x="667512" y="4480560"/>
            <a:ext cx="1563624" cy="329184"/>
          </a:xfrm>
          <a:prstGeom prst="roundRect">
            <a:avLst/>
          </a:prstGeom>
          <a:solidFill>
            <a:srgbClr val="10131A"/>
          </a:solidFill>
          <a:ln w="8890">
            <a:solidFill>
              <a:srgbClr val="50D5E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39" name="TextBox 38">
            <a:extLst>
              <a:ext uri="{FF2B5EF4-FFF2-40B4-BE49-F238E27FC236}">
                <a16:creationId xmlns:a16="http://schemas.microsoft.com/office/drawing/2014/main" id="{4E619816-1C34-1121-4824-F9CE9441A374}"/>
              </a:ext>
            </a:extLst>
          </p:cNvPr>
          <p:cNvSpPr txBox="1"/>
          <p:nvPr/>
        </p:nvSpPr>
        <p:spPr>
          <a:xfrm>
            <a:off x="694944" y="4562856"/>
            <a:ext cx="1508760" cy="146304"/>
          </a:xfrm>
          <a:prstGeom prst="rect">
            <a:avLst/>
          </a:prstGeom>
          <a:noFill/>
        </p:spPr>
        <p:txBody>
          <a:bodyPr wrap="square" lIns="18288" tIns="9144" rIns="18288" bIns="9144" anchor="t">
            <a:spAutoFit/>
          </a:bodyPr>
          <a:lstStyle/>
          <a:p>
            <a:pPr algn="ctr">
              <a:lnSpc>
                <a:spcPct val="100000"/>
              </a:lnSpc>
              <a:spcBef>
                <a:spcPts val="0"/>
              </a:spcBef>
              <a:spcAft>
                <a:spcPts val="0"/>
              </a:spcAft>
            </a:pPr>
            <a:r>
              <a:rPr sz="900" b="1" dirty="0" err="1">
                <a:solidFill>
                  <a:srgbClr val="55D8E8"/>
                </a:solidFill>
                <a:latin typeface="Consolas"/>
              </a:rPr>
              <a:t>profile_invoke</a:t>
            </a:r>
            <a:r>
              <a:rPr sz="900" b="1" dirty="0">
                <a:solidFill>
                  <a:srgbClr val="55D8E8"/>
                </a:solidFill>
                <a:latin typeface="Consolas"/>
              </a:rPr>
              <a:t>(graph)</a:t>
            </a:r>
          </a:p>
        </p:txBody>
      </p:sp>
      <p:sp>
        <p:nvSpPr>
          <p:cNvPr id="41" name="TextBox 40">
            <a:extLst>
              <a:ext uri="{FF2B5EF4-FFF2-40B4-BE49-F238E27FC236}">
                <a16:creationId xmlns:a16="http://schemas.microsoft.com/office/drawing/2014/main" id="{EC211229-8E91-3262-0823-41D1D8379A43}"/>
              </a:ext>
            </a:extLst>
          </p:cNvPr>
          <p:cNvSpPr txBox="1"/>
          <p:nvPr/>
        </p:nvSpPr>
        <p:spPr>
          <a:xfrm>
            <a:off x="2487168" y="3685032"/>
            <a:ext cx="292608" cy="310896"/>
          </a:xfrm>
          <a:prstGeom prst="rect">
            <a:avLst/>
          </a:prstGeom>
          <a:noFill/>
        </p:spPr>
        <p:txBody>
          <a:bodyPr wrap="square" lIns="18288" tIns="9144" rIns="18288" bIns="9144" anchor="ctr">
            <a:spAutoFit/>
          </a:bodyPr>
          <a:lstStyle/>
          <a:p>
            <a:pPr algn="ctr">
              <a:lnSpc>
                <a:spcPct val="100000"/>
              </a:lnSpc>
              <a:spcBef>
                <a:spcPts val="0"/>
              </a:spcBef>
              <a:spcAft>
                <a:spcPts val="0"/>
              </a:spcAft>
            </a:pPr>
            <a:r>
              <a:rPr sz="1800" b="1">
                <a:solidFill>
                  <a:srgbClr val="55D8E8"/>
                </a:solidFill>
                <a:latin typeface="Calibri"/>
              </a:rPr>
              <a:t>→</a:t>
            </a:r>
          </a:p>
        </p:txBody>
      </p:sp>
      <p:sp>
        <p:nvSpPr>
          <p:cNvPr id="43" name="Rounded Rectangle 30">
            <a:extLst>
              <a:ext uri="{FF2B5EF4-FFF2-40B4-BE49-F238E27FC236}">
                <a16:creationId xmlns:a16="http://schemas.microsoft.com/office/drawing/2014/main" id="{A56CFF0E-960C-3321-855B-0EC2203655BD}"/>
              </a:ext>
            </a:extLst>
          </p:cNvPr>
          <p:cNvSpPr/>
          <p:nvPr/>
        </p:nvSpPr>
        <p:spPr>
          <a:xfrm>
            <a:off x="2816352" y="2761488"/>
            <a:ext cx="6126480" cy="2350008"/>
          </a:xfrm>
          <a:prstGeom prst="roundRect">
            <a:avLst/>
          </a:prstGeom>
          <a:solidFill>
            <a:srgbClr val="181B22"/>
          </a:solidFill>
          <a:ln w="13970">
            <a:solidFill>
              <a:srgbClr val="50D5E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45" name="TextBox 44">
            <a:extLst>
              <a:ext uri="{FF2B5EF4-FFF2-40B4-BE49-F238E27FC236}">
                <a16:creationId xmlns:a16="http://schemas.microsoft.com/office/drawing/2014/main" id="{97E6D838-5D23-9A55-E7CA-86BF67AB9B54}"/>
              </a:ext>
            </a:extLst>
          </p:cNvPr>
          <p:cNvSpPr txBox="1"/>
          <p:nvPr/>
        </p:nvSpPr>
        <p:spPr>
          <a:xfrm>
            <a:off x="3054096" y="2953512"/>
            <a:ext cx="1188720" cy="201168"/>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50" b="1" dirty="0">
                <a:solidFill>
                  <a:srgbClr val="55D8E8"/>
                </a:solidFill>
                <a:latin typeface="Calibri"/>
              </a:rPr>
              <a:t>PACE AGENT</a:t>
            </a:r>
          </a:p>
        </p:txBody>
      </p:sp>
      <p:sp>
        <p:nvSpPr>
          <p:cNvPr id="47" name="Rounded Rectangle 32">
            <a:extLst>
              <a:ext uri="{FF2B5EF4-FFF2-40B4-BE49-F238E27FC236}">
                <a16:creationId xmlns:a16="http://schemas.microsoft.com/office/drawing/2014/main" id="{424E3D76-2BE7-F392-73E9-0E14015982D9}"/>
              </a:ext>
            </a:extLst>
          </p:cNvPr>
          <p:cNvSpPr/>
          <p:nvPr/>
        </p:nvSpPr>
        <p:spPr>
          <a:xfrm>
            <a:off x="3054096" y="3337560"/>
            <a:ext cx="2551176" cy="649224"/>
          </a:xfrm>
          <a:prstGeom prst="roundRect">
            <a:avLst/>
          </a:prstGeom>
          <a:solidFill>
            <a:srgbClr val="20242D"/>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49" name="TextBox 48">
            <a:extLst>
              <a:ext uri="{FF2B5EF4-FFF2-40B4-BE49-F238E27FC236}">
                <a16:creationId xmlns:a16="http://schemas.microsoft.com/office/drawing/2014/main" id="{E54BF6E9-BAB0-0020-B868-F05F3DBDB69E}"/>
              </a:ext>
            </a:extLst>
          </p:cNvPr>
          <p:cNvSpPr txBox="1"/>
          <p:nvPr/>
        </p:nvSpPr>
        <p:spPr>
          <a:xfrm>
            <a:off x="3182112" y="3429000"/>
            <a:ext cx="86868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a:solidFill>
                  <a:srgbClr val="55D8E8"/>
                </a:solidFill>
                <a:latin typeface="Calibri"/>
              </a:rPr>
              <a:t>PROFILE</a:t>
            </a:r>
          </a:p>
        </p:txBody>
      </p:sp>
      <p:sp>
        <p:nvSpPr>
          <p:cNvPr id="51" name="TextBox 50">
            <a:extLst>
              <a:ext uri="{FF2B5EF4-FFF2-40B4-BE49-F238E27FC236}">
                <a16:creationId xmlns:a16="http://schemas.microsoft.com/office/drawing/2014/main" id="{EFA4FCA2-65E2-139D-0BB1-96AB85CAD822}"/>
              </a:ext>
            </a:extLst>
          </p:cNvPr>
          <p:cNvSpPr txBox="1"/>
          <p:nvPr/>
        </p:nvSpPr>
        <p:spPr>
          <a:xfrm>
            <a:off x="3182112" y="3675887"/>
            <a:ext cx="2212848"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a:solidFill>
                  <a:srgbClr val="AEB6C2"/>
                </a:solidFill>
                <a:latin typeface="Calibri"/>
              </a:rPr>
              <a:t>per-node CPU time</a:t>
            </a:r>
          </a:p>
        </p:txBody>
      </p:sp>
      <p:sp>
        <p:nvSpPr>
          <p:cNvPr id="53" name="Rounded Rectangle 35">
            <a:extLst>
              <a:ext uri="{FF2B5EF4-FFF2-40B4-BE49-F238E27FC236}">
                <a16:creationId xmlns:a16="http://schemas.microsoft.com/office/drawing/2014/main" id="{2053419E-A010-09F6-35DA-B3B3966B1948}"/>
              </a:ext>
            </a:extLst>
          </p:cNvPr>
          <p:cNvSpPr/>
          <p:nvPr/>
        </p:nvSpPr>
        <p:spPr>
          <a:xfrm>
            <a:off x="5843016" y="3337560"/>
            <a:ext cx="2551176" cy="649224"/>
          </a:xfrm>
          <a:prstGeom prst="roundRect">
            <a:avLst/>
          </a:prstGeom>
          <a:solidFill>
            <a:srgbClr val="20242D"/>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55" name="TextBox 54">
            <a:extLst>
              <a:ext uri="{FF2B5EF4-FFF2-40B4-BE49-F238E27FC236}">
                <a16:creationId xmlns:a16="http://schemas.microsoft.com/office/drawing/2014/main" id="{EFFA21C4-1C67-6941-78DE-CCA3DEF270A8}"/>
              </a:ext>
            </a:extLst>
          </p:cNvPr>
          <p:cNvSpPr txBox="1"/>
          <p:nvPr/>
        </p:nvSpPr>
        <p:spPr>
          <a:xfrm>
            <a:off x="5971031" y="3429000"/>
            <a:ext cx="86868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a:solidFill>
                  <a:srgbClr val="82AFFF"/>
                </a:solidFill>
                <a:latin typeface="Calibri"/>
              </a:rPr>
              <a:t>REPLAY</a:t>
            </a:r>
          </a:p>
        </p:txBody>
      </p:sp>
      <p:sp>
        <p:nvSpPr>
          <p:cNvPr id="57" name="TextBox 56">
            <a:extLst>
              <a:ext uri="{FF2B5EF4-FFF2-40B4-BE49-F238E27FC236}">
                <a16:creationId xmlns:a16="http://schemas.microsoft.com/office/drawing/2014/main" id="{4CAB84EB-BA9C-2795-2CD7-76778B9F123E}"/>
              </a:ext>
            </a:extLst>
          </p:cNvPr>
          <p:cNvSpPr txBox="1"/>
          <p:nvPr/>
        </p:nvSpPr>
        <p:spPr>
          <a:xfrm>
            <a:off x="5971031" y="3675887"/>
            <a:ext cx="2212848"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a:solidFill>
                  <a:srgbClr val="AEB6C2"/>
                </a:solidFill>
                <a:latin typeface="Calibri"/>
              </a:rPr>
              <a:t>record and rerun the trace</a:t>
            </a:r>
          </a:p>
        </p:txBody>
      </p:sp>
      <p:sp>
        <p:nvSpPr>
          <p:cNvPr id="59" name="Rounded Rectangle 38">
            <a:extLst>
              <a:ext uri="{FF2B5EF4-FFF2-40B4-BE49-F238E27FC236}">
                <a16:creationId xmlns:a16="http://schemas.microsoft.com/office/drawing/2014/main" id="{71887E3F-98F6-649F-3558-19A32F20D06F}"/>
              </a:ext>
            </a:extLst>
          </p:cNvPr>
          <p:cNvSpPr/>
          <p:nvPr/>
        </p:nvSpPr>
        <p:spPr>
          <a:xfrm>
            <a:off x="3054096" y="4133087"/>
            <a:ext cx="2551176" cy="649224"/>
          </a:xfrm>
          <a:prstGeom prst="roundRect">
            <a:avLst/>
          </a:prstGeom>
          <a:solidFill>
            <a:srgbClr val="20242D"/>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61" name="TextBox 60">
            <a:extLst>
              <a:ext uri="{FF2B5EF4-FFF2-40B4-BE49-F238E27FC236}">
                <a16:creationId xmlns:a16="http://schemas.microsoft.com/office/drawing/2014/main" id="{60D97D36-03B7-B409-DA52-04979EF05826}"/>
              </a:ext>
            </a:extLst>
          </p:cNvPr>
          <p:cNvSpPr txBox="1"/>
          <p:nvPr/>
        </p:nvSpPr>
        <p:spPr>
          <a:xfrm>
            <a:off x="3182112" y="4224527"/>
            <a:ext cx="86868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a:solidFill>
                  <a:srgbClr val="F6C85F"/>
                </a:solidFill>
                <a:latin typeface="Calibri"/>
              </a:rPr>
              <a:t>TOOLS</a:t>
            </a:r>
          </a:p>
        </p:txBody>
      </p:sp>
      <p:sp>
        <p:nvSpPr>
          <p:cNvPr id="63" name="TextBox 62">
            <a:extLst>
              <a:ext uri="{FF2B5EF4-FFF2-40B4-BE49-F238E27FC236}">
                <a16:creationId xmlns:a16="http://schemas.microsoft.com/office/drawing/2014/main" id="{452B78C2-95DE-1B8A-532C-F1ED328F8076}"/>
              </a:ext>
            </a:extLst>
          </p:cNvPr>
          <p:cNvSpPr txBox="1"/>
          <p:nvPr/>
        </p:nvSpPr>
        <p:spPr>
          <a:xfrm>
            <a:off x="3182112" y="4471416"/>
            <a:ext cx="2212848"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a:solidFill>
                  <a:srgbClr val="AEB6C2"/>
                </a:solidFill>
                <a:latin typeface="Calibri"/>
              </a:rPr>
              <a:t>naive → optimized; parity checked</a:t>
            </a:r>
          </a:p>
        </p:txBody>
      </p:sp>
      <p:sp>
        <p:nvSpPr>
          <p:cNvPr id="65" name="Rounded Rectangle 41">
            <a:extLst>
              <a:ext uri="{FF2B5EF4-FFF2-40B4-BE49-F238E27FC236}">
                <a16:creationId xmlns:a16="http://schemas.microsoft.com/office/drawing/2014/main" id="{C77E21CB-8F3C-B3F1-238B-F108931B3D78}"/>
              </a:ext>
            </a:extLst>
          </p:cNvPr>
          <p:cNvSpPr/>
          <p:nvPr/>
        </p:nvSpPr>
        <p:spPr>
          <a:xfrm>
            <a:off x="5843016" y="4133087"/>
            <a:ext cx="2551176" cy="649224"/>
          </a:xfrm>
          <a:prstGeom prst="roundRect">
            <a:avLst/>
          </a:prstGeom>
          <a:solidFill>
            <a:srgbClr val="20242D"/>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67" name="TextBox 66">
            <a:extLst>
              <a:ext uri="{FF2B5EF4-FFF2-40B4-BE49-F238E27FC236}">
                <a16:creationId xmlns:a16="http://schemas.microsoft.com/office/drawing/2014/main" id="{A70FB1F4-D163-9F45-8274-352BF5D48FE5}"/>
              </a:ext>
            </a:extLst>
          </p:cNvPr>
          <p:cNvSpPr txBox="1"/>
          <p:nvPr/>
        </p:nvSpPr>
        <p:spPr>
          <a:xfrm>
            <a:off x="5971031" y="4224527"/>
            <a:ext cx="868680"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00" b="1">
                <a:solidFill>
                  <a:srgbClr val="62D6A8"/>
                </a:solidFill>
                <a:latin typeface="Calibri"/>
              </a:rPr>
              <a:t>DEPLOY</a:t>
            </a:r>
          </a:p>
        </p:txBody>
      </p:sp>
      <p:sp>
        <p:nvSpPr>
          <p:cNvPr id="69" name="TextBox 68">
            <a:extLst>
              <a:ext uri="{FF2B5EF4-FFF2-40B4-BE49-F238E27FC236}">
                <a16:creationId xmlns:a16="http://schemas.microsoft.com/office/drawing/2014/main" id="{69FFE8D6-AA00-3FD2-957E-50838A70AB4C}"/>
              </a:ext>
            </a:extLst>
          </p:cNvPr>
          <p:cNvSpPr txBox="1"/>
          <p:nvPr/>
        </p:nvSpPr>
        <p:spPr>
          <a:xfrm>
            <a:off x="5971031" y="4471416"/>
            <a:ext cx="2212848" cy="164592"/>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0">
                <a:solidFill>
                  <a:srgbClr val="AEB6C2"/>
                </a:solidFill>
                <a:latin typeface="Calibri"/>
              </a:rPr>
              <a:t>CPU, GPU, or remote endpoint</a:t>
            </a:r>
          </a:p>
        </p:txBody>
      </p:sp>
      <p:sp>
        <p:nvSpPr>
          <p:cNvPr id="71" name="TextBox 70">
            <a:extLst>
              <a:ext uri="{FF2B5EF4-FFF2-40B4-BE49-F238E27FC236}">
                <a16:creationId xmlns:a16="http://schemas.microsoft.com/office/drawing/2014/main" id="{85CC82E1-68CF-D584-FAA2-6EAF357305E2}"/>
              </a:ext>
            </a:extLst>
          </p:cNvPr>
          <p:cNvSpPr txBox="1"/>
          <p:nvPr/>
        </p:nvSpPr>
        <p:spPr>
          <a:xfrm>
            <a:off x="8979408" y="3685032"/>
            <a:ext cx="292608" cy="310896"/>
          </a:xfrm>
          <a:prstGeom prst="rect">
            <a:avLst/>
          </a:prstGeom>
          <a:noFill/>
        </p:spPr>
        <p:txBody>
          <a:bodyPr wrap="square" lIns="18288" tIns="9144" rIns="18288" bIns="9144" anchor="ctr">
            <a:spAutoFit/>
          </a:bodyPr>
          <a:lstStyle/>
          <a:p>
            <a:pPr algn="ctr">
              <a:lnSpc>
                <a:spcPct val="100000"/>
              </a:lnSpc>
              <a:spcBef>
                <a:spcPts val="0"/>
              </a:spcBef>
              <a:spcAft>
                <a:spcPts val="0"/>
              </a:spcAft>
            </a:pPr>
            <a:r>
              <a:rPr sz="1800" b="1">
                <a:solidFill>
                  <a:srgbClr val="55D8E8"/>
                </a:solidFill>
                <a:latin typeface="Calibri"/>
              </a:rPr>
              <a:t>→</a:t>
            </a:r>
          </a:p>
        </p:txBody>
      </p:sp>
      <p:sp>
        <p:nvSpPr>
          <p:cNvPr id="73" name="Rounded Rectangle 45">
            <a:extLst>
              <a:ext uri="{FF2B5EF4-FFF2-40B4-BE49-F238E27FC236}">
                <a16:creationId xmlns:a16="http://schemas.microsoft.com/office/drawing/2014/main" id="{E73BEAE8-C963-E7EB-EEFE-BB97C2FC45CA}"/>
              </a:ext>
            </a:extLst>
          </p:cNvPr>
          <p:cNvSpPr/>
          <p:nvPr/>
        </p:nvSpPr>
        <p:spPr>
          <a:xfrm>
            <a:off x="9308592" y="2761488"/>
            <a:ext cx="2414016" cy="2350008"/>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75" name="TextBox 74">
            <a:extLst>
              <a:ext uri="{FF2B5EF4-FFF2-40B4-BE49-F238E27FC236}">
                <a16:creationId xmlns:a16="http://schemas.microsoft.com/office/drawing/2014/main" id="{37355B88-B4BC-1BAA-60CA-E619668BEA1C}"/>
              </a:ext>
            </a:extLst>
          </p:cNvPr>
          <p:cNvSpPr txBox="1"/>
          <p:nvPr/>
        </p:nvSpPr>
        <p:spPr>
          <a:xfrm>
            <a:off x="9528048" y="2953512"/>
            <a:ext cx="1417320" cy="201168"/>
          </a:xfrm>
          <a:prstGeom prst="rect">
            <a:avLst/>
          </a:prstGeom>
          <a:noFill/>
        </p:spPr>
        <p:txBody>
          <a:bodyPr wrap="square" lIns="18288" tIns="9144" rIns="18288" bIns="9144" anchor="t">
            <a:spAutoFit/>
          </a:bodyPr>
          <a:lstStyle/>
          <a:p>
            <a:pPr algn="l">
              <a:lnSpc>
                <a:spcPct val="100000"/>
              </a:lnSpc>
              <a:spcBef>
                <a:spcPts val="0"/>
              </a:spcBef>
              <a:spcAft>
                <a:spcPts val="0"/>
              </a:spcAft>
            </a:pPr>
            <a:r>
              <a:rPr sz="1150" b="1">
                <a:solidFill>
                  <a:srgbClr val="F6C85F"/>
                </a:solidFill>
                <a:latin typeface="Calibri"/>
              </a:rPr>
              <a:t>RUN THE MODEL</a:t>
            </a:r>
          </a:p>
        </p:txBody>
      </p:sp>
      <p:sp>
        <p:nvSpPr>
          <p:cNvPr id="77" name="Rounded Rectangle 47">
            <a:extLst>
              <a:ext uri="{FF2B5EF4-FFF2-40B4-BE49-F238E27FC236}">
                <a16:creationId xmlns:a16="http://schemas.microsoft.com/office/drawing/2014/main" id="{8B354E35-374C-1E84-6133-5C2ED2A232D6}"/>
              </a:ext>
            </a:extLst>
          </p:cNvPr>
          <p:cNvSpPr/>
          <p:nvPr/>
        </p:nvSpPr>
        <p:spPr>
          <a:xfrm>
            <a:off x="9528048" y="3374136"/>
            <a:ext cx="1947672" cy="420624"/>
          </a:xfrm>
          <a:prstGeom prst="roundRect">
            <a:avLst/>
          </a:prstGeom>
          <a:solidFill>
            <a:srgbClr val="20242D"/>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79" name="TextBox 78">
            <a:extLst>
              <a:ext uri="{FF2B5EF4-FFF2-40B4-BE49-F238E27FC236}">
                <a16:creationId xmlns:a16="http://schemas.microsoft.com/office/drawing/2014/main" id="{4C2D613F-D816-FFDB-0A91-82DE98599AE1}"/>
              </a:ext>
            </a:extLst>
          </p:cNvPr>
          <p:cNvSpPr txBox="1"/>
          <p:nvPr/>
        </p:nvSpPr>
        <p:spPr>
          <a:xfrm>
            <a:off x="9646920" y="3456432"/>
            <a:ext cx="448056" cy="137160"/>
          </a:xfrm>
          <a:prstGeom prst="rect">
            <a:avLst/>
          </a:prstGeom>
          <a:noFill/>
        </p:spPr>
        <p:txBody>
          <a:bodyPr wrap="square" lIns="18288" tIns="9144" rIns="18288" bIns="9144" anchor="t">
            <a:spAutoFit/>
          </a:bodyPr>
          <a:lstStyle/>
          <a:p>
            <a:pPr algn="l">
              <a:lnSpc>
                <a:spcPct val="100000"/>
              </a:lnSpc>
              <a:spcBef>
                <a:spcPts val="0"/>
              </a:spcBef>
              <a:spcAft>
                <a:spcPts val="0"/>
              </a:spcAft>
            </a:pPr>
            <a:r>
              <a:rPr sz="900" b="1">
                <a:solidFill>
                  <a:srgbClr val="7C8494"/>
                </a:solidFill>
                <a:latin typeface="Calibri"/>
              </a:rPr>
              <a:t>CPU</a:t>
            </a:r>
          </a:p>
        </p:txBody>
      </p:sp>
      <p:sp>
        <p:nvSpPr>
          <p:cNvPr id="81" name="TextBox 80">
            <a:extLst>
              <a:ext uri="{FF2B5EF4-FFF2-40B4-BE49-F238E27FC236}">
                <a16:creationId xmlns:a16="http://schemas.microsoft.com/office/drawing/2014/main" id="{55F02153-517A-E993-D406-64B53CD30FBB}"/>
              </a:ext>
            </a:extLst>
          </p:cNvPr>
          <p:cNvSpPr txBox="1"/>
          <p:nvPr/>
        </p:nvSpPr>
        <p:spPr>
          <a:xfrm>
            <a:off x="10104120" y="3447288"/>
            <a:ext cx="1234440" cy="295466"/>
          </a:xfrm>
          <a:prstGeom prst="rect">
            <a:avLst/>
          </a:prstGeom>
          <a:noFill/>
        </p:spPr>
        <p:txBody>
          <a:bodyPr wrap="square" lIns="18288" tIns="9144" rIns="18288" bIns="9144" anchor="t">
            <a:spAutoFit/>
          </a:bodyPr>
          <a:lstStyle/>
          <a:p>
            <a:pPr algn="l">
              <a:lnSpc>
                <a:spcPct val="100000"/>
              </a:lnSpc>
              <a:spcBef>
                <a:spcPts val="0"/>
              </a:spcBef>
              <a:spcAft>
                <a:spcPts val="0"/>
              </a:spcAft>
            </a:pPr>
            <a:r>
              <a:rPr lang="en-IN" sz="900" b="0" dirty="0">
                <a:solidFill>
                  <a:srgbClr val="F5F7FA"/>
                </a:solidFill>
                <a:latin typeface="Calibri"/>
              </a:rPr>
              <a:t>AMD-</a:t>
            </a:r>
            <a:r>
              <a:rPr sz="900" b="0" dirty="0">
                <a:solidFill>
                  <a:srgbClr val="F5F7FA"/>
                </a:solidFill>
                <a:latin typeface="Calibri"/>
              </a:rPr>
              <a:t>PACE on AMD EPYC™</a:t>
            </a:r>
          </a:p>
        </p:txBody>
      </p:sp>
      <p:sp>
        <p:nvSpPr>
          <p:cNvPr id="83" name="Rounded Rectangle 50">
            <a:extLst>
              <a:ext uri="{FF2B5EF4-FFF2-40B4-BE49-F238E27FC236}">
                <a16:creationId xmlns:a16="http://schemas.microsoft.com/office/drawing/2014/main" id="{CAE45D8A-87AC-592F-EBC1-DABB60433C6D}"/>
              </a:ext>
            </a:extLst>
          </p:cNvPr>
          <p:cNvSpPr/>
          <p:nvPr/>
        </p:nvSpPr>
        <p:spPr>
          <a:xfrm>
            <a:off x="9528048" y="3904487"/>
            <a:ext cx="1947672" cy="420624"/>
          </a:xfrm>
          <a:prstGeom prst="roundRect">
            <a:avLst/>
          </a:prstGeom>
          <a:solidFill>
            <a:srgbClr val="20242D"/>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85" name="TextBox 84">
            <a:extLst>
              <a:ext uri="{FF2B5EF4-FFF2-40B4-BE49-F238E27FC236}">
                <a16:creationId xmlns:a16="http://schemas.microsoft.com/office/drawing/2014/main" id="{DDE4929A-CAA4-B2DE-B6EE-02D9270016A7}"/>
              </a:ext>
            </a:extLst>
          </p:cNvPr>
          <p:cNvSpPr txBox="1"/>
          <p:nvPr/>
        </p:nvSpPr>
        <p:spPr>
          <a:xfrm>
            <a:off x="9646920" y="3986783"/>
            <a:ext cx="448056" cy="137160"/>
          </a:xfrm>
          <a:prstGeom prst="rect">
            <a:avLst/>
          </a:prstGeom>
          <a:noFill/>
        </p:spPr>
        <p:txBody>
          <a:bodyPr wrap="square" lIns="18288" tIns="9144" rIns="18288" bIns="9144" anchor="t">
            <a:spAutoFit/>
          </a:bodyPr>
          <a:lstStyle/>
          <a:p>
            <a:pPr algn="l">
              <a:lnSpc>
                <a:spcPct val="100000"/>
              </a:lnSpc>
              <a:spcBef>
                <a:spcPts val="0"/>
              </a:spcBef>
              <a:spcAft>
                <a:spcPts val="0"/>
              </a:spcAft>
            </a:pPr>
            <a:r>
              <a:rPr sz="900" b="1">
                <a:solidFill>
                  <a:srgbClr val="7C8494"/>
                </a:solidFill>
                <a:latin typeface="Calibri"/>
              </a:rPr>
              <a:t>GPU</a:t>
            </a:r>
          </a:p>
        </p:txBody>
      </p:sp>
      <p:sp>
        <p:nvSpPr>
          <p:cNvPr id="87" name="TextBox 86">
            <a:extLst>
              <a:ext uri="{FF2B5EF4-FFF2-40B4-BE49-F238E27FC236}">
                <a16:creationId xmlns:a16="http://schemas.microsoft.com/office/drawing/2014/main" id="{E6FCCEDD-50D6-9917-E95A-B755D5C0981A}"/>
              </a:ext>
            </a:extLst>
          </p:cNvPr>
          <p:cNvSpPr txBox="1"/>
          <p:nvPr/>
        </p:nvSpPr>
        <p:spPr>
          <a:xfrm>
            <a:off x="10104120" y="3977639"/>
            <a:ext cx="1234440" cy="201168"/>
          </a:xfrm>
          <a:prstGeom prst="rect">
            <a:avLst/>
          </a:prstGeom>
          <a:noFill/>
        </p:spPr>
        <p:txBody>
          <a:bodyPr wrap="square" lIns="18288" tIns="9144" rIns="18288" bIns="9144" anchor="t">
            <a:spAutoFit/>
          </a:bodyPr>
          <a:lstStyle/>
          <a:p>
            <a:pPr algn="l">
              <a:lnSpc>
                <a:spcPct val="100000"/>
              </a:lnSpc>
              <a:spcBef>
                <a:spcPts val="0"/>
              </a:spcBef>
              <a:spcAft>
                <a:spcPts val="0"/>
              </a:spcAft>
            </a:pPr>
            <a:r>
              <a:rPr sz="900" b="0">
                <a:solidFill>
                  <a:srgbClr val="F5F7FA"/>
                </a:solidFill>
                <a:latin typeface="Calibri"/>
              </a:rPr>
              <a:t>vLLM on Radeon™ / Instinct™</a:t>
            </a:r>
          </a:p>
        </p:txBody>
      </p:sp>
      <p:sp>
        <p:nvSpPr>
          <p:cNvPr id="89" name="Rounded Rectangle 53">
            <a:extLst>
              <a:ext uri="{FF2B5EF4-FFF2-40B4-BE49-F238E27FC236}">
                <a16:creationId xmlns:a16="http://schemas.microsoft.com/office/drawing/2014/main" id="{AAE3C0A0-41F4-9979-A345-26310114C565}"/>
              </a:ext>
            </a:extLst>
          </p:cNvPr>
          <p:cNvSpPr/>
          <p:nvPr/>
        </p:nvSpPr>
        <p:spPr>
          <a:xfrm>
            <a:off x="9528048" y="4434840"/>
            <a:ext cx="1947672" cy="420624"/>
          </a:xfrm>
          <a:prstGeom prst="roundRect">
            <a:avLst/>
          </a:prstGeom>
          <a:solidFill>
            <a:srgbClr val="20242D"/>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91" name="TextBox 90">
            <a:extLst>
              <a:ext uri="{FF2B5EF4-FFF2-40B4-BE49-F238E27FC236}">
                <a16:creationId xmlns:a16="http://schemas.microsoft.com/office/drawing/2014/main" id="{1B7E7406-E033-9C65-5B4C-C3DBC97DB4CB}"/>
              </a:ext>
            </a:extLst>
          </p:cNvPr>
          <p:cNvSpPr txBox="1"/>
          <p:nvPr/>
        </p:nvSpPr>
        <p:spPr>
          <a:xfrm>
            <a:off x="9646920" y="4517136"/>
            <a:ext cx="448056" cy="137160"/>
          </a:xfrm>
          <a:prstGeom prst="rect">
            <a:avLst/>
          </a:prstGeom>
          <a:noFill/>
        </p:spPr>
        <p:txBody>
          <a:bodyPr wrap="square" lIns="18288" tIns="9144" rIns="18288" bIns="9144" anchor="t">
            <a:spAutoFit/>
          </a:bodyPr>
          <a:lstStyle/>
          <a:p>
            <a:pPr algn="l">
              <a:lnSpc>
                <a:spcPct val="100000"/>
              </a:lnSpc>
              <a:spcBef>
                <a:spcPts val="0"/>
              </a:spcBef>
              <a:spcAft>
                <a:spcPts val="0"/>
              </a:spcAft>
            </a:pPr>
            <a:r>
              <a:rPr sz="900" b="1">
                <a:solidFill>
                  <a:srgbClr val="7C8494"/>
                </a:solidFill>
                <a:latin typeface="Calibri"/>
              </a:rPr>
              <a:t>REMOTE</a:t>
            </a:r>
          </a:p>
        </p:txBody>
      </p:sp>
      <p:sp>
        <p:nvSpPr>
          <p:cNvPr id="93" name="TextBox 92">
            <a:extLst>
              <a:ext uri="{FF2B5EF4-FFF2-40B4-BE49-F238E27FC236}">
                <a16:creationId xmlns:a16="http://schemas.microsoft.com/office/drawing/2014/main" id="{64B4EC42-5669-E274-A111-65C86DE6C30A}"/>
              </a:ext>
            </a:extLst>
          </p:cNvPr>
          <p:cNvSpPr txBox="1"/>
          <p:nvPr/>
        </p:nvSpPr>
        <p:spPr>
          <a:xfrm>
            <a:off x="10104120" y="4507992"/>
            <a:ext cx="1234440" cy="201168"/>
          </a:xfrm>
          <a:prstGeom prst="rect">
            <a:avLst/>
          </a:prstGeom>
          <a:noFill/>
        </p:spPr>
        <p:txBody>
          <a:bodyPr wrap="square" lIns="18288" tIns="9144" rIns="18288" bIns="9144" anchor="t">
            <a:spAutoFit/>
          </a:bodyPr>
          <a:lstStyle/>
          <a:p>
            <a:pPr algn="l">
              <a:lnSpc>
                <a:spcPct val="100000"/>
              </a:lnSpc>
              <a:spcBef>
                <a:spcPts val="0"/>
              </a:spcBef>
              <a:spcAft>
                <a:spcPts val="0"/>
              </a:spcAft>
            </a:pPr>
            <a:r>
              <a:rPr sz="900" b="0">
                <a:solidFill>
                  <a:srgbClr val="F5F7FA"/>
                </a:solidFill>
                <a:latin typeface="Calibri"/>
              </a:rPr>
              <a:t>OpenAI-compatible endpoint</a:t>
            </a:r>
          </a:p>
        </p:txBody>
      </p:sp>
      <p:sp>
        <p:nvSpPr>
          <p:cNvPr id="95" name="Rounded Rectangle 56">
            <a:extLst>
              <a:ext uri="{FF2B5EF4-FFF2-40B4-BE49-F238E27FC236}">
                <a16:creationId xmlns:a16="http://schemas.microsoft.com/office/drawing/2014/main" id="{F3D8E4EA-D880-3EF3-E6BE-8901F9F0B5E4}"/>
              </a:ext>
            </a:extLst>
          </p:cNvPr>
          <p:cNvSpPr/>
          <p:nvPr/>
        </p:nvSpPr>
        <p:spPr>
          <a:xfrm>
            <a:off x="457200" y="5340096"/>
            <a:ext cx="3538728" cy="758952"/>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97" name="TextBox 96">
            <a:extLst>
              <a:ext uri="{FF2B5EF4-FFF2-40B4-BE49-F238E27FC236}">
                <a16:creationId xmlns:a16="http://schemas.microsoft.com/office/drawing/2014/main" id="{BE8EFB40-1547-2584-F3F0-2321811CA202}"/>
              </a:ext>
            </a:extLst>
          </p:cNvPr>
          <p:cNvSpPr txBox="1"/>
          <p:nvPr/>
        </p:nvSpPr>
        <p:spPr>
          <a:xfrm>
            <a:off x="621792" y="5468112"/>
            <a:ext cx="3227832" cy="219456"/>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1">
                <a:solidFill>
                  <a:srgbClr val="55D8E8"/>
                </a:solidFill>
                <a:latin typeface="Calibri"/>
              </a:rPr>
              <a:t>MEASURED TIME</a:t>
            </a:r>
          </a:p>
        </p:txBody>
      </p:sp>
      <p:sp>
        <p:nvSpPr>
          <p:cNvPr id="99" name="TextBox 98">
            <a:extLst>
              <a:ext uri="{FF2B5EF4-FFF2-40B4-BE49-F238E27FC236}">
                <a16:creationId xmlns:a16="http://schemas.microsoft.com/office/drawing/2014/main" id="{764BBAD1-8DF0-E926-AA06-924868368526}"/>
              </a:ext>
            </a:extLst>
          </p:cNvPr>
          <p:cNvSpPr txBox="1"/>
          <p:nvPr/>
        </p:nvSpPr>
        <p:spPr>
          <a:xfrm>
            <a:off x="621792" y="5815583"/>
            <a:ext cx="3227832" cy="173735"/>
          </a:xfrm>
          <a:prstGeom prst="rect">
            <a:avLst/>
          </a:prstGeom>
          <a:noFill/>
        </p:spPr>
        <p:txBody>
          <a:bodyPr wrap="square" lIns="18288" tIns="9144" rIns="18288" bIns="9144" anchor="t">
            <a:spAutoFit/>
          </a:bodyPr>
          <a:lstStyle/>
          <a:p>
            <a:pPr algn="l">
              <a:lnSpc>
                <a:spcPct val="100000"/>
              </a:lnSpc>
              <a:spcBef>
                <a:spcPts val="0"/>
              </a:spcBef>
              <a:spcAft>
                <a:spcPts val="0"/>
              </a:spcAft>
            </a:pPr>
            <a:r>
              <a:rPr sz="1000" b="0">
                <a:solidFill>
                  <a:srgbClr val="AEB6C2"/>
                </a:solidFill>
                <a:latin typeface="Calibri"/>
              </a:rPr>
              <a:t>per-op and per-node timings</a:t>
            </a:r>
          </a:p>
        </p:txBody>
      </p:sp>
      <p:sp>
        <p:nvSpPr>
          <p:cNvPr id="101" name="Rounded Rectangle 60">
            <a:extLst>
              <a:ext uri="{FF2B5EF4-FFF2-40B4-BE49-F238E27FC236}">
                <a16:creationId xmlns:a16="http://schemas.microsoft.com/office/drawing/2014/main" id="{8E6E2EB3-EBF3-EF21-B571-71A5F633E9A6}"/>
              </a:ext>
            </a:extLst>
          </p:cNvPr>
          <p:cNvSpPr/>
          <p:nvPr/>
        </p:nvSpPr>
        <p:spPr>
          <a:xfrm>
            <a:off x="4206240" y="5340096"/>
            <a:ext cx="3538728" cy="758952"/>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103" name="TextBox 102">
            <a:extLst>
              <a:ext uri="{FF2B5EF4-FFF2-40B4-BE49-F238E27FC236}">
                <a16:creationId xmlns:a16="http://schemas.microsoft.com/office/drawing/2014/main" id="{52E63938-AEA3-63CE-D334-46194CE3AE36}"/>
              </a:ext>
            </a:extLst>
          </p:cNvPr>
          <p:cNvSpPr txBox="1"/>
          <p:nvPr/>
        </p:nvSpPr>
        <p:spPr>
          <a:xfrm>
            <a:off x="4370831" y="5468112"/>
            <a:ext cx="3227832" cy="219456"/>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1">
                <a:solidFill>
                  <a:srgbClr val="62D6A8"/>
                </a:solidFill>
                <a:latin typeface="Calibri"/>
              </a:rPr>
              <a:t>PROJECTED GAIN</a:t>
            </a:r>
          </a:p>
        </p:txBody>
      </p:sp>
      <p:sp>
        <p:nvSpPr>
          <p:cNvPr id="105" name="TextBox 104">
            <a:extLst>
              <a:ext uri="{FF2B5EF4-FFF2-40B4-BE49-F238E27FC236}">
                <a16:creationId xmlns:a16="http://schemas.microsoft.com/office/drawing/2014/main" id="{803CB460-B7A9-88FC-3371-8BA0503FFBF7}"/>
              </a:ext>
            </a:extLst>
          </p:cNvPr>
          <p:cNvSpPr txBox="1"/>
          <p:nvPr/>
        </p:nvSpPr>
        <p:spPr>
          <a:xfrm>
            <a:off x="4370831" y="5815583"/>
            <a:ext cx="3227832" cy="173735"/>
          </a:xfrm>
          <a:prstGeom prst="rect">
            <a:avLst/>
          </a:prstGeom>
          <a:noFill/>
        </p:spPr>
        <p:txBody>
          <a:bodyPr wrap="square" lIns="18288" tIns="9144" rIns="18288" bIns="9144" anchor="t">
            <a:spAutoFit/>
          </a:bodyPr>
          <a:lstStyle/>
          <a:p>
            <a:pPr algn="l">
              <a:lnSpc>
                <a:spcPct val="100000"/>
              </a:lnSpc>
              <a:spcBef>
                <a:spcPts val="0"/>
              </a:spcBef>
              <a:spcAft>
                <a:spcPts val="0"/>
              </a:spcAft>
            </a:pPr>
            <a:r>
              <a:rPr sz="1000" b="0">
                <a:solidFill>
                  <a:srgbClr val="AEB6C2"/>
                </a:solidFill>
                <a:latin typeface="Calibri"/>
              </a:rPr>
              <a:t>end-to-end savings from a faster tier</a:t>
            </a:r>
          </a:p>
        </p:txBody>
      </p:sp>
      <p:sp>
        <p:nvSpPr>
          <p:cNvPr id="107" name="Rounded Rectangle 64">
            <a:extLst>
              <a:ext uri="{FF2B5EF4-FFF2-40B4-BE49-F238E27FC236}">
                <a16:creationId xmlns:a16="http://schemas.microsoft.com/office/drawing/2014/main" id="{F2FDBD8B-E373-0790-FD94-FBBCB74A1092}"/>
              </a:ext>
            </a:extLst>
          </p:cNvPr>
          <p:cNvSpPr/>
          <p:nvPr/>
        </p:nvSpPr>
        <p:spPr>
          <a:xfrm>
            <a:off x="7955278" y="5340096"/>
            <a:ext cx="3767329" cy="758952"/>
          </a:xfrm>
          <a:prstGeom prst="roundRect">
            <a:avLst/>
          </a:prstGeom>
          <a:solidFill>
            <a:srgbClr val="181B22"/>
          </a:solidFill>
          <a:ln w="8890">
            <a:solidFill>
              <a:srgbClr val="353B46"/>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lnSpc>
                <a:spcPct val="100000"/>
              </a:lnSpc>
              <a:spcBef>
                <a:spcPts val="0"/>
              </a:spcBef>
              <a:spcAft>
                <a:spcPts val="0"/>
              </a:spcAft>
            </a:pPr>
            <a:endParaRPr/>
          </a:p>
        </p:txBody>
      </p:sp>
      <p:sp>
        <p:nvSpPr>
          <p:cNvPr id="109" name="TextBox 108">
            <a:extLst>
              <a:ext uri="{FF2B5EF4-FFF2-40B4-BE49-F238E27FC236}">
                <a16:creationId xmlns:a16="http://schemas.microsoft.com/office/drawing/2014/main" id="{4FDE4FD4-DC84-B7A4-9884-B4DBFCA8ED6E}"/>
              </a:ext>
            </a:extLst>
          </p:cNvPr>
          <p:cNvSpPr txBox="1"/>
          <p:nvPr/>
        </p:nvSpPr>
        <p:spPr>
          <a:xfrm>
            <a:off x="8119871" y="5468112"/>
            <a:ext cx="3227832" cy="219456"/>
          </a:xfrm>
          <a:prstGeom prst="rect">
            <a:avLst/>
          </a:prstGeom>
          <a:noFill/>
        </p:spPr>
        <p:txBody>
          <a:bodyPr wrap="square" lIns="18288" tIns="9144" rIns="18288" bIns="9144" anchor="t">
            <a:spAutoFit/>
          </a:bodyPr>
          <a:lstStyle/>
          <a:p>
            <a:pPr algn="l">
              <a:lnSpc>
                <a:spcPct val="100000"/>
              </a:lnSpc>
              <a:spcBef>
                <a:spcPts val="0"/>
              </a:spcBef>
              <a:spcAft>
                <a:spcPts val="0"/>
              </a:spcAft>
            </a:pPr>
            <a:r>
              <a:rPr sz="950" b="1">
                <a:solidFill>
                  <a:srgbClr val="F6C85F"/>
                </a:solidFill>
                <a:latin typeface="Calibri"/>
              </a:rPr>
              <a:t>PARITY CHECK</a:t>
            </a:r>
          </a:p>
        </p:txBody>
      </p:sp>
      <p:sp>
        <p:nvSpPr>
          <p:cNvPr id="111" name="TextBox 110">
            <a:extLst>
              <a:ext uri="{FF2B5EF4-FFF2-40B4-BE49-F238E27FC236}">
                <a16:creationId xmlns:a16="http://schemas.microsoft.com/office/drawing/2014/main" id="{B046CAF3-CF40-D076-5870-F973618FB6F5}"/>
              </a:ext>
            </a:extLst>
          </p:cNvPr>
          <p:cNvSpPr txBox="1"/>
          <p:nvPr/>
        </p:nvSpPr>
        <p:spPr>
          <a:xfrm>
            <a:off x="8119871" y="5815583"/>
            <a:ext cx="3227832" cy="173735"/>
          </a:xfrm>
          <a:prstGeom prst="rect">
            <a:avLst/>
          </a:prstGeom>
          <a:noFill/>
        </p:spPr>
        <p:txBody>
          <a:bodyPr wrap="square" lIns="18288" tIns="9144" rIns="18288" bIns="9144" anchor="t">
            <a:spAutoFit/>
          </a:bodyPr>
          <a:lstStyle/>
          <a:p>
            <a:pPr algn="l">
              <a:lnSpc>
                <a:spcPct val="100000"/>
              </a:lnSpc>
              <a:spcBef>
                <a:spcPts val="0"/>
              </a:spcBef>
              <a:spcAft>
                <a:spcPts val="0"/>
              </a:spcAft>
            </a:pPr>
            <a:r>
              <a:rPr sz="1000" b="0">
                <a:solidFill>
                  <a:srgbClr val="AEB6C2"/>
                </a:solidFill>
                <a:latin typeface="Calibri"/>
              </a:rPr>
              <a:t>replay completes and answers match</a:t>
            </a:r>
          </a:p>
        </p:txBody>
      </p:sp>
    </p:spTree>
    <p:extLst>
      <p:ext uri="{BB962C8B-B14F-4D97-AF65-F5344CB8AC3E}">
        <p14:creationId xmlns:p14="http://schemas.microsoft.com/office/powerpoint/2010/main" val="116966324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5DCAC3-8198-2C2F-9D8F-D7C3A8C36ED2}"/>
              </a:ext>
            </a:extLst>
          </p:cNvPr>
          <p:cNvSpPr txBox="1"/>
          <p:nvPr/>
        </p:nvSpPr>
        <p:spPr>
          <a:xfrm>
            <a:off x="457200" y="457200"/>
            <a:ext cx="10972800" cy="400110"/>
          </a:xfrm>
          <a:prstGeom prst="rect">
            <a:avLst/>
          </a:prstGeom>
          <a:noFill/>
        </p:spPr>
        <p:txBody>
          <a:bodyPr wrap="square" lIns="0" tIns="0" rIns="0" bIns="0" anchor="t">
            <a:spAutoFit/>
          </a:bodyPr>
          <a:lstStyle/>
          <a:p>
            <a:pPr algn="l"/>
            <a:r>
              <a:rPr sz="2600" b="1" dirty="0">
                <a:solidFill>
                  <a:srgbClr val="F5F7FA"/>
                </a:solidFill>
                <a:latin typeface="Calibri"/>
              </a:rPr>
              <a:t>One JSON file drives every PACE Agent run</a:t>
            </a:r>
          </a:p>
        </p:txBody>
      </p:sp>
      <p:sp>
        <p:nvSpPr>
          <p:cNvPr id="5" name="TextBox 4">
            <a:extLst>
              <a:ext uri="{FF2B5EF4-FFF2-40B4-BE49-F238E27FC236}">
                <a16:creationId xmlns:a16="http://schemas.microsoft.com/office/drawing/2014/main" id="{E70722C1-DC72-8848-3E9E-A8A811DE1049}"/>
              </a:ext>
            </a:extLst>
          </p:cNvPr>
          <p:cNvSpPr txBox="1"/>
          <p:nvPr/>
        </p:nvSpPr>
        <p:spPr>
          <a:xfrm>
            <a:off x="457200" y="855325"/>
            <a:ext cx="10972800" cy="184666"/>
          </a:xfrm>
          <a:prstGeom prst="rect">
            <a:avLst/>
          </a:prstGeom>
          <a:noFill/>
        </p:spPr>
        <p:txBody>
          <a:bodyPr wrap="square" lIns="0" tIns="0" rIns="0" bIns="0" anchor="t">
            <a:spAutoFit/>
          </a:bodyPr>
          <a:lstStyle/>
          <a:p>
            <a:pPr algn="l"/>
            <a:r>
              <a:rPr sz="1200" b="0" dirty="0">
                <a:solidFill>
                  <a:srgbClr val="AEB6C2"/>
                </a:solidFill>
                <a:latin typeface="Calibri"/>
              </a:rPr>
              <a:t>You edit one config; PACE Agent runs the same </a:t>
            </a:r>
            <a:r>
              <a:rPr sz="1200" b="0" dirty="0" err="1">
                <a:solidFill>
                  <a:srgbClr val="AEB6C2"/>
                </a:solidFill>
                <a:latin typeface="Calibri"/>
              </a:rPr>
              <a:t>LangGraph</a:t>
            </a:r>
            <a:r>
              <a:rPr sz="1200" b="0" dirty="0">
                <a:solidFill>
                  <a:srgbClr val="AEB6C2"/>
                </a:solidFill>
                <a:latin typeface="Calibri"/>
              </a:rPr>
              <a:t> agent under it — no agent code changes.</a:t>
            </a:r>
          </a:p>
        </p:txBody>
      </p:sp>
      <p:sp>
        <p:nvSpPr>
          <p:cNvPr id="7" name="TextBox 6">
            <a:extLst>
              <a:ext uri="{FF2B5EF4-FFF2-40B4-BE49-F238E27FC236}">
                <a16:creationId xmlns:a16="http://schemas.microsoft.com/office/drawing/2014/main" id="{C9435F1F-3E4B-8F83-EFC3-CD509F6F1990}"/>
              </a:ext>
            </a:extLst>
          </p:cNvPr>
          <p:cNvSpPr txBox="1"/>
          <p:nvPr/>
        </p:nvSpPr>
        <p:spPr>
          <a:xfrm>
            <a:off x="457200" y="1284894"/>
            <a:ext cx="3657600" cy="228600"/>
          </a:xfrm>
          <a:prstGeom prst="rect">
            <a:avLst/>
          </a:prstGeom>
          <a:noFill/>
        </p:spPr>
        <p:txBody>
          <a:bodyPr wrap="square" lIns="0" tIns="0" rIns="0" bIns="0" anchor="t">
            <a:spAutoFit/>
          </a:bodyPr>
          <a:lstStyle/>
          <a:p>
            <a:pPr algn="l"/>
            <a:r>
              <a:rPr sz="1050" b="1">
                <a:solidFill>
                  <a:srgbClr val="7C8494"/>
                </a:solidFill>
                <a:latin typeface="Calibri"/>
              </a:rPr>
              <a:t>JSON INPUT</a:t>
            </a:r>
          </a:p>
        </p:txBody>
      </p:sp>
      <p:sp>
        <p:nvSpPr>
          <p:cNvPr id="9" name="Rounded Rectangle 9">
            <a:extLst>
              <a:ext uri="{FF2B5EF4-FFF2-40B4-BE49-F238E27FC236}">
                <a16:creationId xmlns:a16="http://schemas.microsoft.com/office/drawing/2014/main" id="{D7724812-078A-DEF1-E538-6B35C64E906C}"/>
              </a:ext>
            </a:extLst>
          </p:cNvPr>
          <p:cNvSpPr/>
          <p:nvPr/>
        </p:nvSpPr>
        <p:spPr>
          <a:xfrm>
            <a:off x="457200" y="1531782"/>
            <a:ext cx="5074920" cy="3968496"/>
          </a:xfrm>
          <a:prstGeom prst="roundRect">
            <a:avLst>
              <a:gd name="adj" fmla="val 5000"/>
            </a:avLst>
          </a:prstGeom>
          <a:solidFill>
            <a:srgbClr val="171A22"/>
          </a:solidFill>
          <a:ln w="1587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ED027425-A9CD-DBFD-3A7C-1BCED8432C1E}"/>
              </a:ext>
            </a:extLst>
          </p:cNvPr>
          <p:cNvSpPr/>
          <p:nvPr/>
        </p:nvSpPr>
        <p:spPr>
          <a:xfrm>
            <a:off x="658368" y="1668942"/>
            <a:ext cx="109728" cy="109728"/>
          </a:xfrm>
          <a:prstGeom prst="ellipse">
            <a:avLst/>
          </a:prstGeom>
          <a:solidFill>
            <a:srgbClr val="F03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a:extLst>
              <a:ext uri="{FF2B5EF4-FFF2-40B4-BE49-F238E27FC236}">
                <a16:creationId xmlns:a16="http://schemas.microsoft.com/office/drawing/2014/main" id="{0CA6B0E1-8E4B-BECF-F025-067E733698A7}"/>
              </a:ext>
            </a:extLst>
          </p:cNvPr>
          <p:cNvSpPr/>
          <p:nvPr/>
        </p:nvSpPr>
        <p:spPr>
          <a:xfrm>
            <a:off x="859536" y="1668942"/>
            <a:ext cx="109728" cy="109728"/>
          </a:xfrm>
          <a:prstGeom prst="ellipse">
            <a:avLst/>
          </a:prstGeom>
          <a:solidFill>
            <a:srgbClr val="F6C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B380F50A-4B47-C3D2-5301-528E88075959}"/>
              </a:ext>
            </a:extLst>
          </p:cNvPr>
          <p:cNvSpPr/>
          <p:nvPr/>
        </p:nvSpPr>
        <p:spPr>
          <a:xfrm>
            <a:off x="1060704" y="1668942"/>
            <a:ext cx="109728" cy="109728"/>
          </a:xfrm>
          <a:prstGeom prst="ellipse">
            <a:avLst/>
          </a:prstGeom>
          <a:solidFill>
            <a:srgbClr val="62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56FB4FD9-262E-F041-158A-9BB6E623DCC8}"/>
              </a:ext>
            </a:extLst>
          </p:cNvPr>
          <p:cNvSpPr txBox="1"/>
          <p:nvPr/>
        </p:nvSpPr>
        <p:spPr>
          <a:xfrm>
            <a:off x="1371600" y="1604934"/>
            <a:ext cx="1828800" cy="228600"/>
          </a:xfrm>
          <a:prstGeom prst="rect">
            <a:avLst/>
          </a:prstGeom>
          <a:noFill/>
        </p:spPr>
        <p:txBody>
          <a:bodyPr wrap="square" lIns="0" tIns="0" rIns="0" bIns="0" anchor="t">
            <a:spAutoFit/>
          </a:bodyPr>
          <a:lstStyle/>
          <a:p>
            <a:pPr algn="l"/>
            <a:r>
              <a:rPr sz="1100" b="0">
                <a:solidFill>
                  <a:srgbClr val="AEB6C2"/>
                </a:solidFill>
                <a:latin typeface="Consolas"/>
              </a:rPr>
              <a:t>run.json</a:t>
            </a:r>
          </a:p>
        </p:txBody>
      </p:sp>
      <p:sp>
        <p:nvSpPr>
          <p:cNvPr id="19" name="TextBox 18">
            <a:extLst>
              <a:ext uri="{FF2B5EF4-FFF2-40B4-BE49-F238E27FC236}">
                <a16:creationId xmlns:a16="http://schemas.microsoft.com/office/drawing/2014/main" id="{D2BCFF8F-8634-13DD-5229-E45C3A050CEA}"/>
              </a:ext>
            </a:extLst>
          </p:cNvPr>
          <p:cNvSpPr txBox="1"/>
          <p:nvPr/>
        </p:nvSpPr>
        <p:spPr>
          <a:xfrm>
            <a:off x="713232" y="2080422"/>
            <a:ext cx="4663440" cy="2468880"/>
          </a:xfrm>
          <a:prstGeom prst="rect">
            <a:avLst/>
          </a:prstGeom>
          <a:noFill/>
        </p:spPr>
        <p:txBody>
          <a:bodyPr wrap="square" lIns="0" tIns="0" rIns="0" bIns="0" anchor="t">
            <a:spAutoFit/>
          </a:bodyPr>
          <a:lstStyle/>
          <a:p>
            <a:pPr algn="l">
              <a:lnSpc>
                <a:spcPct val="112000"/>
              </a:lnSpc>
            </a:pPr>
            <a:r>
              <a:rPr sz="1050" b="0" dirty="0">
                <a:solidFill>
                  <a:srgbClr val="F5F7FA"/>
                </a:solidFill>
                <a:latin typeface="Consolas"/>
              </a:rPr>
              <a:t>{</a:t>
            </a:r>
          </a:p>
          <a:p>
            <a:pPr algn="l">
              <a:lnSpc>
                <a:spcPct val="112000"/>
              </a:lnSpc>
            </a:pPr>
            <a:r>
              <a:rPr sz="1050" b="0" dirty="0">
                <a:solidFill>
                  <a:srgbClr val="55D8E8"/>
                </a:solidFill>
                <a:latin typeface="Consolas"/>
              </a:rPr>
              <a:t>  "workload": </a:t>
            </a:r>
            <a:r>
              <a:rPr sz="1050" b="0" dirty="0">
                <a:solidFill>
                  <a:srgbClr val="F5F7FA"/>
                </a:solidFill>
                <a:latin typeface="Consolas"/>
              </a:rPr>
              <a:t>"gaia_web_90",</a:t>
            </a:r>
          </a:p>
          <a:p>
            <a:pPr algn="l">
              <a:lnSpc>
                <a:spcPct val="112000"/>
              </a:lnSpc>
            </a:pPr>
            <a:r>
              <a:rPr sz="1050" b="0" dirty="0">
                <a:solidFill>
                  <a:srgbClr val="55D8E8"/>
                </a:solidFill>
                <a:latin typeface="Consolas"/>
              </a:rPr>
              <a:t>  "</a:t>
            </a:r>
            <a:r>
              <a:rPr sz="1050" b="0" dirty="0" err="1">
                <a:solidFill>
                  <a:srgbClr val="55D8E8"/>
                </a:solidFill>
                <a:latin typeface="Consolas"/>
              </a:rPr>
              <a:t>impl</a:t>
            </a:r>
            <a:r>
              <a:rPr sz="1050" b="0" dirty="0">
                <a:solidFill>
                  <a:srgbClr val="55D8E8"/>
                </a:solidFill>
                <a:latin typeface="Consolas"/>
              </a:rPr>
              <a:t>": </a:t>
            </a:r>
            <a:r>
              <a:rPr sz="1050" b="0" dirty="0">
                <a:solidFill>
                  <a:srgbClr val="F5F7FA"/>
                </a:solidFill>
                <a:latin typeface="Consolas"/>
              </a:rPr>
              <a:t>"pace",</a:t>
            </a:r>
          </a:p>
          <a:p>
            <a:pPr algn="l">
              <a:lnSpc>
                <a:spcPct val="112000"/>
              </a:lnSpc>
            </a:pPr>
            <a:r>
              <a:rPr sz="1050" b="0" dirty="0">
                <a:solidFill>
                  <a:srgbClr val="55D8E8"/>
                </a:solidFill>
                <a:latin typeface="Consolas"/>
              </a:rPr>
              <a:t>  "</a:t>
            </a:r>
            <a:r>
              <a:rPr sz="1050" b="0" dirty="0" err="1">
                <a:solidFill>
                  <a:srgbClr val="55D8E8"/>
                </a:solidFill>
                <a:latin typeface="Consolas"/>
              </a:rPr>
              <a:t>llm</a:t>
            </a:r>
            <a:r>
              <a:rPr sz="1050" b="0" dirty="0">
                <a:solidFill>
                  <a:srgbClr val="55D8E8"/>
                </a:solidFill>
                <a:latin typeface="Consolas"/>
              </a:rPr>
              <a:t>": </a:t>
            </a:r>
            <a:r>
              <a:rPr sz="1050" b="0" dirty="0">
                <a:solidFill>
                  <a:srgbClr val="F5F7FA"/>
                </a:solidFill>
                <a:latin typeface="Consolas"/>
              </a:rPr>
              <a:t>{ "endpoint": "…/v1", "model": "Qwen3-VL-8B",</a:t>
            </a:r>
          </a:p>
          <a:p>
            <a:pPr algn="l">
              <a:lnSpc>
                <a:spcPct val="112000"/>
              </a:lnSpc>
            </a:pPr>
            <a:r>
              <a:rPr sz="1050" b="0" dirty="0">
                <a:solidFill>
                  <a:srgbClr val="82AFFF"/>
                </a:solidFill>
                <a:latin typeface="Consolas"/>
              </a:rPr>
              <a:t>            "vision": </a:t>
            </a:r>
            <a:r>
              <a:rPr sz="1050" b="0" dirty="0">
                <a:solidFill>
                  <a:srgbClr val="F5F7FA"/>
                </a:solidFill>
                <a:latin typeface="Consolas"/>
              </a:rPr>
              <a:t>true, "seed": 0 },</a:t>
            </a:r>
          </a:p>
          <a:p>
            <a:pPr algn="l">
              <a:lnSpc>
                <a:spcPct val="112000"/>
              </a:lnSpc>
            </a:pPr>
            <a:r>
              <a:rPr sz="1050" b="0" dirty="0">
                <a:solidFill>
                  <a:srgbClr val="55D8E8"/>
                </a:solidFill>
                <a:latin typeface="Consolas"/>
              </a:rPr>
              <a:t>  "parallel": </a:t>
            </a:r>
            <a:r>
              <a:rPr sz="1050" b="0" dirty="0">
                <a:solidFill>
                  <a:srgbClr val="F5F7FA"/>
                </a:solidFill>
                <a:latin typeface="Consolas"/>
              </a:rPr>
              <a:t>12,  </a:t>
            </a:r>
            <a:r>
              <a:rPr sz="1050" b="0" dirty="0">
                <a:solidFill>
                  <a:srgbClr val="55D8E8"/>
                </a:solidFill>
                <a:latin typeface="Consolas"/>
              </a:rPr>
              <a:t>"</a:t>
            </a:r>
            <a:r>
              <a:rPr sz="1050" b="0" dirty="0" err="1">
                <a:solidFill>
                  <a:srgbClr val="55D8E8"/>
                </a:solidFill>
                <a:latin typeface="Consolas"/>
              </a:rPr>
              <a:t>cores_per_worker</a:t>
            </a:r>
            <a:r>
              <a:rPr sz="1050" b="0" dirty="0">
                <a:solidFill>
                  <a:srgbClr val="55D8E8"/>
                </a:solidFill>
                <a:latin typeface="Consolas"/>
              </a:rPr>
              <a:t>": </a:t>
            </a:r>
            <a:r>
              <a:rPr sz="1050" b="0" dirty="0">
                <a:solidFill>
                  <a:srgbClr val="F5F7FA"/>
                </a:solidFill>
                <a:latin typeface="Consolas"/>
              </a:rPr>
              <a:t>4,</a:t>
            </a:r>
          </a:p>
          <a:p>
            <a:pPr algn="l">
              <a:lnSpc>
                <a:spcPct val="112000"/>
              </a:lnSpc>
            </a:pPr>
            <a:r>
              <a:rPr sz="1050" b="0" dirty="0">
                <a:solidFill>
                  <a:srgbClr val="55D8E8"/>
                </a:solidFill>
                <a:latin typeface="Consolas"/>
              </a:rPr>
              <a:t>  "</a:t>
            </a:r>
            <a:r>
              <a:rPr sz="1050" b="0" dirty="0" err="1">
                <a:solidFill>
                  <a:srgbClr val="55D8E8"/>
                </a:solidFill>
                <a:latin typeface="Consolas"/>
              </a:rPr>
              <a:t>num_runs</a:t>
            </a:r>
            <a:r>
              <a:rPr sz="1050" b="0" dirty="0">
                <a:solidFill>
                  <a:srgbClr val="55D8E8"/>
                </a:solidFill>
                <a:latin typeface="Consolas"/>
              </a:rPr>
              <a:t>": </a:t>
            </a:r>
            <a:r>
              <a:rPr sz="1050" b="0" dirty="0">
                <a:solidFill>
                  <a:srgbClr val="F5F7FA"/>
                </a:solidFill>
                <a:latin typeface="Consolas"/>
              </a:rPr>
              <a:t>1,  </a:t>
            </a:r>
            <a:r>
              <a:rPr sz="1050" b="0" dirty="0">
                <a:solidFill>
                  <a:srgbClr val="55D8E8"/>
                </a:solidFill>
                <a:latin typeface="Consolas"/>
              </a:rPr>
              <a:t>"warmup": </a:t>
            </a:r>
            <a:r>
              <a:rPr sz="1050" b="0" dirty="0">
                <a:solidFill>
                  <a:srgbClr val="F5F7FA"/>
                </a:solidFill>
                <a:latin typeface="Consolas"/>
              </a:rPr>
              <a:t>1,</a:t>
            </a:r>
          </a:p>
          <a:p>
            <a:pPr algn="l">
              <a:lnSpc>
                <a:spcPct val="112000"/>
              </a:lnSpc>
            </a:pPr>
            <a:r>
              <a:rPr sz="1050" b="0" dirty="0">
                <a:solidFill>
                  <a:srgbClr val="55D8E8"/>
                </a:solidFill>
                <a:latin typeface="Consolas"/>
              </a:rPr>
              <a:t>  "scoring": </a:t>
            </a:r>
            <a:r>
              <a:rPr sz="1050" b="0" dirty="0">
                <a:solidFill>
                  <a:srgbClr val="F5F7FA"/>
                </a:solidFill>
                <a:latin typeface="Consolas"/>
              </a:rPr>
              <a:t>{ "</a:t>
            </a:r>
            <a:r>
              <a:rPr sz="1050" b="0" dirty="0" err="1">
                <a:solidFill>
                  <a:srgbClr val="F5F7FA"/>
                </a:solidFill>
                <a:latin typeface="Consolas"/>
              </a:rPr>
              <a:t>gold_key</a:t>
            </a:r>
            <a:r>
              <a:rPr sz="1050" b="0" dirty="0">
                <a:solidFill>
                  <a:srgbClr val="F5F7FA"/>
                </a:solidFill>
                <a:latin typeface="Consolas"/>
              </a:rPr>
              <a:t>": "gold" },</a:t>
            </a:r>
          </a:p>
          <a:p>
            <a:pPr algn="l">
              <a:lnSpc>
                <a:spcPct val="112000"/>
              </a:lnSpc>
            </a:pPr>
            <a:r>
              <a:rPr sz="1050" b="0" dirty="0">
                <a:solidFill>
                  <a:srgbClr val="55D8E8"/>
                </a:solidFill>
                <a:latin typeface="Consolas"/>
              </a:rPr>
              <a:t>  "telemetry": </a:t>
            </a:r>
            <a:r>
              <a:rPr sz="1050" b="0" dirty="0">
                <a:solidFill>
                  <a:srgbClr val="F5F7FA"/>
                </a:solidFill>
                <a:latin typeface="Consolas"/>
              </a:rPr>
              <a:t>"perf",</a:t>
            </a:r>
          </a:p>
          <a:p>
            <a:pPr algn="l">
              <a:lnSpc>
                <a:spcPct val="112000"/>
              </a:lnSpc>
            </a:pPr>
            <a:r>
              <a:rPr sz="1050" b="0" dirty="0">
                <a:solidFill>
                  <a:srgbClr val="55D8E8"/>
                </a:solidFill>
                <a:latin typeface="Consolas"/>
              </a:rPr>
              <a:t>  "tasks": </a:t>
            </a:r>
            <a:r>
              <a:rPr sz="1050" b="0" dirty="0">
                <a:solidFill>
                  <a:srgbClr val="F5F7FA"/>
                </a:solidFill>
                <a:latin typeface="Consolas"/>
              </a:rPr>
              <a:t>[ { "query": …, "</a:t>
            </a:r>
            <a:r>
              <a:rPr sz="1050" b="0" dirty="0" err="1">
                <a:solidFill>
                  <a:srgbClr val="F5F7FA"/>
                </a:solidFill>
                <a:latin typeface="Consolas"/>
              </a:rPr>
              <a:t>start_url</a:t>
            </a:r>
            <a:r>
              <a:rPr sz="1050" b="0" dirty="0">
                <a:solidFill>
                  <a:srgbClr val="F5F7FA"/>
                </a:solidFill>
                <a:latin typeface="Consolas"/>
              </a:rPr>
              <a:t>": … } ]</a:t>
            </a:r>
          </a:p>
          <a:p>
            <a:pPr algn="l">
              <a:lnSpc>
                <a:spcPct val="112000"/>
              </a:lnSpc>
            </a:pPr>
            <a:r>
              <a:rPr sz="1050" b="0" dirty="0">
                <a:solidFill>
                  <a:srgbClr val="F5F7FA"/>
                </a:solidFill>
                <a:latin typeface="Consolas"/>
              </a:rPr>
              <a:t>}</a:t>
            </a:r>
          </a:p>
        </p:txBody>
      </p:sp>
      <p:sp>
        <p:nvSpPr>
          <p:cNvPr id="21" name="TextBox 20">
            <a:extLst>
              <a:ext uri="{FF2B5EF4-FFF2-40B4-BE49-F238E27FC236}">
                <a16:creationId xmlns:a16="http://schemas.microsoft.com/office/drawing/2014/main" id="{6903D9E0-40F0-F3D3-C13B-15BA8EA5E477}"/>
              </a:ext>
            </a:extLst>
          </p:cNvPr>
          <p:cNvSpPr txBox="1"/>
          <p:nvPr/>
        </p:nvSpPr>
        <p:spPr>
          <a:xfrm>
            <a:off x="713232" y="4585878"/>
            <a:ext cx="4572000" cy="201168"/>
          </a:xfrm>
          <a:prstGeom prst="rect">
            <a:avLst/>
          </a:prstGeom>
          <a:noFill/>
        </p:spPr>
        <p:txBody>
          <a:bodyPr wrap="square" lIns="0" tIns="0" rIns="0" bIns="0" anchor="t">
            <a:spAutoFit/>
          </a:bodyPr>
          <a:lstStyle/>
          <a:p>
            <a:pPr algn="l"/>
            <a:r>
              <a:rPr sz="900" b="1" dirty="0">
                <a:solidFill>
                  <a:srgbClr val="AEB6C2"/>
                </a:solidFill>
                <a:latin typeface="Calibri"/>
              </a:rPr>
              <a:t>SHIPPED EXAMPLES</a:t>
            </a:r>
          </a:p>
        </p:txBody>
      </p:sp>
      <p:sp>
        <p:nvSpPr>
          <p:cNvPr id="23" name="Rounded Rectangle 18">
            <a:extLst>
              <a:ext uri="{FF2B5EF4-FFF2-40B4-BE49-F238E27FC236}">
                <a16:creationId xmlns:a16="http://schemas.microsoft.com/office/drawing/2014/main" id="{5DD16271-CC9A-F6A1-8AFF-A2F01CEA2B36}"/>
              </a:ext>
            </a:extLst>
          </p:cNvPr>
          <p:cNvSpPr/>
          <p:nvPr/>
        </p:nvSpPr>
        <p:spPr>
          <a:xfrm>
            <a:off x="713232" y="4823622"/>
            <a:ext cx="885139" cy="237744"/>
          </a:xfrm>
          <a:prstGeom prst="roundRect">
            <a:avLst>
              <a:gd name="adj" fmla="val 28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F844EC1F-17B7-2029-38F1-7ABD28451AB0}"/>
              </a:ext>
            </a:extLst>
          </p:cNvPr>
          <p:cNvSpPr txBox="1"/>
          <p:nvPr/>
        </p:nvSpPr>
        <p:spPr>
          <a:xfrm>
            <a:off x="713232" y="4823622"/>
            <a:ext cx="885139" cy="237744"/>
          </a:xfrm>
          <a:prstGeom prst="rect">
            <a:avLst/>
          </a:prstGeom>
          <a:noFill/>
        </p:spPr>
        <p:txBody>
          <a:bodyPr wrap="square" lIns="0" tIns="0" rIns="0" bIns="0" anchor="ctr">
            <a:spAutoFit/>
          </a:bodyPr>
          <a:lstStyle/>
          <a:p>
            <a:pPr algn="ctr"/>
            <a:r>
              <a:rPr sz="850" b="0">
                <a:solidFill>
                  <a:srgbClr val="82AFFF"/>
                </a:solidFill>
                <a:latin typeface="Consolas"/>
              </a:rPr>
              <a:t>basic_example</a:t>
            </a:r>
          </a:p>
        </p:txBody>
      </p:sp>
      <p:sp>
        <p:nvSpPr>
          <p:cNvPr id="27" name="Rounded Rectangle 20">
            <a:extLst>
              <a:ext uri="{FF2B5EF4-FFF2-40B4-BE49-F238E27FC236}">
                <a16:creationId xmlns:a16="http://schemas.microsoft.com/office/drawing/2014/main" id="{FAA87D46-E820-626A-CC1E-04C92EC7662C}"/>
              </a:ext>
            </a:extLst>
          </p:cNvPr>
          <p:cNvSpPr/>
          <p:nvPr/>
        </p:nvSpPr>
        <p:spPr>
          <a:xfrm>
            <a:off x="1680667" y="4823622"/>
            <a:ext cx="1066190" cy="237744"/>
          </a:xfrm>
          <a:prstGeom prst="roundRect">
            <a:avLst>
              <a:gd name="adj" fmla="val 28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EF9E9E9A-7122-E860-10DA-F76C45983AC7}"/>
              </a:ext>
            </a:extLst>
          </p:cNvPr>
          <p:cNvSpPr txBox="1"/>
          <p:nvPr/>
        </p:nvSpPr>
        <p:spPr>
          <a:xfrm>
            <a:off x="1680667" y="4823622"/>
            <a:ext cx="1066190" cy="237744"/>
          </a:xfrm>
          <a:prstGeom prst="rect">
            <a:avLst/>
          </a:prstGeom>
          <a:noFill/>
        </p:spPr>
        <p:txBody>
          <a:bodyPr wrap="square" lIns="0" tIns="0" rIns="0" bIns="0" anchor="ctr">
            <a:spAutoFit/>
          </a:bodyPr>
          <a:lstStyle/>
          <a:p>
            <a:pPr algn="ctr"/>
            <a:r>
              <a:rPr sz="850" b="0">
                <a:solidFill>
                  <a:srgbClr val="82AFFF"/>
                </a:solidFill>
                <a:latin typeface="Consolas"/>
              </a:rPr>
              <a:t>gaia_run.example</a:t>
            </a:r>
          </a:p>
        </p:txBody>
      </p:sp>
      <p:sp>
        <p:nvSpPr>
          <p:cNvPr id="31" name="Rounded Rectangle 22">
            <a:extLst>
              <a:ext uri="{FF2B5EF4-FFF2-40B4-BE49-F238E27FC236}">
                <a16:creationId xmlns:a16="http://schemas.microsoft.com/office/drawing/2014/main" id="{FD2B1B99-41DF-7FF6-EFD8-03B25C9FBAC6}"/>
              </a:ext>
            </a:extLst>
          </p:cNvPr>
          <p:cNvSpPr/>
          <p:nvPr/>
        </p:nvSpPr>
        <p:spPr>
          <a:xfrm>
            <a:off x="2829153" y="4823622"/>
            <a:ext cx="764438" cy="237744"/>
          </a:xfrm>
          <a:prstGeom prst="roundRect">
            <a:avLst>
              <a:gd name="adj" fmla="val 28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210037D8-B6F1-220E-71BB-72C4632DEC2C}"/>
              </a:ext>
            </a:extLst>
          </p:cNvPr>
          <p:cNvSpPr txBox="1"/>
          <p:nvPr/>
        </p:nvSpPr>
        <p:spPr>
          <a:xfrm>
            <a:off x="2829153" y="4823622"/>
            <a:ext cx="764438" cy="237744"/>
          </a:xfrm>
          <a:prstGeom prst="rect">
            <a:avLst/>
          </a:prstGeom>
          <a:noFill/>
        </p:spPr>
        <p:txBody>
          <a:bodyPr wrap="square" lIns="0" tIns="0" rIns="0" bIns="0" anchor="ctr">
            <a:spAutoFit/>
          </a:bodyPr>
          <a:lstStyle/>
          <a:p>
            <a:pPr algn="ctr"/>
            <a:r>
              <a:rPr sz="850" b="0">
                <a:solidFill>
                  <a:srgbClr val="82AFFF"/>
                </a:solidFill>
                <a:latin typeface="Consolas"/>
              </a:rPr>
              <a:t>gaia_web_90</a:t>
            </a:r>
          </a:p>
        </p:txBody>
      </p:sp>
      <p:sp>
        <p:nvSpPr>
          <p:cNvPr id="35" name="Rounded Rectangle 24">
            <a:extLst>
              <a:ext uri="{FF2B5EF4-FFF2-40B4-BE49-F238E27FC236}">
                <a16:creationId xmlns:a16="http://schemas.microsoft.com/office/drawing/2014/main" id="{6D2B03D5-ECFC-7B8C-A679-B399955C5359}"/>
              </a:ext>
            </a:extLst>
          </p:cNvPr>
          <p:cNvSpPr/>
          <p:nvPr/>
        </p:nvSpPr>
        <p:spPr>
          <a:xfrm>
            <a:off x="3675888" y="4823622"/>
            <a:ext cx="704088" cy="237744"/>
          </a:xfrm>
          <a:prstGeom prst="roundRect">
            <a:avLst>
              <a:gd name="adj" fmla="val 28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3B72C876-FE90-5458-4B25-BB7FE5D4812D}"/>
              </a:ext>
            </a:extLst>
          </p:cNvPr>
          <p:cNvSpPr txBox="1"/>
          <p:nvPr/>
        </p:nvSpPr>
        <p:spPr>
          <a:xfrm>
            <a:off x="3675888" y="4823622"/>
            <a:ext cx="704088" cy="237744"/>
          </a:xfrm>
          <a:prstGeom prst="rect">
            <a:avLst/>
          </a:prstGeom>
          <a:noFill/>
        </p:spPr>
        <p:txBody>
          <a:bodyPr wrap="square" lIns="0" tIns="0" rIns="0" bIns="0" anchor="ctr">
            <a:spAutoFit/>
          </a:bodyPr>
          <a:lstStyle/>
          <a:p>
            <a:pPr algn="ctr"/>
            <a:r>
              <a:rPr sz="850" b="0">
                <a:solidFill>
                  <a:srgbClr val="82AFFF"/>
                </a:solidFill>
                <a:latin typeface="Consolas"/>
              </a:rPr>
              <a:t>rag_gptoss</a:t>
            </a:r>
          </a:p>
        </p:txBody>
      </p:sp>
      <p:sp>
        <p:nvSpPr>
          <p:cNvPr id="39" name="Rounded Rectangle 26">
            <a:extLst>
              <a:ext uri="{FF2B5EF4-FFF2-40B4-BE49-F238E27FC236}">
                <a16:creationId xmlns:a16="http://schemas.microsoft.com/office/drawing/2014/main" id="{F825B6EB-922D-A0C9-1C0B-02DEAC776DB6}"/>
              </a:ext>
            </a:extLst>
          </p:cNvPr>
          <p:cNvSpPr/>
          <p:nvPr/>
        </p:nvSpPr>
        <p:spPr>
          <a:xfrm>
            <a:off x="4462272" y="4823622"/>
            <a:ext cx="523036" cy="237744"/>
          </a:xfrm>
          <a:prstGeom prst="roundRect">
            <a:avLst>
              <a:gd name="adj" fmla="val 28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AAD32DAD-FAC3-BECA-B47B-D16735E41F72}"/>
              </a:ext>
            </a:extLst>
          </p:cNvPr>
          <p:cNvSpPr txBox="1"/>
          <p:nvPr/>
        </p:nvSpPr>
        <p:spPr>
          <a:xfrm>
            <a:off x="4462272" y="4823622"/>
            <a:ext cx="523036" cy="237744"/>
          </a:xfrm>
          <a:prstGeom prst="rect">
            <a:avLst/>
          </a:prstGeom>
          <a:noFill/>
        </p:spPr>
        <p:txBody>
          <a:bodyPr wrap="square" lIns="0" tIns="0" rIns="0" bIns="0" anchor="ctr">
            <a:spAutoFit/>
          </a:bodyPr>
          <a:lstStyle/>
          <a:p>
            <a:pPr algn="ctr"/>
            <a:r>
              <a:rPr sz="850" b="0">
                <a:solidFill>
                  <a:srgbClr val="82AFFF"/>
                </a:solidFill>
                <a:latin typeface="Consolas"/>
              </a:rPr>
              <a:t>testgen</a:t>
            </a:r>
          </a:p>
        </p:txBody>
      </p:sp>
      <p:sp>
        <p:nvSpPr>
          <p:cNvPr id="43" name="Rounded Rectangle 28">
            <a:extLst>
              <a:ext uri="{FF2B5EF4-FFF2-40B4-BE49-F238E27FC236}">
                <a16:creationId xmlns:a16="http://schemas.microsoft.com/office/drawing/2014/main" id="{6225C6B0-7DB4-C75F-FD1D-B9D2BE1A7845}"/>
              </a:ext>
            </a:extLst>
          </p:cNvPr>
          <p:cNvSpPr/>
          <p:nvPr/>
        </p:nvSpPr>
        <p:spPr>
          <a:xfrm>
            <a:off x="713232" y="5116230"/>
            <a:ext cx="1126540" cy="237744"/>
          </a:xfrm>
          <a:prstGeom prst="roundRect">
            <a:avLst>
              <a:gd name="adj" fmla="val 28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C4DD31AC-2198-FDFE-AEB7-A53B12A3D49A}"/>
              </a:ext>
            </a:extLst>
          </p:cNvPr>
          <p:cNvSpPr txBox="1"/>
          <p:nvPr/>
        </p:nvSpPr>
        <p:spPr>
          <a:xfrm>
            <a:off x="713232" y="5116230"/>
            <a:ext cx="1126540" cy="237744"/>
          </a:xfrm>
          <a:prstGeom prst="rect">
            <a:avLst/>
          </a:prstGeom>
          <a:noFill/>
        </p:spPr>
        <p:txBody>
          <a:bodyPr wrap="square" lIns="0" tIns="0" rIns="0" bIns="0" anchor="ctr">
            <a:spAutoFit/>
          </a:bodyPr>
          <a:lstStyle/>
          <a:p>
            <a:pPr algn="ctr"/>
            <a:r>
              <a:rPr sz="850" b="0" dirty="0" err="1">
                <a:solidFill>
                  <a:srgbClr val="82AFFF"/>
                </a:solidFill>
                <a:latin typeface="Consolas"/>
              </a:rPr>
              <a:t>webvoyager_verify</a:t>
            </a:r>
            <a:endParaRPr sz="850" b="0" dirty="0">
              <a:solidFill>
                <a:srgbClr val="82AFFF"/>
              </a:solidFill>
              <a:latin typeface="Consolas"/>
            </a:endParaRPr>
          </a:p>
        </p:txBody>
      </p:sp>
      <p:sp>
        <p:nvSpPr>
          <p:cNvPr id="47" name="Rounded Rectangle 30">
            <a:extLst>
              <a:ext uri="{FF2B5EF4-FFF2-40B4-BE49-F238E27FC236}">
                <a16:creationId xmlns:a16="http://schemas.microsoft.com/office/drawing/2014/main" id="{B10C2949-7C44-0E44-356E-28B7B85F0C7D}"/>
              </a:ext>
            </a:extLst>
          </p:cNvPr>
          <p:cNvSpPr/>
          <p:nvPr/>
        </p:nvSpPr>
        <p:spPr>
          <a:xfrm>
            <a:off x="1922068" y="5116230"/>
            <a:ext cx="643737" cy="237744"/>
          </a:xfrm>
          <a:prstGeom prst="roundRect">
            <a:avLst>
              <a:gd name="adj" fmla="val 28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C55D0B3F-04CF-BCC9-12A2-AF2B75AA29C3}"/>
              </a:ext>
            </a:extLst>
          </p:cNvPr>
          <p:cNvSpPr txBox="1"/>
          <p:nvPr/>
        </p:nvSpPr>
        <p:spPr>
          <a:xfrm>
            <a:off x="1922068" y="5116230"/>
            <a:ext cx="643737" cy="237744"/>
          </a:xfrm>
          <a:prstGeom prst="rect">
            <a:avLst/>
          </a:prstGeom>
          <a:noFill/>
        </p:spPr>
        <p:txBody>
          <a:bodyPr wrap="square" lIns="0" tIns="0" rIns="0" bIns="0" anchor="ctr">
            <a:spAutoFit/>
          </a:bodyPr>
          <a:lstStyle/>
          <a:p>
            <a:pPr algn="ctr"/>
            <a:r>
              <a:rPr sz="850" b="0" dirty="0" err="1">
                <a:solidFill>
                  <a:srgbClr val="82AFFF"/>
                </a:solidFill>
                <a:latin typeface="Consolas"/>
              </a:rPr>
              <a:t>wv_vision</a:t>
            </a:r>
            <a:endParaRPr sz="850" b="0" dirty="0">
              <a:solidFill>
                <a:srgbClr val="82AFFF"/>
              </a:solidFill>
              <a:latin typeface="Consolas"/>
            </a:endParaRPr>
          </a:p>
        </p:txBody>
      </p:sp>
      <p:sp>
        <p:nvSpPr>
          <p:cNvPr id="51" name="Rounded Rectangle 38">
            <a:extLst>
              <a:ext uri="{FF2B5EF4-FFF2-40B4-BE49-F238E27FC236}">
                <a16:creationId xmlns:a16="http://schemas.microsoft.com/office/drawing/2014/main" id="{A126D9D9-F4A5-5809-6434-749CA7E51F28}"/>
              </a:ext>
            </a:extLst>
          </p:cNvPr>
          <p:cNvSpPr/>
          <p:nvPr/>
        </p:nvSpPr>
        <p:spPr>
          <a:xfrm>
            <a:off x="6116803" y="1468954"/>
            <a:ext cx="4983480" cy="4307531"/>
          </a:xfrm>
          <a:prstGeom prst="roundRect">
            <a:avLst>
              <a:gd name="adj" fmla="val 4000"/>
            </a:avLst>
          </a:prstGeom>
          <a:solidFill>
            <a:srgbClr val="171A22"/>
          </a:solidFill>
          <a:ln w="1587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789048C6-85C5-B37C-7687-A680CF0B6142}"/>
              </a:ext>
            </a:extLst>
          </p:cNvPr>
          <p:cNvSpPr txBox="1"/>
          <p:nvPr/>
        </p:nvSpPr>
        <p:spPr>
          <a:xfrm>
            <a:off x="6391123" y="1528822"/>
            <a:ext cx="4572000" cy="153888"/>
          </a:xfrm>
          <a:prstGeom prst="rect">
            <a:avLst/>
          </a:prstGeom>
          <a:noFill/>
        </p:spPr>
        <p:txBody>
          <a:bodyPr wrap="square" lIns="0" tIns="0" rIns="0" bIns="0" anchor="t">
            <a:spAutoFit/>
          </a:bodyPr>
          <a:lstStyle/>
          <a:p>
            <a:pPr algn="l"/>
            <a:r>
              <a:rPr sz="1000" b="1" dirty="0">
                <a:solidFill>
                  <a:srgbClr val="7C8494"/>
                </a:solidFill>
                <a:latin typeface="Calibri"/>
              </a:rPr>
              <a:t>WHAT THE JSON CONTROLS</a:t>
            </a:r>
          </a:p>
        </p:txBody>
      </p:sp>
      <p:sp>
        <p:nvSpPr>
          <p:cNvPr id="55" name="TextBox 54">
            <a:extLst>
              <a:ext uri="{FF2B5EF4-FFF2-40B4-BE49-F238E27FC236}">
                <a16:creationId xmlns:a16="http://schemas.microsoft.com/office/drawing/2014/main" id="{19F652FD-5B34-A896-3117-86F0847A34EC}"/>
              </a:ext>
            </a:extLst>
          </p:cNvPr>
          <p:cNvSpPr txBox="1"/>
          <p:nvPr/>
        </p:nvSpPr>
        <p:spPr>
          <a:xfrm>
            <a:off x="6391123" y="1714662"/>
            <a:ext cx="4572000" cy="307777"/>
          </a:xfrm>
          <a:prstGeom prst="rect">
            <a:avLst/>
          </a:prstGeom>
          <a:noFill/>
        </p:spPr>
        <p:txBody>
          <a:bodyPr wrap="square" lIns="0" tIns="0" rIns="0" bIns="0" anchor="t">
            <a:spAutoFit/>
          </a:bodyPr>
          <a:lstStyle/>
          <a:p>
            <a:pPr algn="l"/>
            <a:r>
              <a:rPr sz="2000" b="1">
                <a:solidFill>
                  <a:srgbClr val="F5F7FA"/>
                </a:solidFill>
                <a:latin typeface="Calibri"/>
              </a:rPr>
              <a:t>Five knobs, one contract</a:t>
            </a:r>
          </a:p>
        </p:txBody>
      </p:sp>
      <p:sp>
        <p:nvSpPr>
          <p:cNvPr id="57" name="Rounded Rectangle 41">
            <a:extLst>
              <a:ext uri="{FF2B5EF4-FFF2-40B4-BE49-F238E27FC236}">
                <a16:creationId xmlns:a16="http://schemas.microsoft.com/office/drawing/2014/main" id="{CB2529FB-A491-1B7B-AE8E-83428B87F4D8}"/>
              </a:ext>
            </a:extLst>
          </p:cNvPr>
          <p:cNvSpPr/>
          <p:nvPr/>
        </p:nvSpPr>
        <p:spPr>
          <a:xfrm>
            <a:off x="6391123" y="2263302"/>
            <a:ext cx="329184" cy="310896"/>
          </a:xfrm>
          <a:prstGeom prst="roundRect">
            <a:avLst>
              <a:gd name="adj" fmla="val 18000"/>
            </a:avLst>
          </a:prstGeom>
          <a:solidFill>
            <a:srgbClr val="1C1F27"/>
          </a:solidFill>
          <a:ln w="15875">
            <a:solidFill>
              <a:srgbClr val="55D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9" name="TextBox 58">
            <a:extLst>
              <a:ext uri="{FF2B5EF4-FFF2-40B4-BE49-F238E27FC236}">
                <a16:creationId xmlns:a16="http://schemas.microsoft.com/office/drawing/2014/main" id="{8B47C2A0-B488-A3D1-CBD3-E40F03B2C38B}"/>
              </a:ext>
            </a:extLst>
          </p:cNvPr>
          <p:cNvSpPr txBox="1"/>
          <p:nvPr/>
        </p:nvSpPr>
        <p:spPr>
          <a:xfrm>
            <a:off x="6391123" y="2337958"/>
            <a:ext cx="329184" cy="161583"/>
          </a:xfrm>
          <a:prstGeom prst="rect">
            <a:avLst/>
          </a:prstGeom>
          <a:noFill/>
        </p:spPr>
        <p:txBody>
          <a:bodyPr wrap="square" lIns="0" tIns="0" rIns="0" bIns="0" anchor="ctr">
            <a:spAutoFit/>
          </a:bodyPr>
          <a:lstStyle/>
          <a:p>
            <a:pPr algn="ctr"/>
            <a:r>
              <a:rPr sz="1050" b="1">
                <a:solidFill>
                  <a:srgbClr val="55D8E8"/>
                </a:solidFill>
                <a:latin typeface="Calibri"/>
              </a:rPr>
              <a:t>01</a:t>
            </a:r>
          </a:p>
        </p:txBody>
      </p:sp>
      <p:sp>
        <p:nvSpPr>
          <p:cNvPr id="61" name="TextBox 60">
            <a:extLst>
              <a:ext uri="{FF2B5EF4-FFF2-40B4-BE49-F238E27FC236}">
                <a16:creationId xmlns:a16="http://schemas.microsoft.com/office/drawing/2014/main" id="{9B7B6E1F-806F-14EF-B202-7E49C2A5A8D9}"/>
              </a:ext>
            </a:extLst>
          </p:cNvPr>
          <p:cNvSpPr txBox="1"/>
          <p:nvPr/>
        </p:nvSpPr>
        <p:spPr>
          <a:xfrm>
            <a:off x="6848323" y="2245014"/>
            <a:ext cx="4023360" cy="184666"/>
          </a:xfrm>
          <a:prstGeom prst="rect">
            <a:avLst/>
          </a:prstGeom>
          <a:noFill/>
        </p:spPr>
        <p:txBody>
          <a:bodyPr wrap="square" lIns="0" tIns="0" rIns="0" bIns="0" anchor="t">
            <a:spAutoFit/>
          </a:bodyPr>
          <a:lstStyle/>
          <a:p>
            <a:pPr algn="l"/>
            <a:r>
              <a:rPr sz="1200" b="1">
                <a:solidFill>
                  <a:srgbClr val="F5F7FA"/>
                </a:solidFill>
                <a:latin typeface="Calibri"/>
              </a:rPr>
              <a:t>WORKLOAD + TASKS</a:t>
            </a:r>
          </a:p>
        </p:txBody>
      </p:sp>
      <p:sp>
        <p:nvSpPr>
          <p:cNvPr id="63" name="TextBox 62">
            <a:extLst>
              <a:ext uri="{FF2B5EF4-FFF2-40B4-BE49-F238E27FC236}">
                <a16:creationId xmlns:a16="http://schemas.microsoft.com/office/drawing/2014/main" id="{C24CC693-6DCC-1867-D133-4B4EA229B160}"/>
              </a:ext>
            </a:extLst>
          </p:cNvPr>
          <p:cNvSpPr txBox="1"/>
          <p:nvPr/>
        </p:nvSpPr>
        <p:spPr>
          <a:xfrm>
            <a:off x="6848323" y="2482758"/>
            <a:ext cx="4114800" cy="138499"/>
          </a:xfrm>
          <a:prstGeom prst="rect">
            <a:avLst/>
          </a:prstGeom>
          <a:noFill/>
        </p:spPr>
        <p:txBody>
          <a:bodyPr wrap="square" lIns="0" tIns="0" rIns="0" bIns="0" anchor="t">
            <a:spAutoFit/>
          </a:bodyPr>
          <a:lstStyle/>
          <a:p>
            <a:pPr algn="l"/>
            <a:r>
              <a:rPr sz="900" b="0">
                <a:solidFill>
                  <a:srgbClr val="55D8E8"/>
                </a:solidFill>
                <a:latin typeface="Consolas"/>
              </a:rPr>
              <a:t>workload · tasks[] · task_defaults</a:t>
            </a:r>
          </a:p>
        </p:txBody>
      </p:sp>
      <p:sp>
        <p:nvSpPr>
          <p:cNvPr id="65" name="TextBox 64">
            <a:extLst>
              <a:ext uri="{FF2B5EF4-FFF2-40B4-BE49-F238E27FC236}">
                <a16:creationId xmlns:a16="http://schemas.microsoft.com/office/drawing/2014/main" id="{DEABAE01-10E7-2287-340B-696392CC0863}"/>
              </a:ext>
            </a:extLst>
          </p:cNvPr>
          <p:cNvSpPr txBox="1"/>
          <p:nvPr/>
        </p:nvSpPr>
        <p:spPr>
          <a:xfrm>
            <a:off x="6848323" y="2693070"/>
            <a:ext cx="4114800" cy="138499"/>
          </a:xfrm>
          <a:prstGeom prst="rect">
            <a:avLst/>
          </a:prstGeom>
          <a:noFill/>
        </p:spPr>
        <p:txBody>
          <a:bodyPr wrap="square" lIns="0" tIns="0" rIns="0" bIns="0" anchor="t">
            <a:spAutoFit/>
          </a:bodyPr>
          <a:lstStyle/>
          <a:p>
            <a:pPr algn="l"/>
            <a:r>
              <a:rPr sz="900" b="0">
                <a:solidFill>
                  <a:srgbClr val="AEB6C2"/>
                </a:solidFill>
                <a:latin typeface="Calibri"/>
              </a:rPr>
              <a:t>which agent runs, and on what</a:t>
            </a:r>
          </a:p>
        </p:txBody>
      </p:sp>
      <p:sp>
        <p:nvSpPr>
          <p:cNvPr id="67" name="Rectangle 66">
            <a:extLst>
              <a:ext uri="{FF2B5EF4-FFF2-40B4-BE49-F238E27FC236}">
                <a16:creationId xmlns:a16="http://schemas.microsoft.com/office/drawing/2014/main" id="{3DA0253D-73C5-4BD5-1978-40CC5D03A67B}"/>
              </a:ext>
            </a:extLst>
          </p:cNvPr>
          <p:cNvSpPr/>
          <p:nvPr/>
        </p:nvSpPr>
        <p:spPr>
          <a:xfrm>
            <a:off x="6391123" y="2930814"/>
            <a:ext cx="4480560" cy="3657"/>
          </a:xfrm>
          <a:prstGeom prst="rect">
            <a:avLst/>
          </a:prstGeom>
          <a:solidFill>
            <a:srgbClr val="30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9" name="Rounded Rectangle 47">
            <a:extLst>
              <a:ext uri="{FF2B5EF4-FFF2-40B4-BE49-F238E27FC236}">
                <a16:creationId xmlns:a16="http://schemas.microsoft.com/office/drawing/2014/main" id="{B696A724-FCAB-82CC-8C55-A59E1F0497A7}"/>
              </a:ext>
            </a:extLst>
          </p:cNvPr>
          <p:cNvSpPr/>
          <p:nvPr/>
        </p:nvSpPr>
        <p:spPr>
          <a:xfrm>
            <a:off x="6391123" y="2985678"/>
            <a:ext cx="329184" cy="310896"/>
          </a:xfrm>
          <a:prstGeom prst="roundRect">
            <a:avLst>
              <a:gd name="adj" fmla="val 18000"/>
            </a:avLst>
          </a:prstGeom>
          <a:solidFill>
            <a:srgbClr val="1C1F27"/>
          </a:solidFill>
          <a:ln w="15875">
            <a:solidFill>
              <a:srgbClr val="82A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1" name="TextBox 70">
            <a:extLst>
              <a:ext uri="{FF2B5EF4-FFF2-40B4-BE49-F238E27FC236}">
                <a16:creationId xmlns:a16="http://schemas.microsoft.com/office/drawing/2014/main" id="{69A57E1C-3890-C4EC-DCAE-CD1CC3448FCB}"/>
              </a:ext>
            </a:extLst>
          </p:cNvPr>
          <p:cNvSpPr txBox="1"/>
          <p:nvPr/>
        </p:nvSpPr>
        <p:spPr>
          <a:xfrm>
            <a:off x="6391123" y="3060334"/>
            <a:ext cx="329184" cy="161583"/>
          </a:xfrm>
          <a:prstGeom prst="rect">
            <a:avLst/>
          </a:prstGeom>
          <a:noFill/>
        </p:spPr>
        <p:txBody>
          <a:bodyPr wrap="square" lIns="0" tIns="0" rIns="0" bIns="0" anchor="ctr">
            <a:spAutoFit/>
          </a:bodyPr>
          <a:lstStyle/>
          <a:p>
            <a:pPr algn="ctr"/>
            <a:r>
              <a:rPr sz="1050" b="1">
                <a:solidFill>
                  <a:srgbClr val="82AFFF"/>
                </a:solidFill>
                <a:latin typeface="Calibri"/>
              </a:rPr>
              <a:t>02</a:t>
            </a:r>
          </a:p>
        </p:txBody>
      </p:sp>
      <p:sp>
        <p:nvSpPr>
          <p:cNvPr id="73" name="TextBox 72">
            <a:extLst>
              <a:ext uri="{FF2B5EF4-FFF2-40B4-BE49-F238E27FC236}">
                <a16:creationId xmlns:a16="http://schemas.microsoft.com/office/drawing/2014/main" id="{305CC19C-4829-1A5A-8945-62AFF2DEA069}"/>
              </a:ext>
            </a:extLst>
          </p:cNvPr>
          <p:cNvSpPr txBox="1"/>
          <p:nvPr/>
        </p:nvSpPr>
        <p:spPr>
          <a:xfrm>
            <a:off x="6848323" y="2967390"/>
            <a:ext cx="4023360" cy="184666"/>
          </a:xfrm>
          <a:prstGeom prst="rect">
            <a:avLst/>
          </a:prstGeom>
          <a:noFill/>
        </p:spPr>
        <p:txBody>
          <a:bodyPr wrap="square" lIns="0" tIns="0" rIns="0" bIns="0" anchor="t">
            <a:spAutoFit/>
          </a:bodyPr>
          <a:lstStyle/>
          <a:p>
            <a:pPr algn="l"/>
            <a:r>
              <a:rPr sz="1200" b="1">
                <a:solidFill>
                  <a:srgbClr val="F5F7FA"/>
                </a:solidFill>
                <a:latin typeface="Calibri"/>
              </a:rPr>
              <a:t>MODEL + API</a:t>
            </a:r>
          </a:p>
        </p:txBody>
      </p:sp>
      <p:sp>
        <p:nvSpPr>
          <p:cNvPr id="75" name="TextBox 74">
            <a:extLst>
              <a:ext uri="{FF2B5EF4-FFF2-40B4-BE49-F238E27FC236}">
                <a16:creationId xmlns:a16="http://schemas.microsoft.com/office/drawing/2014/main" id="{BAADEAF8-462C-CB76-DC50-48A0A04846DF}"/>
              </a:ext>
            </a:extLst>
          </p:cNvPr>
          <p:cNvSpPr txBox="1"/>
          <p:nvPr/>
        </p:nvSpPr>
        <p:spPr>
          <a:xfrm>
            <a:off x="6848323" y="3205134"/>
            <a:ext cx="4114800" cy="161583"/>
          </a:xfrm>
          <a:prstGeom prst="rect">
            <a:avLst/>
          </a:prstGeom>
          <a:noFill/>
        </p:spPr>
        <p:txBody>
          <a:bodyPr wrap="square" lIns="0" tIns="0" rIns="0" bIns="0" anchor="t">
            <a:spAutoFit/>
          </a:bodyPr>
          <a:lstStyle/>
          <a:p>
            <a:pPr algn="l"/>
            <a:r>
              <a:rPr sz="1050">
                <a:solidFill>
                  <a:srgbClr val="55D8E8"/>
                </a:solidFill>
                <a:latin typeface="Calibri"/>
              </a:rPr>
              <a:t>llm → endpoint · model · vision · api_key_env</a:t>
            </a:r>
          </a:p>
        </p:txBody>
      </p:sp>
      <p:sp>
        <p:nvSpPr>
          <p:cNvPr id="77" name="TextBox 76">
            <a:extLst>
              <a:ext uri="{FF2B5EF4-FFF2-40B4-BE49-F238E27FC236}">
                <a16:creationId xmlns:a16="http://schemas.microsoft.com/office/drawing/2014/main" id="{CD67416F-983D-C4D8-0568-BFDFC75EE03D}"/>
              </a:ext>
            </a:extLst>
          </p:cNvPr>
          <p:cNvSpPr txBox="1"/>
          <p:nvPr/>
        </p:nvSpPr>
        <p:spPr>
          <a:xfrm>
            <a:off x="6848323" y="3415446"/>
            <a:ext cx="4114800" cy="138499"/>
          </a:xfrm>
          <a:prstGeom prst="rect">
            <a:avLst/>
          </a:prstGeom>
          <a:noFill/>
        </p:spPr>
        <p:txBody>
          <a:bodyPr wrap="square" lIns="0" tIns="0" rIns="0" bIns="0" anchor="t">
            <a:spAutoFit/>
          </a:bodyPr>
          <a:lstStyle/>
          <a:p>
            <a:pPr algn="l"/>
            <a:r>
              <a:rPr sz="900" b="0">
                <a:solidFill>
                  <a:srgbClr val="AEB6C2"/>
                </a:solidFill>
                <a:latin typeface="Calibri"/>
              </a:rPr>
              <a:t>any OpenAI-compatible endpoint</a:t>
            </a:r>
          </a:p>
        </p:txBody>
      </p:sp>
      <p:sp>
        <p:nvSpPr>
          <p:cNvPr id="79" name="Rectangle 78">
            <a:extLst>
              <a:ext uri="{FF2B5EF4-FFF2-40B4-BE49-F238E27FC236}">
                <a16:creationId xmlns:a16="http://schemas.microsoft.com/office/drawing/2014/main" id="{EE15E384-BCA2-213B-EF74-DEDADE6A53CC}"/>
              </a:ext>
            </a:extLst>
          </p:cNvPr>
          <p:cNvSpPr/>
          <p:nvPr/>
        </p:nvSpPr>
        <p:spPr>
          <a:xfrm>
            <a:off x="6391123" y="3653190"/>
            <a:ext cx="4480560" cy="3657"/>
          </a:xfrm>
          <a:prstGeom prst="rect">
            <a:avLst/>
          </a:prstGeom>
          <a:solidFill>
            <a:srgbClr val="30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1" name="Rounded Rectangle 53">
            <a:extLst>
              <a:ext uri="{FF2B5EF4-FFF2-40B4-BE49-F238E27FC236}">
                <a16:creationId xmlns:a16="http://schemas.microsoft.com/office/drawing/2014/main" id="{F53AF895-4EFE-69AC-BAB0-74C1EF49BC64}"/>
              </a:ext>
            </a:extLst>
          </p:cNvPr>
          <p:cNvSpPr/>
          <p:nvPr/>
        </p:nvSpPr>
        <p:spPr>
          <a:xfrm>
            <a:off x="6391123" y="3708054"/>
            <a:ext cx="329184" cy="310896"/>
          </a:xfrm>
          <a:prstGeom prst="roundRect">
            <a:avLst>
              <a:gd name="adj" fmla="val 18000"/>
            </a:avLst>
          </a:prstGeom>
          <a:solidFill>
            <a:srgbClr val="1C1F27"/>
          </a:solidFill>
          <a:ln w="15875">
            <a:solidFill>
              <a:srgbClr val="F6C8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3" name="TextBox 82">
            <a:extLst>
              <a:ext uri="{FF2B5EF4-FFF2-40B4-BE49-F238E27FC236}">
                <a16:creationId xmlns:a16="http://schemas.microsoft.com/office/drawing/2014/main" id="{525DB849-5D55-0DBC-EC40-5A86B9224332}"/>
              </a:ext>
            </a:extLst>
          </p:cNvPr>
          <p:cNvSpPr txBox="1"/>
          <p:nvPr/>
        </p:nvSpPr>
        <p:spPr>
          <a:xfrm>
            <a:off x="6391123" y="3782710"/>
            <a:ext cx="329184" cy="161583"/>
          </a:xfrm>
          <a:prstGeom prst="rect">
            <a:avLst/>
          </a:prstGeom>
          <a:noFill/>
        </p:spPr>
        <p:txBody>
          <a:bodyPr wrap="square" lIns="0" tIns="0" rIns="0" bIns="0" anchor="ctr">
            <a:spAutoFit/>
          </a:bodyPr>
          <a:lstStyle/>
          <a:p>
            <a:pPr algn="ctr"/>
            <a:r>
              <a:rPr sz="1050" b="1">
                <a:solidFill>
                  <a:srgbClr val="F6C85F"/>
                </a:solidFill>
                <a:latin typeface="Calibri"/>
              </a:rPr>
              <a:t>03</a:t>
            </a:r>
          </a:p>
        </p:txBody>
      </p:sp>
      <p:sp>
        <p:nvSpPr>
          <p:cNvPr id="85" name="TextBox 84">
            <a:extLst>
              <a:ext uri="{FF2B5EF4-FFF2-40B4-BE49-F238E27FC236}">
                <a16:creationId xmlns:a16="http://schemas.microsoft.com/office/drawing/2014/main" id="{EB45E3B8-B63C-B50D-41D9-C23E82B1AF11}"/>
              </a:ext>
            </a:extLst>
          </p:cNvPr>
          <p:cNvSpPr txBox="1"/>
          <p:nvPr/>
        </p:nvSpPr>
        <p:spPr>
          <a:xfrm>
            <a:off x="6848323" y="3689766"/>
            <a:ext cx="4023360" cy="184666"/>
          </a:xfrm>
          <a:prstGeom prst="rect">
            <a:avLst/>
          </a:prstGeom>
          <a:noFill/>
        </p:spPr>
        <p:txBody>
          <a:bodyPr wrap="square" lIns="0" tIns="0" rIns="0" bIns="0" anchor="t">
            <a:spAutoFit/>
          </a:bodyPr>
          <a:lstStyle/>
          <a:p>
            <a:pPr algn="l"/>
            <a:r>
              <a:rPr sz="1200" b="1">
                <a:solidFill>
                  <a:srgbClr val="F5F7FA"/>
                </a:solidFill>
                <a:latin typeface="Calibri"/>
              </a:rPr>
              <a:t>CPU EXECUTION</a:t>
            </a:r>
          </a:p>
        </p:txBody>
      </p:sp>
      <p:sp>
        <p:nvSpPr>
          <p:cNvPr id="87" name="TextBox 86">
            <a:extLst>
              <a:ext uri="{FF2B5EF4-FFF2-40B4-BE49-F238E27FC236}">
                <a16:creationId xmlns:a16="http://schemas.microsoft.com/office/drawing/2014/main" id="{72A9D0BC-9140-1B47-7F59-21425B9F6D06}"/>
              </a:ext>
            </a:extLst>
          </p:cNvPr>
          <p:cNvSpPr txBox="1"/>
          <p:nvPr/>
        </p:nvSpPr>
        <p:spPr>
          <a:xfrm>
            <a:off x="6848323" y="3927510"/>
            <a:ext cx="4114800" cy="138499"/>
          </a:xfrm>
          <a:prstGeom prst="rect">
            <a:avLst/>
          </a:prstGeom>
          <a:noFill/>
        </p:spPr>
        <p:txBody>
          <a:bodyPr wrap="square" lIns="0" tIns="0" rIns="0" bIns="0" anchor="t">
            <a:spAutoFit/>
          </a:bodyPr>
          <a:lstStyle/>
          <a:p>
            <a:pPr algn="l"/>
            <a:r>
              <a:rPr sz="900" b="0">
                <a:solidFill>
                  <a:srgbClr val="F6C85F"/>
                </a:solidFill>
                <a:latin typeface="Consolas"/>
              </a:rPr>
              <a:t>parallel · cores_per_worker · max_iter</a:t>
            </a:r>
          </a:p>
        </p:txBody>
      </p:sp>
      <p:sp>
        <p:nvSpPr>
          <p:cNvPr id="89" name="TextBox 88">
            <a:extLst>
              <a:ext uri="{FF2B5EF4-FFF2-40B4-BE49-F238E27FC236}">
                <a16:creationId xmlns:a16="http://schemas.microsoft.com/office/drawing/2014/main" id="{0EF5B06E-6069-4E7A-4419-F482E8705377}"/>
              </a:ext>
            </a:extLst>
          </p:cNvPr>
          <p:cNvSpPr txBox="1"/>
          <p:nvPr/>
        </p:nvSpPr>
        <p:spPr>
          <a:xfrm>
            <a:off x="6848323" y="4137822"/>
            <a:ext cx="4114800" cy="138499"/>
          </a:xfrm>
          <a:prstGeom prst="rect">
            <a:avLst/>
          </a:prstGeom>
          <a:noFill/>
        </p:spPr>
        <p:txBody>
          <a:bodyPr wrap="square" lIns="0" tIns="0" rIns="0" bIns="0" anchor="t">
            <a:spAutoFit/>
          </a:bodyPr>
          <a:lstStyle/>
          <a:p>
            <a:pPr algn="l"/>
            <a:r>
              <a:rPr sz="900" b="0">
                <a:solidFill>
                  <a:srgbClr val="AEB6C2"/>
                </a:solidFill>
                <a:latin typeface="Calibri"/>
              </a:rPr>
              <a:t>how work is pinned and bounded</a:t>
            </a:r>
          </a:p>
        </p:txBody>
      </p:sp>
      <p:sp>
        <p:nvSpPr>
          <p:cNvPr id="91" name="Rectangle 90">
            <a:extLst>
              <a:ext uri="{FF2B5EF4-FFF2-40B4-BE49-F238E27FC236}">
                <a16:creationId xmlns:a16="http://schemas.microsoft.com/office/drawing/2014/main" id="{847940CF-CB88-4F77-276B-394E33152AA5}"/>
              </a:ext>
            </a:extLst>
          </p:cNvPr>
          <p:cNvSpPr/>
          <p:nvPr/>
        </p:nvSpPr>
        <p:spPr>
          <a:xfrm>
            <a:off x="6391123" y="4375566"/>
            <a:ext cx="4480560" cy="3657"/>
          </a:xfrm>
          <a:prstGeom prst="rect">
            <a:avLst/>
          </a:prstGeom>
          <a:solidFill>
            <a:srgbClr val="30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3" name="Rounded Rectangle 59">
            <a:extLst>
              <a:ext uri="{FF2B5EF4-FFF2-40B4-BE49-F238E27FC236}">
                <a16:creationId xmlns:a16="http://schemas.microsoft.com/office/drawing/2014/main" id="{7369D57E-79FD-B927-AADF-59F07DAC9687}"/>
              </a:ext>
            </a:extLst>
          </p:cNvPr>
          <p:cNvSpPr/>
          <p:nvPr/>
        </p:nvSpPr>
        <p:spPr>
          <a:xfrm>
            <a:off x="6391123" y="4430430"/>
            <a:ext cx="329184" cy="310896"/>
          </a:xfrm>
          <a:prstGeom prst="roundRect">
            <a:avLst>
              <a:gd name="adj" fmla="val 18000"/>
            </a:avLst>
          </a:prstGeom>
          <a:solidFill>
            <a:srgbClr val="1C1F27"/>
          </a:solidFill>
          <a:ln w="15875">
            <a:solidFill>
              <a:srgbClr val="62D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5" name="TextBox 94">
            <a:extLst>
              <a:ext uri="{FF2B5EF4-FFF2-40B4-BE49-F238E27FC236}">
                <a16:creationId xmlns:a16="http://schemas.microsoft.com/office/drawing/2014/main" id="{CEDA3652-28FC-FDB4-55F2-8843BA9F07C0}"/>
              </a:ext>
            </a:extLst>
          </p:cNvPr>
          <p:cNvSpPr txBox="1"/>
          <p:nvPr/>
        </p:nvSpPr>
        <p:spPr>
          <a:xfrm>
            <a:off x="6391123" y="4505086"/>
            <a:ext cx="329184" cy="161583"/>
          </a:xfrm>
          <a:prstGeom prst="rect">
            <a:avLst/>
          </a:prstGeom>
          <a:noFill/>
        </p:spPr>
        <p:txBody>
          <a:bodyPr wrap="square" lIns="0" tIns="0" rIns="0" bIns="0" anchor="ctr">
            <a:spAutoFit/>
          </a:bodyPr>
          <a:lstStyle/>
          <a:p>
            <a:pPr algn="ctr"/>
            <a:r>
              <a:rPr sz="1050" b="1">
                <a:solidFill>
                  <a:srgbClr val="62D6A8"/>
                </a:solidFill>
                <a:latin typeface="Calibri"/>
              </a:rPr>
              <a:t>04</a:t>
            </a:r>
          </a:p>
        </p:txBody>
      </p:sp>
      <p:sp>
        <p:nvSpPr>
          <p:cNvPr id="97" name="TextBox 96">
            <a:extLst>
              <a:ext uri="{FF2B5EF4-FFF2-40B4-BE49-F238E27FC236}">
                <a16:creationId xmlns:a16="http://schemas.microsoft.com/office/drawing/2014/main" id="{3DFB182F-18C9-D021-9EED-B62165CBA82B}"/>
              </a:ext>
            </a:extLst>
          </p:cNvPr>
          <p:cNvSpPr txBox="1"/>
          <p:nvPr/>
        </p:nvSpPr>
        <p:spPr>
          <a:xfrm>
            <a:off x="6848323" y="4412142"/>
            <a:ext cx="4023360" cy="184666"/>
          </a:xfrm>
          <a:prstGeom prst="rect">
            <a:avLst/>
          </a:prstGeom>
          <a:noFill/>
        </p:spPr>
        <p:txBody>
          <a:bodyPr wrap="square" lIns="0" tIns="0" rIns="0" bIns="0" anchor="t">
            <a:spAutoFit/>
          </a:bodyPr>
          <a:lstStyle/>
          <a:p>
            <a:pPr algn="l"/>
            <a:r>
              <a:rPr sz="1200" b="1">
                <a:solidFill>
                  <a:srgbClr val="F5F7FA"/>
                </a:solidFill>
                <a:latin typeface="Calibri"/>
              </a:rPr>
              <a:t>EVALUATION</a:t>
            </a:r>
          </a:p>
        </p:txBody>
      </p:sp>
      <p:sp>
        <p:nvSpPr>
          <p:cNvPr id="99" name="TextBox 98">
            <a:extLst>
              <a:ext uri="{FF2B5EF4-FFF2-40B4-BE49-F238E27FC236}">
                <a16:creationId xmlns:a16="http://schemas.microsoft.com/office/drawing/2014/main" id="{FB986ED7-9106-3146-281E-632BA80B134C}"/>
              </a:ext>
            </a:extLst>
          </p:cNvPr>
          <p:cNvSpPr txBox="1"/>
          <p:nvPr/>
        </p:nvSpPr>
        <p:spPr>
          <a:xfrm>
            <a:off x="6848323" y="4649886"/>
            <a:ext cx="4114800" cy="138499"/>
          </a:xfrm>
          <a:prstGeom prst="rect">
            <a:avLst/>
          </a:prstGeom>
          <a:noFill/>
        </p:spPr>
        <p:txBody>
          <a:bodyPr wrap="square" lIns="0" tIns="0" rIns="0" bIns="0" anchor="t">
            <a:spAutoFit/>
          </a:bodyPr>
          <a:lstStyle/>
          <a:p>
            <a:pPr algn="l"/>
            <a:r>
              <a:rPr sz="900" b="0">
                <a:solidFill>
                  <a:srgbClr val="62D6A8"/>
                </a:solidFill>
                <a:latin typeface="Consolas"/>
              </a:rPr>
              <a:t>num_runs · warmup · seed · scoring.gold_key</a:t>
            </a:r>
          </a:p>
        </p:txBody>
      </p:sp>
      <p:sp>
        <p:nvSpPr>
          <p:cNvPr id="101" name="TextBox 100">
            <a:extLst>
              <a:ext uri="{FF2B5EF4-FFF2-40B4-BE49-F238E27FC236}">
                <a16:creationId xmlns:a16="http://schemas.microsoft.com/office/drawing/2014/main" id="{4055AA3B-BA85-F61E-7223-43E0BF905C88}"/>
              </a:ext>
            </a:extLst>
          </p:cNvPr>
          <p:cNvSpPr txBox="1"/>
          <p:nvPr/>
        </p:nvSpPr>
        <p:spPr>
          <a:xfrm>
            <a:off x="6848323" y="4860198"/>
            <a:ext cx="4114800" cy="138499"/>
          </a:xfrm>
          <a:prstGeom prst="rect">
            <a:avLst/>
          </a:prstGeom>
          <a:noFill/>
        </p:spPr>
        <p:txBody>
          <a:bodyPr wrap="square" lIns="0" tIns="0" rIns="0" bIns="0" anchor="t">
            <a:spAutoFit/>
          </a:bodyPr>
          <a:lstStyle/>
          <a:p>
            <a:pPr algn="l"/>
            <a:r>
              <a:rPr sz="900" b="0">
                <a:solidFill>
                  <a:srgbClr val="AEB6C2"/>
                </a:solidFill>
                <a:latin typeface="Calibri"/>
              </a:rPr>
              <a:t>deterministic, graded runs</a:t>
            </a:r>
          </a:p>
        </p:txBody>
      </p:sp>
      <p:sp>
        <p:nvSpPr>
          <p:cNvPr id="103" name="Rectangle 102">
            <a:extLst>
              <a:ext uri="{FF2B5EF4-FFF2-40B4-BE49-F238E27FC236}">
                <a16:creationId xmlns:a16="http://schemas.microsoft.com/office/drawing/2014/main" id="{C212E5D7-532F-BF4D-D4AF-3BC833A11DA8}"/>
              </a:ext>
            </a:extLst>
          </p:cNvPr>
          <p:cNvSpPr/>
          <p:nvPr/>
        </p:nvSpPr>
        <p:spPr>
          <a:xfrm>
            <a:off x="6391123" y="5097942"/>
            <a:ext cx="4480560" cy="3657"/>
          </a:xfrm>
          <a:prstGeom prst="rect">
            <a:avLst/>
          </a:prstGeom>
          <a:solidFill>
            <a:srgbClr val="303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5" name="Rounded Rectangle 65">
            <a:extLst>
              <a:ext uri="{FF2B5EF4-FFF2-40B4-BE49-F238E27FC236}">
                <a16:creationId xmlns:a16="http://schemas.microsoft.com/office/drawing/2014/main" id="{F4691288-D1A1-C1BE-114F-E22F823EC4AA}"/>
              </a:ext>
            </a:extLst>
          </p:cNvPr>
          <p:cNvSpPr/>
          <p:nvPr/>
        </p:nvSpPr>
        <p:spPr>
          <a:xfrm>
            <a:off x="6391123" y="5152806"/>
            <a:ext cx="329184" cy="310896"/>
          </a:xfrm>
          <a:prstGeom prst="roundRect">
            <a:avLst>
              <a:gd name="adj" fmla="val 18000"/>
            </a:avLst>
          </a:prstGeom>
          <a:solidFill>
            <a:srgbClr val="1C1F27"/>
          </a:solidFill>
          <a:ln w="15875">
            <a:solidFill>
              <a:srgbClr val="F033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7" name="TextBox 106">
            <a:extLst>
              <a:ext uri="{FF2B5EF4-FFF2-40B4-BE49-F238E27FC236}">
                <a16:creationId xmlns:a16="http://schemas.microsoft.com/office/drawing/2014/main" id="{A7649DEE-5EB1-44EF-F1DD-4E2DBCC24260}"/>
              </a:ext>
            </a:extLst>
          </p:cNvPr>
          <p:cNvSpPr txBox="1"/>
          <p:nvPr/>
        </p:nvSpPr>
        <p:spPr>
          <a:xfrm>
            <a:off x="6391123" y="5227462"/>
            <a:ext cx="329184" cy="161583"/>
          </a:xfrm>
          <a:prstGeom prst="rect">
            <a:avLst/>
          </a:prstGeom>
          <a:noFill/>
        </p:spPr>
        <p:txBody>
          <a:bodyPr wrap="square" lIns="0" tIns="0" rIns="0" bIns="0" anchor="ctr">
            <a:spAutoFit/>
          </a:bodyPr>
          <a:lstStyle/>
          <a:p>
            <a:pPr algn="ctr"/>
            <a:r>
              <a:rPr sz="1050" b="1" dirty="0">
                <a:solidFill>
                  <a:srgbClr val="F0333B"/>
                </a:solidFill>
                <a:latin typeface="Calibri"/>
              </a:rPr>
              <a:t>05</a:t>
            </a:r>
          </a:p>
        </p:txBody>
      </p:sp>
      <p:sp>
        <p:nvSpPr>
          <p:cNvPr id="109" name="TextBox 108">
            <a:extLst>
              <a:ext uri="{FF2B5EF4-FFF2-40B4-BE49-F238E27FC236}">
                <a16:creationId xmlns:a16="http://schemas.microsoft.com/office/drawing/2014/main" id="{1DE531F7-7CBB-F587-D206-A1CAE38A2B8F}"/>
              </a:ext>
            </a:extLst>
          </p:cNvPr>
          <p:cNvSpPr txBox="1"/>
          <p:nvPr/>
        </p:nvSpPr>
        <p:spPr>
          <a:xfrm>
            <a:off x="6848323" y="5134518"/>
            <a:ext cx="4023360" cy="184666"/>
          </a:xfrm>
          <a:prstGeom prst="rect">
            <a:avLst/>
          </a:prstGeom>
          <a:noFill/>
        </p:spPr>
        <p:txBody>
          <a:bodyPr wrap="square" lIns="0" tIns="0" rIns="0" bIns="0" anchor="t">
            <a:spAutoFit/>
          </a:bodyPr>
          <a:lstStyle/>
          <a:p>
            <a:pPr algn="l"/>
            <a:r>
              <a:rPr sz="1200" b="1">
                <a:solidFill>
                  <a:srgbClr val="F5F7FA"/>
                </a:solidFill>
                <a:latin typeface="Calibri"/>
              </a:rPr>
              <a:t>OBSERVABILITY + SAFETY</a:t>
            </a:r>
          </a:p>
        </p:txBody>
      </p:sp>
      <p:sp>
        <p:nvSpPr>
          <p:cNvPr id="111" name="TextBox 110">
            <a:extLst>
              <a:ext uri="{FF2B5EF4-FFF2-40B4-BE49-F238E27FC236}">
                <a16:creationId xmlns:a16="http://schemas.microsoft.com/office/drawing/2014/main" id="{07FD695B-0577-A439-3740-249C99D8B262}"/>
              </a:ext>
            </a:extLst>
          </p:cNvPr>
          <p:cNvSpPr txBox="1"/>
          <p:nvPr/>
        </p:nvSpPr>
        <p:spPr>
          <a:xfrm>
            <a:off x="6848323" y="5372262"/>
            <a:ext cx="4114800" cy="138499"/>
          </a:xfrm>
          <a:prstGeom prst="rect">
            <a:avLst/>
          </a:prstGeom>
          <a:noFill/>
        </p:spPr>
        <p:txBody>
          <a:bodyPr wrap="square" lIns="0" tIns="0" rIns="0" bIns="0" anchor="t">
            <a:spAutoFit/>
          </a:bodyPr>
          <a:lstStyle/>
          <a:p>
            <a:pPr algn="l"/>
            <a:r>
              <a:rPr sz="900" b="0" dirty="0">
                <a:solidFill>
                  <a:srgbClr val="F0333B"/>
                </a:solidFill>
                <a:latin typeface="Consolas"/>
              </a:rPr>
              <a:t>telemetry · out · browser_config · sandbox</a:t>
            </a:r>
          </a:p>
        </p:txBody>
      </p:sp>
      <p:sp>
        <p:nvSpPr>
          <p:cNvPr id="113" name="TextBox 112">
            <a:extLst>
              <a:ext uri="{FF2B5EF4-FFF2-40B4-BE49-F238E27FC236}">
                <a16:creationId xmlns:a16="http://schemas.microsoft.com/office/drawing/2014/main" id="{994C7BA9-4E83-8FE8-D2C7-4A8A02F52E26}"/>
              </a:ext>
            </a:extLst>
          </p:cNvPr>
          <p:cNvSpPr txBox="1"/>
          <p:nvPr/>
        </p:nvSpPr>
        <p:spPr>
          <a:xfrm>
            <a:off x="6848323" y="5582574"/>
            <a:ext cx="4114800" cy="138499"/>
          </a:xfrm>
          <a:prstGeom prst="rect">
            <a:avLst/>
          </a:prstGeom>
          <a:noFill/>
        </p:spPr>
        <p:txBody>
          <a:bodyPr wrap="square" lIns="0" tIns="0" rIns="0" bIns="0" anchor="t">
            <a:spAutoFit/>
          </a:bodyPr>
          <a:lstStyle/>
          <a:p>
            <a:pPr algn="l"/>
            <a:r>
              <a:rPr sz="900" b="0" dirty="0">
                <a:solidFill>
                  <a:srgbClr val="AEB6C2"/>
                </a:solidFill>
                <a:latin typeface="Calibri"/>
              </a:rPr>
              <a:t>profiling, sandboxing, closed-book</a:t>
            </a:r>
          </a:p>
        </p:txBody>
      </p:sp>
      <p:sp>
        <p:nvSpPr>
          <p:cNvPr id="115" name="Rounded Rectangle 70">
            <a:extLst>
              <a:ext uri="{FF2B5EF4-FFF2-40B4-BE49-F238E27FC236}">
                <a16:creationId xmlns:a16="http://schemas.microsoft.com/office/drawing/2014/main" id="{F5CEC4B9-878E-4815-92AB-A5B75894E3F8}"/>
              </a:ext>
            </a:extLst>
          </p:cNvPr>
          <p:cNvSpPr/>
          <p:nvPr/>
        </p:nvSpPr>
        <p:spPr>
          <a:xfrm>
            <a:off x="457200" y="5975766"/>
            <a:ext cx="10643083" cy="365760"/>
          </a:xfrm>
          <a:prstGeom prst="roundRect">
            <a:avLst>
              <a:gd name="adj" fmla="val 20000"/>
            </a:avLst>
          </a:prstGeom>
          <a:solidFill>
            <a:srgbClr val="1C1F27"/>
          </a:solidFill>
          <a:ln w="9525">
            <a:solidFill>
              <a:srgbClr val="3036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a:extLst>
              <a:ext uri="{FF2B5EF4-FFF2-40B4-BE49-F238E27FC236}">
                <a16:creationId xmlns:a16="http://schemas.microsoft.com/office/drawing/2014/main" id="{096C3BE3-F4A5-853F-6CBE-21EF2FA0E173}"/>
              </a:ext>
            </a:extLst>
          </p:cNvPr>
          <p:cNvSpPr txBox="1"/>
          <p:nvPr/>
        </p:nvSpPr>
        <p:spPr>
          <a:xfrm>
            <a:off x="621792" y="5975766"/>
            <a:ext cx="548640" cy="365760"/>
          </a:xfrm>
          <a:prstGeom prst="rect">
            <a:avLst/>
          </a:prstGeom>
          <a:noFill/>
        </p:spPr>
        <p:txBody>
          <a:bodyPr wrap="square" lIns="0" tIns="0" rIns="0" bIns="0" anchor="ctr">
            <a:spAutoFit/>
          </a:bodyPr>
          <a:lstStyle/>
          <a:p>
            <a:pPr algn="l"/>
            <a:r>
              <a:rPr sz="950" b="1">
                <a:solidFill>
                  <a:srgbClr val="55D8E8"/>
                </a:solidFill>
                <a:latin typeface="Calibri"/>
              </a:rPr>
              <a:t>RUN</a:t>
            </a:r>
          </a:p>
        </p:txBody>
      </p:sp>
      <p:sp>
        <p:nvSpPr>
          <p:cNvPr id="119" name="TextBox 118">
            <a:extLst>
              <a:ext uri="{FF2B5EF4-FFF2-40B4-BE49-F238E27FC236}">
                <a16:creationId xmlns:a16="http://schemas.microsoft.com/office/drawing/2014/main" id="{4950D1CB-F6F6-C7DB-99C1-E20C46CCE8CB}"/>
              </a:ext>
            </a:extLst>
          </p:cNvPr>
          <p:cNvSpPr txBox="1"/>
          <p:nvPr/>
        </p:nvSpPr>
        <p:spPr>
          <a:xfrm>
            <a:off x="1051560" y="5975766"/>
            <a:ext cx="5486400" cy="365760"/>
          </a:xfrm>
          <a:prstGeom prst="rect">
            <a:avLst/>
          </a:prstGeom>
          <a:noFill/>
        </p:spPr>
        <p:txBody>
          <a:bodyPr wrap="square" lIns="0" tIns="0" rIns="0" bIns="0" anchor="ctr">
            <a:spAutoFit/>
          </a:bodyPr>
          <a:lstStyle/>
          <a:p>
            <a:pPr algn="l"/>
            <a:r>
              <a:rPr sz="1100" b="0">
                <a:solidFill>
                  <a:srgbClr val="F5F7FA"/>
                </a:solidFill>
                <a:latin typeface="Consolas"/>
              </a:rPr>
              <a:t>pace-agent profile &lt;agent&gt; --config run.json --out run/</a:t>
            </a:r>
          </a:p>
        </p:txBody>
      </p:sp>
      <p:sp>
        <p:nvSpPr>
          <p:cNvPr id="121" name="TextBox 120">
            <a:extLst>
              <a:ext uri="{FF2B5EF4-FFF2-40B4-BE49-F238E27FC236}">
                <a16:creationId xmlns:a16="http://schemas.microsoft.com/office/drawing/2014/main" id="{5DAD6347-3C1A-D31F-2CD3-60B9287310FA}"/>
              </a:ext>
            </a:extLst>
          </p:cNvPr>
          <p:cNvSpPr txBox="1"/>
          <p:nvPr/>
        </p:nvSpPr>
        <p:spPr>
          <a:xfrm>
            <a:off x="6583680" y="5975766"/>
            <a:ext cx="822960" cy="365760"/>
          </a:xfrm>
          <a:prstGeom prst="rect">
            <a:avLst/>
          </a:prstGeom>
          <a:noFill/>
        </p:spPr>
        <p:txBody>
          <a:bodyPr wrap="square" lIns="0" tIns="0" rIns="0" bIns="0" anchor="ctr">
            <a:spAutoFit/>
          </a:bodyPr>
          <a:lstStyle/>
          <a:p>
            <a:pPr algn="l"/>
            <a:r>
              <a:rPr sz="950" b="1">
                <a:solidFill>
                  <a:srgbClr val="F6C85F"/>
                </a:solidFill>
                <a:latin typeface="Calibri"/>
              </a:rPr>
              <a:t>KEY IDEA</a:t>
            </a:r>
          </a:p>
        </p:txBody>
      </p:sp>
      <p:sp>
        <p:nvSpPr>
          <p:cNvPr id="123" name="TextBox 122">
            <a:extLst>
              <a:ext uri="{FF2B5EF4-FFF2-40B4-BE49-F238E27FC236}">
                <a16:creationId xmlns:a16="http://schemas.microsoft.com/office/drawing/2014/main" id="{19143327-2F90-1A34-45F4-51AAC9C513B5}"/>
              </a:ext>
            </a:extLst>
          </p:cNvPr>
          <p:cNvSpPr txBox="1"/>
          <p:nvPr/>
        </p:nvSpPr>
        <p:spPr>
          <a:xfrm>
            <a:off x="7360920" y="5975766"/>
            <a:ext cx="4206240" cy="365760"/>
          </a:xfrm>
          <a:prstGeom prst="rect">
            <a:avLst/>
          </a:prstGeom>
          <a:noFill/>
        </p:spPr>
        <p:txBody>
          <a:bodyPr wrap="square" lIns="0" tIns="0" rIns="0" bIns="0" anchor="ctr">
            <a:spAutoFit/>
          </a:bodyPr>
          <a:lstStyle/>
          <a:p>
            <a:pPr algn="l"/>
            <a:r>
              <a:rPr sz="1100" b="1">
                <a:solidFill>
                  <a:srgbClr val="F5F7FA"/>
                </a:solidFill>
                <a:latin typeface="Calibri"/>
              </a:rPr>
              <a:t>Change behavior in JSON — not in the agent code.</a:t>
            </a:r>
          </a:p>
        </p:txBody>
      </p:sp>
    </p:spTree>
    <p:extLst>
      <p:ext uri="{BB962C8B-B14F-4D97-AF65-F5344CB8AC3E}">
        <p14:creationId xmlns:p14="http://schemas.microsoft.com/office/powerpoint/2010/main" val="397157989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1E3AE-F35F-8D11-7C2F-FF227C2E2694}"/>
              </a:ext>
            </a:extLst>
          </p:cNvPr>
          <p:cNvSpPr txBox="1">
            <a:spLocks/>
          </p:cNvSpPr>
          <p:nvPr/>
        </p:nvSpPr>
        <p:spPr>
          <a:xfrm>
            <a:off x="512063" y="1268065"/>
            <a:ext cx="11018520" cy="1522760"/>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pPr algn="ctr"/>
            <a:r>
              <a:rPr lang="en-US" sz="7200">
                <a:latin typeface="Aptos" panose="020B0004020202020204" pitchFamily="34" charset="0"/>
              </a:rPr>
              <a:t>Q</a:t>
            </a:r>
            <a:r>
              <a:rPr lang="en-US" sz="7200">
                <a:solidFill>
                  <a:schemeClr val="accent3"/>
                </a:solidFill>
                <a:latin typeface="Aptos" panose="020B0004020202020204" pitchFamily="34" charset="0"/>
              </a:rPr>
              <a:t>&amp;</a:t>
            </a:r>
            <a:r>
              <a:rPr lang="en-US" sz="7200">
                <a:latin typeface="Aptos" panose="020B0004020202020204" pitchFamily="34" charset="0"/>
              </a:rPr>
              <a:t>A</a:t>
            </a:r>
          </a:p>
        </p:txBody>
      </p:sp>
    </p:spTree>
    <p:custDataLst>
      <p:custData r:id="rId1"/>
      <p:custData r:id="rId2"/>
    </p:custDataLst>
    <p:extLst>
      <p:ext uri="{BB962C8B-B14F-4D97-AF65-F5344CB8AC3E}">
        <p14:creationId xmlns:p14="http://schemas.microsoft.com/office/powerpoint/2010/main" val="179671093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9636A-DD6D-EDE2-5D1D-A0FDCFBFB75D}"/>
            </a:ext>
          </a:extLst>
        </p:cNvPr>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75840353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147FF-E5DD-C886-277E-5D8F76B75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1858C-DED4-54EE-D382-FC3E1532C8CB}"/>
              </a:ext>
            </a:extLst>
          </p:cNvPr>
          <p:cNvSpPr>
            <a:spLocks noGrp="1"/>
          </p:cNvSpPr>
          <p:nvPr>
            <p:ph type="title"/>
          </p:nvPr>
        </p:nvSpPr>
        <p:spPr>
          <a:xfrm>
            <a:off x="588263" y="591790"/>
            <a:ext cx="11018520" cy="430887"/>
          </a:xfrm>
        </p:spPr>
        <p:txBody>
          <a:bodyPr/>
          <a:lstStyle/>
          <a:p>
            <a:r>
              <a:rPr lang="en-US">
                <a:latin typeface="Arial" panose="020B0604020202020204" pitchFamily="34" charset="0"/>
                <a:cs typeface="Arial" panose="020B0604020202020204" pitchFamily="34" charset="0"/>
              </a:rPr>
              <a:t>Copyright and disclaimer</a:t>
            </a:r>
          </a:p>
        </p:txBody>
      </p:sp>
      <p:sp>
        <p:nvSpPr>
          <p:cNvPr id="3" name="TextBox 2">
            <a:extLst>
              <a:ext uri="{FF2B5EF4-FFF2-40B4-BE49-F238E27FC236}">
                <a16:creationId xmlns:a16="http://schemas.microsoft.com/office/drawing/2014/main" id="{CB58ED1B-9320-4838-8BC1-05AE00079B60}"/>
              </a:ext>
            </a:extLst>
          </p:cNvPr>
          <p:cNvSpPr txBox="1"/>
          <p:nvPr/>
        </p:nvSpPr>
        <p:spPr>
          <a:xfrm>
            <a:off x="406225" y="1156447"/>
            <a:ext cx="11194992" cy="3431709"/>
          </a:xfrm>
          <a:prstGeom prst="rect">
            <a:avLst/>
          </a:prstGeom>
          <a:noFill/>
        </p:spPr>
        <p:txBody>
          <a:bodyPr wrap="square" lIns="91440" tIns="45720" rIns="91440" bIns="45720" rtlCol="0" anchor="t">
            <a:spAutoFit/>
          </a:bodyPr>
          <a:lstStyle/>
          <a:p>
            <a:pPr>
              <a:spcAft>
                <a:spcPts val="600"/>
              </a:spcAft>
              <a:buClr>
                <a:schemeClr val="bg2"/>
              </a:buClr>
            </a:pPr>
            <a:r>
              <a:rPr lang="en-US" sz="1200">
                <a:latin typeface="Arial"/>
                <a:cs typeface="Arial"/>
              </a:rPr>
              <a:t>©2026 Advanced Micro Devices, Inc.  All rights reserved.</a:t>
            </a:r>
            <a:endParaRPr lang="en-US"/>
          </a:p>
          <a:p>
            <a:pPr>
              <a:spcAft>
                <a:spcPts val="600"/>
              </a:spcAft>
              <a:buClr>
                <a:schemeClr val="bg2"/>
              </a:buClr>
            </a:pPr>
            <a:r>
              <a:rPr lang="en-US" sz="1200">
                <a:latin typeface="Arial" panose="020B0604020202020204" pitchFamily="34" charset="0"/>
                <a:cs typeface="Arial" panose="020B0604020202020204" pitchFamily="34" charset="0"/>
              </a:rPr>
              <a:t>AMD, the AMD Arrow logo, and combinations thereof are trademarks of Advanced Micro Devices, Inc.  Other product names used in this publication are for identification purposes only and may be trademarks of their respective companies.</a:t>
            </a:r>
          </a:p>
          <a:p>
            <a:pPr>
              <a:spcAft>
                <a:spcPts val="600"/>
              </a:spcAft>
              <a:buClr>
                <a:schemeClr val="bg2"/>
              </a:buClr>
            </a:pPr>
            <a:endParaRPr lang="en-US" sz="1200">
              <a:latin typeface="Arial" panose="020B0604020202020204" pitchFamily="34" charset="0"/>
              <a:cs typeface="Arial" panose="020B0604020202020204" pitchFamily="34" charset="0"/>
            </a:endParaRPr>
          </a:p>
          <a:p>
            <a:pPr>
              <a:spcAft>
                <a:spcPts val="600"/>
              </a:spcAft>
              <a:buClr>
                <a:schemeClr val="bg2"/>
              </a:buClr>
            </a:pPr>
            <a:r>
              <a:rPr lang="en-US" sz="1200">
                <a:latin typeface="Arial" panose="020B0604020202020204" pitchFamily="34" charset="0"/>
                <a:cs typeface="Arial" panose="020B0604020202020204" pitchFamily="34" charset="0"/>
              </a:rPr>
              <a:t>The information presented in this document is for informational purposes only and may contain technical inaccuracies, omissions, and typographical errors. The information contained herein is subject to change and may be rendered inaccurate releases,  for many reasons, including but not limited to product and roadmap changes, component and motherboard version changes, new model and/or product differences between differing manufacturers, software changes, BIOS flashes, firmware upgrades, or the like. Any computer system has risks of security vulnerabilities that cannot be completely prevented or mitigated.  AMD assumes no obligation to update or otherwise correct or revise this information. However, AMD reserves the right to revise this information and to make changes from time to time to the content hereof without obligation of AMD to notify any person of such revisions or changes.</a:t>
            </a:r>
          </a:p>
          <a:p>
            <a:pPr>
              <a:spcAft>
                <a:spcPts val="600"/>
              </a:spcAft>
              <a:buClr>
                <a:schemeClr val="bg2"/>
              </a:buClr>
            </a:pPr>
            <a:endParaRPr lang="en-US" sz="1200">
              <a:latin typeface="Arial" panose="020B0604020202020204" pitchFamily="34" charset="0"/>
              <a:cs typeface="Arial" panose="020B0604020202020204" pitchFamily="34" charset="0"/>
            </a:endParaRPr>
          </a:p>
          <a:p>
            <a:pPr>
              <a:spcAft>
                <a:spcPts val="600"/>
              </a:spcAft>
              <a:buClr>
                <a:schemeClr val="bg2"/>
              </a:buClr>
            </a:pPr>
            <a:r>
              <a:rPr lang="en-US" sz="1200">
                <a:latin typeface="Arial" panose="020B0604020202020204" pitchFamily="34" charset="0"/>
                <a:cs typeface="Arial" panose="020B0604020202020204" pitchFamily="34" charset="0"/>
              </a:rPr>
              <a:t>THIS INFORMATION IS PROVIDED 'AS IS." AMD MAKES NO REPRESENTATIONS OR WARRANTIES WITH RESPECT TO THE CONTENTS HEREOF AND ASSUMES NO RESPONSIBILITY FOR ANY INACCURACIES, ERRORS, OR OMISSIONS THAT MAY APPEAR IN THIS INFORMATION. AMD SPECIFICALLY DISCLAIMS ANY IMPLIED WARRANTIES OF NON-INFRINGEMENT, MERCHANTABILITY, OR FITNESS FOR ANY PARTICULAR PURPOSE. IN NO EVENT WILL AMD BE LIABLE TO ANY PERSON FOR ANY RELIANCE, DIRECT, INDIRECT, SPECIAL, OR OTHER CONSEQUENTIAL DAMAGES ARISING FROM THE USE OF ANY INFORMATION </a:t>
            </a:r>
            <a:r>
              <a:rPr lang="en-US" sz="1200">
                <a:solidFill>
                  <a:schemeClr val="bg1"/>
                </a:solidFill>
                <a:latin typeface="Arial" panose="020B0604020202020204" pitchFamily="34" charset="0"/>
                <a:cs typeface="Arial" panose="020B0604020202020204" pitchFamily="34" charset="0"/>
              </a:rPr>
              <a:t>CONTAINED HEREIN, EVEN IF AMD IS EXPRESSLY ADVISED OF THE POSSIBILITY OF SUCH DAMAGES.</a:t>
            </a:r>
          </a:p>
        </p:txBody>
      </p:sp>
    </p:spTree>
    <p:custDataLst>
      <p:custData r:id="rId1"/>
      <p:custData r:id="rId2"/>
    </p:custDataLst>
    <p:extLst>
      <p:ext uri="{BB962C8B-B14F-4D97-AF65-F5344CB8AC3E}">
        <p14:creationId xmlns:p14="http://schemas.microsoft.com/office/powerpoint/2010/main" val="2718257714"/>
      </p:ext>
    </p:extLst>
  </p:cSld>
  <p:clrMapOvr>
    <a:masterClrMapping/>
  </p:clrMapOvr>
  <p:transition>
    <p:fade/>
  </p:transition>
</p:sld>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FF8A00"/>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16x9 Presentation - Corporate Black Background - 2024 update -v1.2" id="{952D021A-6A0B-49CB-832E-9DCCDC055701}" vid="{8B090628-2708-4125-B695-55346B67B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item1.xml><?xml version="1.0" encoding="utf-8"?>
<TemplafySlideFormConfiguration><![CDATA[{"formFields":[],"formDataEntries":[]}]]></TemplafySlideFormConfiguration>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TemplafySlideTemplateConfiguration><![CDATA[{"slideVersion":1,"isValidatorEnabled":false,"isLocked":false,"elementsMetadata":[],"slideId":"637629098780820470","enableDocumentContentUpdater":true,"version":"2.0"}]]></TemplafySlideTemplateConfiguration>
</file>

<file path=customXml/item5.xml><?xml version="1.0" encoding="utf-8"?>
<TemplafySlideTemplateConfiguration><![CDATA[{"slideVersion":1,"isValidatorEnabled":false,"isLocked":false,"elementsMetadata":[],"slideId":"637629098780929168","enableDocumentContentUpdater":true,"version":"2.0"}]]></TemplafySlideTemplateConfiguration>
</file>

<file path=customXml/item6.xml><?xml version="1.0" encoding="utf-8"?>
<TemplafySlideTemplateConfiguration><![CDATA[{"slideVersion":1,"isValidatorEnabled":false,"isLocked":false,"elementsMetadata":[],"slideId":"637629098780938070","enableDocumentContentUpdater":true,"version":"2.0"}]]></TemplafySlideTemplateConfiguration>
</file>

<file path=customXml/item7.xml><?xml version="1.0" encoding="utf-8"?>
<TemplafySlideTemplateConfiguration><![CDATA[{"slideVersion":1,"isValidatorEnabled":false,"isLocked":false,"elementsMetadata":[],"slideId":"637629098780815282","enableDocumentContentUpdater":true,"version":"2.0"}]]></TemplafySlideTemplateConfiguration>
</file>

<file path=customXml/item8.xml><?xml version="1.0" encoding="utf-8"?>
<TemplafySlideTemplateConfiguration><![CDATA[{"slideVersion":1,"isValidatorEnabled":false,"isLocked":false,"elementsMetadata":[],"slideId":"637629098780944294","enableDocumentContentUpdater":true,"version":"2.0"}]]></TemplafySlideTemplateConfiguration>
</file>

<file path=customXml/item9.xml><?xml version="1.0" encoding="utf-8"?>
<TemplafySlideTemplateConfiguration><![CDATA[{"slideVersion":1,"isValidatorEnabled":false,"isLocked":false,"elementsMetadata":[],"slideId":"637629098780942318","enableDocumentContentUpdater":true,"version":"2.0"}]]></TemplafySlideTemplateConfiguration>
</file>

<file path=customXml/item10.xml><?xml version="1.0" encoding="utf-8"?>
<TemplafySlideFormConfiguration><![CDATA[{"formFields":[],"formDataEntries":[]}]]></TemplafySlideFormConfiguration>
</file>

<file path=customXml/item11.xml><?xml version="1.0" encoding="utf-8"?>
<TemplafySlideTemplateConfiguration><![CDATA[{"slideVersion":1,"isValidatorEnabled":false,"isLocked":false,"elementsMetadata":[],"slideId":"637629098780940360","enableDocumentContentUpdater":true,"version":"2.0"}]]></TemplafySlideTemplateConfiguration>
</file>

<file path=customXml/item12.xml><?xml version="1.0" encoding="utf-8"?>
<TemplafySlideFormConfiguration><![CDATA[{"formFields":[],"formDataEntries":[]}]]></TemplafySlideFormConfiguration>
</file>

<file path=customXml/item13.xml><?xml version="1.0" encoding="utf-8"?>
<TemplafySlideTemplateConfiguration><![CDATA[{"slideVersion":1,"isValidatorEnabled":false,"isLocked":false,"elementsMetadata":[],"slideId":"637629098780818133","enableDocumentContentUpdater":true,"version":"2.0"}]]></TemplafySlideTemplateConfiguration>
</file>

<file path=customXml/item14.xml><?xml version="1.0" encoding="utf-8"?>
<TemplafySlideTemplateConfiguration><![CDATA[{"slideVersion":1,"isValidatorEnabled":false,"isLocked":false,"elementsMetadata":[],"slideId":"637629098780810453","enableDocumentContentUpdater":true,"version":"2.0"}]]></TemplafySlideTemplateConfiguration>
</file>

<file path=customXml/item15.xml><?xml version="1.0" encoding="utf-8"?>
<TemplafySlideTemplateConfiguration><![CDATA[{"slideVersion":1,"isValidatorEnabled":false,"isLocked":false,"elementsMetadata":[],"slideId":"637629098780802172","enableDocumentContentUpdater":true,"version":"2.0"}]]></TemplafySlideTemplateConfiguration>
</file>

<file path=customXml/item16.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17.xml><?xml version="1.0" encoding="utf-8"?>
<TemplafySlideFormConfiguration><![CDATA[{"formFields":[],"formDataEntries":[]}]]></TemplafySlideFormConfiguration>
</file>

<file path=customXml/item18.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19.xml><?xml version="1.0" encoding="utf-8"?>
<TemplafySlideFormConfiguration><![CDATA[{"formFields":[],"formDataEntries":[]}]]></TemplafySlideFormConfiguration>
</file>

<file path=customXml/item20.xml><?xml version="1.0" encoding="utf-8"?>
<TemplafySlideFormConfiguration><![CDATA[{"formFields":[],"formDataEntries":[]}]]></TemplafySlideFormConfiguration>
</file>

<file path=customXml/item21.xml><?xml version="1.0" encoding="utf-8"?>
<TemplafySlideFormConfiguration><![CDATA[{"formFields":[],"formDataEntries":[]}]]></TemplafySlideFormConfiguration>
</file>

<file path=customXml/item22.xml><?xml version="1.0" encoding="utf-8"?>
<TemplafySlideTemplateConfiguration><![CDATA[{"slideVersion":1,"isValidatorEnabled":false,"isLocked":false,"elementsMetadata":[],"slideId":"637629098780933985","enableDocumentContentUpdater":true,"version":"2.0"}]]></TemplafySlideTemplateConfiguration>
</file>

<file path=customXml/item23.xml><?xml version="1.0" encoding="utf-8"?>
<TemplafySlideTemplateConfiguration><![CDATA[{"slideVersion":1,"isValidatorEnabled":false,"isLocked":false,"elementsMetadata":[],"slideId":"637629098780855834","enableDocumentContentUpdater":true,"version":"2.0"}]]></TemplafySlideTemplateConfiguration>
</file>

<file path=customXml/item24.xml><?xml version="1.0" encoding="utf-8"?>
<TemplafySlideFormConfiguration><![CDATA[{"formFields":[],"formDataEntries":[]}]]></TemplafySlideFormConfiguration>
</file>

<file path=customXml/item25.xml><?xml version="1.0" encoding="utf-8"?>
<TemplafySlideTemplateConfiguration><![CDATA[{"slideVersion":1,"isValidatorEnabled":false,"isLocked":false,"elementsMetadata":[],"slideId":"637629098780858672","enableDocumentContentUpdater":true,"version":"2.0"}]]></TemplafySlideTemplateConfiguration>
</file>

<file path=customXml/item26.xml><?xml version="1.0" encoding="utf-8"?>
<TemplafySlideFormConfiguration><![CDATA[{"formFields":[],"formDataEntries":[]}]]></TemplafySlideFormConfiguration>
</file>

<file path=customXml/item27.xml><?xml version="1.0" encoding="utf-8"?>
<TemplafySlideTemplateConfiguration><![CDATA[{"slideVersion":1,"isValidatorEnabled":false,"isLocked":false,"elementsMetadata":[],"slideId":"637629098780931945","enableDocumentContentUpdater":true,"version":"2.0"}]]></TemplafySlideTemplateConfiguration>
</file>

<file path=customXml/item28.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e4aa919a-b200-49cb-beca-4c7e0810321e" xsi:nil="true"/>
  </documentManagement>
</p:properties>
</file>

<file path=customXml/item29.xml><?xml version="1.0" encoding="utf-8"?>
<TemplafySlideTemplateConfiguration><![CDATA[{"slideVersion":1,"isValidatorEnabled":false,"isLocked":false,"elementsMetadata":[],"slideId":"637629098780868991","enableDocumentContentUpdater":true,"version":"2.0"}]]></TemplafySlideTemplateConfiguration>
</file>

<file path=customXml/item30.xml><?xml version="1.0" encoding="utf-8"?>
<TemplafySlideFormConfiguration><![CDATA[{"formFields":[],"formDataEntries":[]}]]></TemplafySlideFormConfiguration>
</file>

<file path=customXml/item31.xml><?xml version="1.0" encoding="utf-8"?>
<ct:contentTypeSchema xmlns:ct="http://schemas.microsoft.com/office/2006/metadata/contentType" xmlns:ma="http://schemas.microsoft.com/office/2006/metadata/properties/metaAttributes" ct:_="" ma:_="" ma:contentTypeName="Document" ma:contentTypeID="0x010100778A2EBC6E34694C80F43E94FCA993B5" ma:contentTypeVersion="14" ma:contentTypeDescription="Create a new document." ma:contentTypeScope="" ma:versionID="1a7ced39ac191f9ec8deffde533b0c1c">
  <xsd:schema xmlns:xsd="http://www.w3.org/2001/XMLSchema" xmlns:xs="http://www.w3.org/2001/XMLSchema" xmlns:p="http://schemas.microsoft.com/office/2006/metadata/properties" xmlns:ns1="http://schemas.microsoft.com/sharepoint/v3" xmlns:ns2="e4aa919a-b200-49cb-beca-4c7e0810321e" xmlns:ns3="06670dda-0291-4061-b6e0-f6c0cb392c51" targetNamespace="http://schemas.microsoft.com/office/2006/metadata/properties" ma:root="true" ma:fieldsID="bedea8c8816a4e5934c808becd103583" ns1:_="" ns2:_="" ns3:_="">
    <xsd:import namespace="http://schemas.microsoft.com/sharepoint/v3"/>
    <xsd:import namespace="e4aa919a-b200-49cb-beca-4c7e0810321e"/>
    <xsd:import namespace="06670dda-0291-4061-b6e0-f6c0cb392c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a919a-b200-49cb-beca-4c7e081032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fals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670dda-0291-4061-b6e0-f6c0cb392c5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2.xml><?xml version="1.0" encoding="utf-8"?>
<TemplafySlideTemplateConfiguration><![CDATA[{"slideVersion":1,"isValidatorEnabled":false,"isLocked":false,"elementsMetadata":[],"slideId":"637629098780863185","enableDocumentContentUpdater":true,"version":"2.0"}]]></TemplafySlideTemplateConfiguration>
</file>

<file path=customXml/item33.xml><?xml version="1.0" encoding="utf-8"?>
<TemplafySlideTemplateConfiguration><![CDATA[{"slideVersion":1,"isValidatorEnabled":false,"isLocked":false,"elementsMetadata":[],"slideId":"637629098780874432","enableDocumentContentUpdater":true,"version":"2.0"}]]></TemplafySlideTemplateConfiguration>
</file>

<file path=customXml/item34.xml><?xml version="1.0" encoding="utf-8"?>
<TemplafySlideFormConfiguration><![CDATA[{"formFields":[],"formDataEntries":[]}]]></TemplafySlideFormConfiguration>
</file>

<file path=customXml/item35.xml><?xml version="1.0" encoding="utf-8"?>
<TemplafySlideFormConfiguration><![CDATA[{"formFields":[],"formDataEntries":[]}]]></TemplafySlideFormConfiguration>
</file>

<file path=customXml/item36.xml><?xml version="1.0" encoding="utf-8"?>
<TemplafySlideFormConfiguration><![CDATA[{"formFields":[],"formDataEntries":[]}]]></TemplafySlideFormConfiguration>
</file>

<file path=customXml/item37.xml><?xml version="1.0" encoding="utf-8"?>
<TemplafySlideFormConfiguration><![CDATA[{"formFields":[],"formDataEntries":[]}]]></TemplafySlideFormConfiguration>
</file>

<file path=customXml/item38.xml><?xml version="1.0" encoding="utf-8"?>
<TemplafySlideTemplateConfiguration><![CDATA[{"slideVersion":1,"isValidatorEnabled":false,"isLocked":false,"elementsMetadata":[],"slideId":"637629098780935963","enableDocumentContentUpdater":true,"version":"2.0"}]]></TemplafySlideTemplateConfiguration>
</file>

<file path=customXml/item39.xml><?xml version="1.0" encoding="utf-8"?>
<TemplafySlideTemplateConfiguration><![CDATA[{"slideVersion":1,"isValidatorEnabled":false,"isLocked":false,"elementsMetadata":[],"slideId":"637629098780864969","enableDocumentContentUpdater":true,"version":"2.0"}]]></TemplafySlideTemplateConfiguration>
</file>

<file path=customXml/item40.xml><?xml version="1.0" encoding="utf-8"?>
<TemplafySlideTemplateConfiguration><![CDATA[{"slideVersion":1,"isValidatorEnabled":false,"isLocked":false,"elementsMetadata":[],"slideId":"637629098780812520","enableDocumentContentUpdater":true,"version":"2.0"}]]></TemplafySlideTemplateConfiguration>
</file>

<file path=customXml/item41.xml><?xml version="1.0" encoding="utf-8"?>
<TemplafySlideFormConfiguration><![CDATA[{"formFields":[],"formDataEntries":[]}]]></TemplafySlideFormConfiguration>
</file>

<file path=customXml/item42.xml><?xml version="1.0" encoding="utf-8"?>
<TemplafySlideFormConfiguration><![CDATA[{"formFields":[],"formDataEntries":[]}]]></TemplafySlideFormConfiguration>
</file>

<file path=customXml/item43.xml><?xml version="1.0" encoding="utf-8"?>
<TemplafySlideFormConfiguration><![CDATA[{"formFields":[],"formDataEntries":[]}]]></TemplafySlideFormConfiguration>
</file>

<file path=customXml/item44.xml><?xml version="1.0" encoding="utf-8"?>
<TemplafySlideTemplateConfiguration><![CDATA[{"slideVersion":1,"isValidatorEnabled":false,"isLocked":false,"elementsMetadata":[],"slideId":"637629098780819298","enableDocumentContentUpdater":true,"version":"2.0"}]]></TemplafySlideTemplateConfiguration>
</file>

<file path=customXml/item45.xml><?xml version="1.0" encoding="utf-8"?>
<TemplafySlideTemplateConfiguration><![CDATA[{"slideVersion":1,"isValidatorEnabled":false,"isLocked":false,"elementsMetadata":[],"slideId":"637629098780808397","enableDocumentContentUpdater":true,"version":"2.0"}]]></TemplafySlideTemplateConfiguration>
</file>

<file path=customXml/item46.xml><?xml version="1.0" encoding="utf-8"?>
<TemplafySlideTemplateConfiguration><![CDATA[{"slideVersion":1,"isValidatorEnabled":false,"isLocked":false,"elementsMetadata":[],"slideId":"637629098780942318","enableDocumentContentUpdater":true,"version":"2.0"}]]></TemplafySlideTemplateConfiguration>
</file>

<file path=customXml/item47.xml><?xml version="1.0" encoding="utf-8"?>
<TemplafySlideTemplateConfiguration><![CDATA[{"slideVersion":1,"isValidatorEnabled":false,"isLocked":false,"elementsMetadata":[],"slideId":"637629098780882757","enableDocumentContentUpdater":true,"version":"2.0"}]]></TemplafySlideTemplateConfiguration>
</file>

<file path=customXml/item48.xml><?xml version="1.0" encoding="utf-8"?>
<TemplafySlideTemplateConfiguration><![CDATA[{"slideVersion":1,"isValidatorEnabled":false,"isLocked":false,"elementsMetadata":[],"slideId":"637629098780938389","enableDocumentContentUpdater":true,"version":"2.0"}]]></TemplafySlideTemplateConfiguration>
</file>

<file path=customXml/item49.xml><?xml version="1.0" encoding="utf-8"?>
<TemplafySlideFormConfiguration><![CDATA[{"formFields":[],"formDataEntries":[]}]]></TemplafySlideFormConfiguration>
</file>

<file path=customXml/item50.xml><?xml version="1.0" encoding="utf-8"?>
<TemplafySlideTemplateConfiguration><![CDATA[{"slideVersion":1,"isValidatorEnabled":false,"isLocked":false,"elementsMetadata":[],"slideId":"637629098780805369","enableDocumentContentUpdater":true,"version":"2.0"}]]></TemplafySlideTemplateConfiguration>
</file>

<file path=customXml/item51.xml><?xml version="1.0" encoding="utf-8"?>
<TemplafySlideFormConfiguration><![CDATA[{"formFields":[],"formDataEntries":[]}]]></TemplafySlideFormConfiguration>
</file>

<file path=customXml/item52.xml><?xml version="1.0" encoding="utf-8"?>
<TemplafySlideFormConfiguration><![CDATA[{"formFields":[],"formDataEntries":[]}]]></TemplafySlideFormConfiguration>
</file>

<file path=customXml/item53.xml><?xml version="1.0" encoding="utf-8"?>
<TemplafySlideFormConfiguration><![CDATA[{"formFields":[],"formDataEntries":[]}]]></TemplafySlideFormConfiguration>
</file>

<file path=customXml/item54.xml><?xml version="1.0" encoding="utf-8"?>
<TemplafySlideFormConfiguration><![CDATA[{"formFields":[],"formDataEntries":[]}]]></TemplafySlideFormConfiguration>
</file>

<file path=customXml/item55.xml><?xml version="1.0" encoding="utf-8"?>
<?mso-contentType ?>
<FormTemplates xmlns="http://schemas.microsoft.com/sharepoint/v3/contenttype/forms">
  <Display>DocumentLibraryForm</Display>
  <Edit>DocumentLibraryForm</Edit>
  <New>DocumentLibraryForm</New>
</FormTemplates>
</file>

<file path=customXml/item56.xml><?xml version="1.0" encoding="utf-8"?>
<TemplafySlideFormConfiguration><![CDATA[{"formFields":[],"formDataEntries":[]}]]></TemplafySlideFormConfiguration>
</file>

<file path=customXml/item57.xml><?xml version="1.0" encoding="utf-8"?>
<TemplafySlideFormConfiguration><![CDATA[{"formFields":[],"formDataEntries":[]}]]></TemplafySlideFormConfiguration>
</file>

<file path=customXml/item58.xml><?xml version="1.0" encoding="utf-8"?>
<TemplafySlideTemplateConfiguration><![CDATA[{"slideVersion":1,"isValidatorEnabled":false,"isLocked":false,"elementsMetadata":[],"slideId":"637629098780898812","enableDocumentContentUpdater":true,"version":"2.0"}]]></TemplafySlideTemplateConfiguration>
</file>

<file path=customXml/item59.xml><?xml version="1.0" encoding="utf-8"?>
<TemplafySlideTemplateConfiguration><![CDATA[{"slideVersion":1,"isValidatorEnabled":false,"isLocked":false,"elementsMetadata":[],"slideId":"637629098780861368","enableDocumentContentUpdater":true,"version":"2.0"}]]></TemplafySlideTemplateConfiguration>
</file>

<file path=customXml/item60.xml><?xml version="1.0" encoding="utf-8"?>
<TemplafySlideFormConfiguration><![CDATA[{"formFields":[],"formDataEntries":[]}]]></TemplafySlideFormConfiguration>
</file>

<file path=customXml/item61.xml><?xml version="1.0" encoding="utf-8"?>
<TemplafySlideFormConfiguration><![CDATA[{"formFields":[],"formDataEntries":[]}]]></TemplafySlideFormConfiguration>
</file>

<file path=customXml/item62.xml><?xml version="1.0" encoding="utf-8"?>
<TemplafySlideTemplateConfiguration><![CDATA[{"slideVersion":1,"isValidatorEnabled":false,"isLocked":false,"elementsMetadata":[],"slideId":"637629098780891892","enableDocumentContentUpdater":true,"version":"2.0"}]]></TemplafySlideTemplateConfiguration>
</file>

<file path=customXml/item63.xml><?xml version="1.0" encoding="utf-8"?>
<TemplafySlideFormConfiguration><![CDATA[{"formFields":[],"formDataEntries":[]}]]></TemplafySlideFormConfiguration>
</file>

<file path=customXml/item64.xml><?xml version="1.0" encoding="utf-8"?>
<TemplafySlideFormConfiguration><![CDATA[{"formFields":[],"formDataEntries":[]}]]></TemplafySlideFormConfiguration>
</file>

<file path=customXml/item65.xml><?xml version="1.0" encoding="utf-8"?>
<TemplafySlideTemplateConfiguration><![CDATA[{"slideVersion":1,"isValidatorEnabled":false,"isLocked":false,"elementsMetadata":[],"slideId":"637629098780818133","enableDocumentContentUpdater":true,"version":"2.0"}]]></TemplafySlideTemplateConfiguration>
</file>

<file path=customXml/item66.xml><?xml version="1.0" encoding="utf-8"?>
<TemplafySlideTemplateConfiguration><![CDATA[{"slideVersion":1,"isValidatorEnabled":false,"isLocked":false,"elementsMetadata":[],"slideId":"637629098780818133","enableDocumentContentUpdater":true,"version":"2.0"}]]></TemplafySlideTemplateConfiguration>
</file>

<file path=customXml/item67.xml><?xml version="1.0" encoding="utf-8"?>
<TemplafySlideTemplateConfiguration><![CDATA[{"slideVersion":1,"isValidatorEnabled":false,"isLocked":false,"elementsMetadata":[],"slideId":"637629098780805369","enableDocumentContentUpdater":true,"version":"2.0"}]]></TemplafySlideTemplateConfiguration>
</file>

<file path=customXml/item68.xml><?xml version="1.0" encoding="utf-8"?>
<TemplafySlideTemplateConfiguration><![CDATA[{"slideVersion":1,"isValidatorEnabled":false,"isLocked":false,"elementsMetadata":[],"slideId":"637629098780818133","enableDocumentContentUpdater":true,"version":"2.0"}]]></TemplafySlideTemplateConfiguration>
</file>

<file path=customXml/item69.xml><?xml version="1.0" encoding="utf-8"?>
<TemplafySlideTemplateConfiguration><![CDATA[{"slideVersion":1,"isValidatorEnabled":false,"isLocked":false,"elementsMetadata":[],"slideId":"637629098780944294","enableDocumentContentUpdater":true,"version":"2.0"}]]></TemplafySlideTemplateConfiguration>
</file>

<file path=customXml/itemProps1.xml><?xml version="1.0" encoding="utf-8"?>
<ds:datastoreItem xmlns:ds="http://schemas.openxmlformats.org/officeDocument/2006/customXml" ds:itemID="{C67D3CDE-4F82-4339-9EA4-1EEE33A61958}">
  <ds:schemaRefs/>
</ds:datastoreItem>
</file>

<file path=customXml/itemProps2.xml><?xml version="1.0" encoding="utf-8"?>
<ds:datastoreItem xmlns:ds="http://schemas.openxmlformats.org/officeDocument/2006/customXml" ds:itemID="{2A1B10AF-5356-4D21-9E16-9423E20937FC}">
  <ds:schemaRefs/>
</ds:datastoreItem>
</file>

<file path=customXml/itemProps3.xml><?xml version="1.0" encoding="utf-8"?>
<ds:datastoreItem xmlns:ds="http://schemas.openxmlformats.org/officeDocument/2006/customXml" ds:itemID="{E3B787A2-A83F-4E87-A90A-111C61F62E24}">
  <ds:schemaRefs/>
</ds:datastoreItem>
</file>

<file path=customXml/itemProps4.xml><?xml version="1.0" encoding="utf-8"?>
<ds:datastoreItem xmlns:ds="http://schemas.openxmlformats.org/officeDocument/2006/customXml" ds:itemID="{00BD3ED4-8ED9-4359-B43B-2C197BC490D9}">
  <ds:schemaRefs/>
</ds:datastoreItem>
</file>

<file path=customXml/itemProps5.xml><?xml version="1.0" encoding="utf-8"?>
<ds:datastoreItem xmlns:ds="http://schemas.openxmlformats.org/officeDocument/2006/customXml" ds:itemID="{0C0AD6D7-0AAB-4CF7-9869-E9E315BAF875}">
  <ds:schemaRefs/>
</ds:datastoreItem>
</file>

<file path=customXml/itemProps6.xml><?xml version="1.0" encoding="utf-8"?>
<ds:datastoreItem xmlns:ds="http://schemas.openxmlformats.org/officeDocument/2006/customXml" ds:itemID="{3915BD4A-04C4-49F2-B0B9-3E7D336EC799}">
  <ds:schemaRefs/>
</ds:datastoreItem>
</file>

<file path=customXml/itemProps7.xml><?xml version="1.0" encoding="utf-8"?>
<ds:datastoreItem xmlns:ds="http://schemas.openxmlformats.org/officeDocument/2006/customXml" ds:itemID="{E4C8E36C-E4C3-4DF8-B9A8-546312449852}">
  <ds:schemaRefs/>
</ds:datastoreItem>
</file>

<file path=customXml/itemProps8.xml><?xml version="1.0" encoding="utf-8"?>
<ds:datastoreItem xmlns:ds="http://schemas.openxmlformats.org/officeDocument/2006/customXml" ds:itemID="{1AB4A281-5EBA-4CA1-A536-6B29C98890B6}">
  <ds:schemaRefs/>
</ds:datastoreItem>
</file>

<file path=customXml/itemProps9.xml><?xml version="1.0" encoding="utf-8"?>
<ds:datastoreItem xmlns:ds="http://schemas.openxmlformats.org/officeDocument/2006/customXml" ds:itemID="{30338C60-725E-4230-8732-6C1737FFCF6F}">
  <ds:schemaRefs/>
</ds:datastoreItem>
</file>

<file path=customXml/itemProps10.xml><?xml version="1.0" encoding="utf-8"?>
<ds:datastoreItem xmlns:ds="http://schemas.openxmlformats.org/officeDocument/2006/customXml" ds:itemID="{3D719615-E8C3-42D3-B19D-076A1FC4620D}">
  <ds:schemaRefs/>
</ds:datastoreItem>
</file>

<file path=customXml/itemProps11.xml><?xml version="1.0" encoding="utf-8"?>
<ds:datastoreItem xmlns:ds="http://schemas.openxmlformats.org/officeDocument/2006/customXml" ds:itemID="{56A99A3E-A648-468D-B568-4C0AD8B35441}">
  <ds:schemaRefs/>
</ds:datastoreItem>
</file>

<file path=customXml/itemProps12.xml><?xml version="1.0" encoding="utf-8"?>
<ds:datastoreItem xmlns:ds="http://schemas.openxmlformats.org/officeDocument/2006/customXml" ds:itemID="{6A0018E2-8AA5-4CE6-A43B-7E69D37BB663}">
  <ds:schemaRefs/>
</ds:datastoreItem>
</file>

<file path=customXml/itemProps13.xml><?xml version="1.0" encoding="utf-8"?>
<ds:datastoreItem xmlns:ds="http://schemas.openxmlformats.org/officeDocument/2006/customXml" ds:itemID="{6B831CAE-95E4-452E-B3C5-B76AAD78A52A}">
  <ds:schemaRefs/>
</ds:datastoreItem>
</file>

<file path=customXml/itemProps14.xml><?xml version="1.0" encoding="utf-8"?>
<ds:datastoreItem xmlns:ds="http://schemas.openxmlformats.org/officeDocument/2006/customXml" ds:itemID="{915452D2-9D6B-41D9-99FD-4D1CF211FA39}">
  <ds:schemaRefs/>
</ds:datastoreItem>
</file>

<file path=customXml/itemProps15.xml><?xml version="1.0" encoding="utf-8"?>
<ds:datastoreItem xmlns:ds="http://schemas.openxmlformats.org/officeDocument/2006/customXml" ds:itemID="{BE3BB7DD-0C86-4747-A387-5C5D191BB970}">
  <ds:schemaRefs/>
</ds:datastoreItem>
</file>

<file path=customXml/itemProps16.xml><?xml version="1.0" encoding="utf-8"?>
<ds:datastoreItem xmlns:ds="http://schemas.openxmlformats.org/officeDocument/2006/customXml" ds:itemID="{6291F803-2EF0-4E47-96D6-4796950CE6BD}">
  <ds:schemaRefs/>
</ds:datastoreItem>
</file>

<file path=customXml/itemProps17.xml><?xml version="1.0" encoding="utf-8"?>
<ds:datastoreItem xmlns:ds="http://schemas.openxmlformats.org/officeDocument/2006/customXml" ds:itemID="{988BE19C-289C-4D51-AC33-2691C170DBEA}">
  <ds:schemaRefs/>
</ds:datastoreItem>
</file>

<file path=customXml/itemProps18.xml><?xml version="1.0" encoding="utf-8"?>
<ds:datastoreItem xmlns:ds="http://schemas.openxmlformats.org/officeDocument/2006/customXml" ds:itemID="{43BC5722-1D5B-4915-8247-E6D5F513E549}">
  <ds:schemaRefs/>
</ds:datastoreItem>
</file>

<file path=customXml/itemProps19.xml><?xml version="1.0" encoding="utf-8"?>
<ds:datastoreItem xmlns:ds="http://schemas.openxmlformats.org/officeDocument/2006/customXml" ds:itemID="{25EDB0A7-1862-4F58-81F8-88FFEB27A481}">
  <ds:schemaRefs/>
</ds:datastoreItem>
</file>

<file path=customXml/itemProps20.xml><?xml version="1.0" encoding="utf-8"?>
<ds:datastoreItem xmlns:ds="http://schemas.openxmlformats.org/officeDocument/2006/customXml" ds:itemID="{8C320EF3-E45D-49A1-86A9-B0DA20C7CC04}">
  <ds:schemaRefs/>
</ds:datastoreItem>
</file>

<file path=customXml/itemProps21.xml><?xml version="1.0" encoding="utf-8"?>
<ds:datastoreItem xmlns:ds="http://schemas.openxmlformats.org/officeDocument/2006/customXml" ds:itemID="{33C2836D-CD36-48F0-AE3F-D27BFE792AB7}">
  <ds:schemaRefs/>
</ds:datastoreItem>
</file>

<file path=customXml/itemProps22.xml><?xml version="1.0" encoding="utf-8"?>
<ds:datastoreItem xmlns:ds="http://schemas.openxmlformats.org/officeDocument/2006/customXml" ds:itemID="{364650BF-04B4-4ADF-AE61-286BFE5AF2AD}">
  <ds:schemaRefs/>
</ds:datastoreItem>
</file>

<file path=customXml/itemProps23.xml><?xml version="1.0" encoding="utf-8"?>
<ds:datastoreItem xmlns:ds="http://schemas.openxmlformats.org/officeDocument/2006/customXml" ds:itemID="{1669606D-CDD4-43E6-985A-81776140D176}">
  <ds:schemaRefs/>
</ds:datastoreItem>
</file>

<file path=customXml/itemProps24.xml><?xml version="1.0" encoding="utf-8"?>
<ds:datastoreItem xmlns:ds="http://schemas.openxmlformats.org/officeDocument/2006/customXml" ds:itemID="{75BD4175-2A6A-457D-B03C-89D272FF4835}">
  <ds:schemaRefs/>
</ds:datastoreItem>
</file>

<file path=customXml/itemProps25.xml><?xml version="1.0" encoding="utf-8"?>
<ds:datastoreItem xmlns:ds="http://schemas.openxmlformats.org/officeDocument/2006/customXml" ds:itemID="{C89A946A-C258-4267-A263-69DA8374B547}">
  <ds:schemaRefs/>
</ds:datastoreItem>
</file>

<file path=customXml/itemProps26.xml><?xml version="1.0" encoding="utf-8"?>
<ds:datastoreItem xmlns:ds="http://schemas.openxmlformats.org/officeDocument/2006/customXml" ds:itemID="{00121D97-98F5-4946-8A5D-87D090F11338}">
  <ds:schemaRefs/>
</ds:datastoreItem>
</file>

<file path=customXml/itemProps27.xml><?xml version="1.0" encoding="utf-8"?>
<ds:datastoreItem xmlns:ds="http://schemas.openxmlformats.org/officeDocument/2006/customXml" ds:itemID="{CAFED163-E143-4EEB-A735-81C1226AD9B4}">
  <ds:schemaRefs/>
</ds:datastoreItem>
</file>

<file path=customXml/itemProps28.xml><?xml version="1.0" encoding="utf-8"?>
<ds:datastoreItem xmlns:ds="http://schemas.openxmlformats.org/officeDocument/2006/customXml" ds:itemID="{F990F116-B58F-4255-B05B-DA3808E0E5C6}">
  <ds:schemaRefs>
    <ds:schemaRef ds:uri="06670dda-0291-4061-b6e0-f6c0cb392c51"/>
    <ds:schemaRef ds:uri="e4aa919a-b200-49cb-beca-4c7e081032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9.xml><?xml version="1.0" encoding="utf-8"?>
<ds:datastoreItem xmlns:ds="http://schemas.openxmlformats.org/officeDocument/2006/customXml" ds:itemID="{AC107CF9-7144-4997-BE7D-1990BE189C9A}">
  <ds:schemaRefs/>
</ds:datastoreItem>
</file>

<file path=customXml/itemProps30.xml><?xml version="1.0" encoding="utf-8"?>
<ds:datastoreItem xmlns:ds="http://schemas.openxmlformats.org/officeDocument/2006/customXml" ds:itemID="{2EF89111-4289-441B-97BD-A2D8E126532F}">
  <ds:schemaRefs/>
</ds:datastoreItem>
</file>

<file path=customXml/itemProps31.xml><?xml version="1.0" encoding="utf-8"?>
<ds:datastoreItem xmlns:ds="http://schemas.openxmlformats.org/officeDocument/2006/customXml" ds:itemID="{0BB3C309-8520-4616-80FC-2CB10D5B83A0}">
  <ds:schemaRefs>
    <ds:schemaRef ds:uri="06670dda-0291-4061-b6e0-f6c0cb392c51"/>
    <ds:schemaRef ds:uri="e4aa919a-b200-49cb-beca-4c7e081032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2.xml><?xml version="1.0" encoding="utf-8"?>
<ds:datastoreItem xmlns:ds="http://schemas.openxmlformats.org/officeDocument/2006/customXml" ds:itemID="{7FD631D3-3AB7-43F0-9FCE-6F65E4127A72}">
  <ds:schemaRefs/>
</ds:datastoreItem>
</file>

<file path=customXml/itemProps33.xml><?xml version="1.0" encoding="utf-8"?>
<ds:datastoreItem xmlns:ds="http://schemas.openxmlformats.org/officeDocument/2006/customXml" ds:itemID="{2BC0DC1D-8D15-4194-9A1A-EDACA544CFA6}">
  <ds:schemaRefs/>
</ds:datastoreItem>
</file>

<file path=customXml/itemProps34.xml><?xml version="1.0" encoding="utf-8"?>
<ds:datastoreItem xmlns:ds="http://schemas.openxmlformats.org/officeDocument/2006/customXml" ds:itemID="{7BAA13C3-64B7-4D7A-BA49-B0CCD43E2049}">
  <ds:schemaRefs/>
</ds:datastoreItem>
</file>

<file path=customXml/itemProps35.xml><?xml version="1.0" encoding="utf-8"?>
<ds:datastoreItem xmlns:ds="http://schemas.openxmlformats.org/officeDocument/2006/customXml" ds:itemID="{162E1B2B-387B-423C-8FB0-129D0EE7DD83}">
  <ds:schemaRefs/>
</ds:datastoreItem>
</file>

<file path=customXml/itemProps36.xml><?xml version="1.0" encoding="utf-8"?>
<ds:datastoreItem xmlns:ds="http://schemas.openxmlformats.org/officeDocument/2006/customXml" ds:itemID="{C5DD1971-334A-45E9-9D2B-FB6BD8AAE58A}">
  <ds:schemaRefs/>
</ds:datastoreItem>
</file>

<file path=customXml/itemProps37.xml><?xml version="1.0" encoding="utf-8"?>
<ds:datastoreItem xmlns:ds="http://schemas.openxmlformats.org/officeDocument/2006/customXml" ds:itemID="{D5DFDA8F-B725-4CD6-A843-7349EA123794}">
  <ds:schemaRefs/>
</ds:datastoreItem>
</file>

<file path=customXml/itemProps38.xml><?xml version="1.0" encoding="utf-8"?>
<ds:datastoreItem xmlns:ds="http://schemas.openxmlformats.org/officeDocument/2006/customXml" ds:itemID="{1D3A887C-FC1C-482E-BE66-F9B66B0A6227}">
  <ds:schemaRefs/>
</ds:datastoreItem>
</file>

<file path=customXml/itemProps39.xml><?xml version="1.0" encoding="utf-8"?>
<ds:datastoreItem xmlns:ds="http://schemas.openxmlformats.org/officeDocument/2006/customXml" ds:itemID="{B7066F7B-EA61-4071-B961-E1FA19724DC0}">
  <ds:schemaRefs/>
</ds:datastoreItem>
</file>

<file path=customXml/itemProps40.xml><?xml version="1.0" encoding="utf-8"?>
<ds:datastoreItem xmlns:ds="http://schemas.openxmlformats.org/officeDocument/2006/customXml" ds:itemID="{EC53C6C7-14A0-4237-9C9A-FA78B37E53AB}">
  <ds:schemaRefs/>
</ds:datastoreItem>
</file>

<file path=customXml/itemProps41.xml><?xml version="1.0" encoding="utf-8"?>
<ds:datastoreItem xmlns:ds="http://schemas.openxmlformats.org/officeDocument/2006/customXml" ds:itemID="{647B6612-4C79-45CE-9A32-14C2D37B46F1}">
  <ds:schemaRefs/>
</ds:datastoreItem>
</file>

<file path=customXml/itemProps42.xml><?xml version="1.0" encoding="utf-8"?>
<ds:datastoreItem xmlns:ds="http://schemas.openxmlformats.org/officeDocument/2006/customXml" ds:itemID="{7C5C44AF-FBA1-4FF3-8C07-71728D2581FD}">
  <ds:schemaRefs/>
</ds:datastoreItem>
</file>

<file path=customXml/itemProps43.xml><?xml version="1.0" encoding="utf-8"?>
<ds:datastoreItem xmlns:ds="http://schemas.openxmlformats.org/officeDocument/2006/customXml" ds:itemID="{DDCC6A1B-7673-40E9-AC3E-C0D8F2784A83}">
  <ds:schemaRefs/>
</ds:datastoreItem>
</file>

<file path=customXml/itemProps44.xml><?xml version="1.0" encoding="utf-8"?>
<ds:datastoreItem xmlns:ds="http://schemas.openxmlformats.org/officeDocument/2006/customXml" ds:itemID="{56B316EE-D9D1-44C3-8C00-AE433A63C836}">
  <ds:schemaRefs/>
</ds:datastoreItem>
</file>

<file path=customXml/itemProps45.xml><?xml version="1.0" encoding="utf-8"?>
<ds:datastoreItem xmlns:ds="http://schemas.openxmlformats.org/officeDocument/2006/customXml" ds:itemID="{1BCEDA00-0BCE-4F19-A380-8AED6A66E762}">
  <ds:schemaRefs/>
</ds:datastoreItem>
</file>

<file path=customXml/itemProps46.xml><?xml version="1.0" encoding="utf-8"?>
<ds:datastoreItem xmlns:ds="http://schemas.openxmlformats.org/officeDocument/2006/customXml" ds:itemID="{C4AC888D-F808-4B42-9E4B-F2C6F179D703}">
  <ds:schemaRefs/>
</ds:datastoreItem>
</file>

<file path=customXml/itemProps47.xml><?xml version="1.0" encoding="utf-8"?>
<ds:datastoreItem xmlns:ds="http://schemas.openxmlformats.org/officeDocument/2006/customXml" ds:itemID="{5265E46D-0749-47B1-8243-3C63764C0EFC}">
  <ds:schemaRefs/>
</ds:datastoreItem>
</file>

<file path=customXml/itemProps48.xml><?xml version="1.0" encoding="utf-8"?>
<ds:datastoreItem xmlns:ds="http://schemas.openxmlformats.org/officeDocument/2006/customXml" ds:itemID="{A20E27A4-6C3C-428D-ADE7-7DC089C0CD46}">
  <ds:schemaRefs/>
</ds:datastoreItem>
</file>

<file path=customXml/itemProps49.xml><?xml version="1.0" encoding="utf-8"?>
<ds:datastoreItem xmlns:ds="http://schemas.openxmlformats.org/officeDocument/2006/customXml" ds:itemID="{65B44A9F-1851-42AC-AD3C-FFC343A07D3A}">
  <ds:schemaRefs/>
</ds:datastoreItem>
</file>

<file path=customXml/itemProps50.xml><?xml version="1.0" encoding="utf-8"?>
<ds:datastoreItem xmlns:ds="http://schemas.openxmlformats.org/officeDocument/2006/customXml" ds:itemID="{95AE8F77-448C-4B7C-8669-DC6D4241F9CE}">
  <ds:schemaRefs/>
</ds:datastoreItem>
</file>

<file path=customXml/itemProps51.xml><?xml version="1.0" encoding="utf-8"?>
<ds:datastoreItem xmlns:ds="http://schemas.openxmlformats.org/officeDocument/2006/customXml" ds:itemID="{682BF6E6-8993-4A0E-A615-E24230C37DAC}">
  <ds:schemaRefs/>
</ds:datastoreItem>
</file>

<file path=customXml/itemProps52.xml><?xml version="1.0" encoding="utf-8"?>
<ds:datastoreItem xmlns:ds="http://schemas.openxmlformats.org/officeDocument/2006/customXml" ds:itemID="{D4B66AC3-71C4-4908-9595-93E8B8D76E97}">
  <ds:schemaRefs/>
</ds:datastoreItem>
</file>

<file path=customXml/itemProps53.xml><?xml version="1.0" encoding="utf-8"?>
<ds:datastoreItem xmlns:ds="http://schemas.openxmlformats.org/officeDocument/2006/customXml" ds:itemID="{08BA5A9A-BB8B-4F8E-93CD-455474EF7276}">
  <ds:schemaRefs/>
</ds:datastoreItem>
</file>

<file path=customXml/itemProps54.xml><?xml version="1.0" encoding="utf-8"?>
<ds:datastoreItem xmlns:ds="http://schemas.openxmlformats.org/officeDocument/2006/customXml" ds:itemID="{AE04A922-1222-46EA-85D1-620CD08A927B}">
  <ds:schemaRefs/>
</ds:datastoreItem>
</file>

<file path=customXml/itemProps55.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56.xml><?xml version="1.0" encoding="utf-8"?>
<ds:datastoreItem xmlns:ds="http://schemas.openxmlformats.org/officeDocument/2006/customXml" ds:itemID="{0A230136-8CEC-4C29-A55A-F5FA83CA887A}">
  <ds:schemaRefs/>
</ds:datastoreItem>
</file>

<file path=customXml/itemProps57.xml><?xml version="1.0" encoding="utf-8"?>
<ds:datastoreItem xmlns:ds="http://schemas.openxmlformats.org/officeDocument/2006/customXml" ds:itemID="{F82E9EAE-C942-4F71-8479-8192B35558E2}">
  <ds:schemaRefs/>
</ds:datastoreItem>
</file>

<file path=customXml/itemProps58.xml><?xml version="1.0" encoding="utf-8"?>
<ds:datastoreItem xmlns:ds="http://schemas.openxmlformats.org/officeDocument/2006/customXml" ds:itemID="{AD9376BE-3D3E-4586-9139-069C1651B477}">
  <ds:schemaRefs/>
</ds:datastoreItem>
</file>

<file path=customXml/itemProps59.xml><?xml version="1.0" encoding="utf-8"?>
<ds:datastoreItem xmlns:ds="http://schemas.openxmlformats.org/officeDocument/2006/customXml" ds:itemID="{921C0A0B-EE13-4908-9C41-3E7EDF526068}">
  <ds:schemaRefs/>
</ds:datastoreItem>
</file>

<file path=customXml/itemProps60.xml><?xml version="1.0" encoding="utf-8"?>
<ds:datastoreItem xmlns:ds="http://schemas.openxmlformats.org/officeDocument/2006/customXml" ds:itemID="{918BDABD-06F7-784A-A8C4-94CF7B723D0F}">
  <ds:schemaRefs/>
</ds:datastoreItem>
</file>

<file path=customXml/itemProps61.xml><?xml version="1.0" encoding="utf-8"?>
<ds:datastoreItem xmlns:ds="http://schemas.openxmlformats.org/officeDocument/2006/customXml" ds:itemID="{9DF1E77E-93BB-43A3-BEC8-6478C2794FA6}">
  <ds:schemaRefs/>
</ds:datastoreItem>
</file>

<file path=customXml/itemProps62.xml><?xml version="1.0" encoding="utf-8"?>
<ds:datastoreItem xmlns:ds="http://schemas.openxmlformats.org/officeDocument/2006/customXml" ds:itemID="{FC77B9F3-C094-489B-8C01-F272F0AF68C6}">
  <ds:schemaRefs/>
</ds:datastoreItem>
</file>

<file path=customXml/itemProps63.xml><?xml version="1.0" encoding="utf-8"?>
<ds:datastoreItem xmlns:ds="http://schemas.openxmlformats.org/officeDocument/2006/customXml" ds:itemID="{CBB24767-B696-4303-95AD-C1F5811D028F}">
  <ds:schemaRefs/>
</ds:datastoreItem>
</file>

<file path=customXml/itemProps64.xml><?xml version="1.0" encoding="utf-8"?>
<ds:datastoreItem xmlns:ds="http://schemas.openxmlformats.org/officeDocument/2006/customXml" ds:itemID="{CCE89B3F-3BA2-4933-BCB4-A687620E402B}">
  <ds:schemaRefs/>
</ds:datastoreItem>
</file>

<file path=customXml/itemProps65.xml><?xml version="1.0" encoding="utf-8"?>
<ds:datastoreItem xmlns:ds="http://schemas.openxmlformats.org/officeDocument/2006/customXml" ds:itemID="{3D2E1DFC-E4F6-40F5-AA00-F5953E8A986F}">
  <ds:schemaRefs/>
</ds:datastoreItem>
</file>

<file path=customXml/itemProps66.xml><?xml version="1.0" encoding="utf-8"?>
<ds:datastoreItem xmlns:ds="http://schemas.openxmlformats.org/officeDocument/2006/customXml" ds:itemID="{020CE332-2A6A-4B00-B1CC-461CC621EBA8}">
  <ds:schemaRefs/>
</ds:datastoreItem>
</file>

<file path=customXml/itemProps67.xml><?xml version="1.0" encoding="utf-8"?>
<ds:datastoreItem xmlns:ds="http://schemas.openxmlformats.org/officeDocument/2006/customXml" ds:itemID="{50DBE349-4FCE-4533-BF80-7318CDC6FF7B}">
  <ds:schemaRefs/>
</ds:datastoreItem>
</file>

<file path=customXml/itemProps68.xml><?xml version="1.0" encoding="utf-8"?>
<ds:datastoreItem xmlns:ds="http://schemas.openxmlformats.org/officeDocument/2006/customXml" ds:itemID="{D7AB158A-9F3D-4F3F-9BFA-479CF690F7AC}">
  <ds:schemaRefs/>
</ds:datastoreItem>
</file>

<file path=customXml/itemProps69.xml><?xml version="1.0" encoding="utf-8"?>
<ds:datastoreItem xmlns:ds="http://schemas.openxmlformats.org/officeDocument/2006/customXml" ds:itemID="{3D6867FE-E31A-4084-BD14-0B89D90B80A8}">
  <ds:schemaRefs/>
</ds:datastoreItem>
</file>

<file path=docMetadata/LabelInfo.xml><?xml version="1.0" encoding="utf-8"?>
<clbl:labelList xmlns:clbl="http://schemas.microsoft.com/office/2020/mipLabelMetadata">
  <clbl:label id="{2d0b1989-8fc8-4a69-bcac-d46889461ba5}"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blank</Template>
  <TotalTime>42</TotalTime>
  <Words>4613</Words>
  <Application>Microsoft Office PowerPoint</Application>
  <PresentationFormat>Widescreen</PresentationFormat>
  <Paragraphs>844</Paragraphs>
  <Slides>30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Arial</vt:lpstr>
      <vt:lpstr>Calibri</vt:lpstr>
      <vt:lpstr>Consolas</vt:lpstr>
      <vt:lpstr>Klavika Bold</vt:lpstr>
      <vt:lpstr>Segoe UI</vt:lpstr>
      <vt:lpstr>Segoe UI Semibold</vt:lpstr>
      <vt:lpstr>AMD Corporate Template_Dark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Copyright and disclaimer</vt:lpstr>
    </vt:vector>
  </TitlesOfParts>
  <Manager>&lt;Comms manager name here&gt;</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AMD Corporate Powerpoint Template</dc:subject>
  <dc:creator>Math, Viru</dc:creator>
  <cp:keywords>AMD Corporate Powerpoint Template</cp:keywords>
  <dc:description/>
  <cp:lastModifiedBy>Dash, Eashan</cp:lastModifiedBy>
  <cp:revision>1</cp:revision>
  <cp:lastPrinted>2020-04-30T18:59:47Z</cp:lastPrinted>
  <dcterms:created xsi:type="dcterms:W3CDTF">2026-05-28T08:39:31Z</dcterms:created>
  <dcterms:modified xsi:type="dcterms:W3CDTF">2026-10-10T16:08:02Z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MSIP_Label_64e4cbe8-b4f6-45dc-bcba-6123dfd2d8bf_Enabled">
    <vt:lpwstr>true</vt:lpwstr>
  </property>
  <property fmtid="{D5CDD505-2E9C-101B-9397-08002B2CF9AE}" pid="7" name="MSIP_Label_64e4cbe8-b4f6-45dc-bcba-6123dfd2d8bf_SetDate">
    <vt:lpwstr>2024-02-15T15:59:13Z</vt:lpwstr>
  </property>
  <property fmtid="{D5CDD505-2E9C-101B-9397-08002B2CF9AE}" pid="8" name="MSIP_Label_64e4cbe8-b4f6-45dc-bcba-6123dfd2d8bf_Method">
    <vt:lpwstr>Privileged</vt:lpwstr>
  </property>
  <property fmtid="{D5CDD505-2E9C-101B-9397-08002B2CF9AE}" pid="9" name="MSIP_Label_64e4cbe8-b4f6-45dc-bcba-6123dfd2d8bf_Name">
    <vt:lpwstr>Non-Business-AIP 2.0</vt:lpwstr>
  </property>
  <property fmtid="{D5CDD505-2E9C-101B-9397-08002B2CF9AE}" pid="10" name="MSIP_Label_64e4cbe8-b4f6-45dc-bcba-6123dfd2d8bf_SiteId">
    <vt:lpwstr>3dd8961f-e488-4e60-8e11-a82d994e183d</vt:lpwstr>
  </property>
  <property fmtid="{D5CDD505-2E9C-101B-9397-08002B2CF9AE}" pid="11" name="MSIP_Label_64e4cbe8-b4f6-45dc-bcba-6123dfd2d8bf_ActionId">
    <vt:lpwstr>c382c031-d868-43ef-a7b1-f4e852747774</vt:lpwstr>
  </property>
  <property fmtid="{D5CDD505-2E9C-101B-9397-08002B2CF9AE}" pid="12" name="MSIP_Label_64e4cbe8-b4f6-45dc-bcba-6123dfd2d8bf_ContentBits">
    <vt:lpwstr>0</vt:lpwstr>
  </property>
  <property fmtid="{D5CDD505-2E9C-101B-9397-08002B2CF9AE}" pid="13" name="ClassificationContentMarkingHeaderLocations">
    <vt:lpwstr>AMD Corporate Template_Dark:36</vt:lpwstr>
  </property>
  <property fmtid="{D5CDD505-2E9C-101B-9397-08002B2CF9AE}" pid="14" name="ClassificationContentMarkingHeaderText">
    <vt:lpwstr>Public</vt:lpwstr>
  </property>
</Properties>
</file>